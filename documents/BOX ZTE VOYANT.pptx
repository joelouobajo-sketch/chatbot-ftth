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62" r:id="rId3"/>
    <p:sldId id="261" r:id="rId4"/>
    <p:sldId id="259" r:id="rId5"/>
    <p:sldId id="260" r:id="rId6"/>
    <p:sldId id="257" r:id="rId7"/>
  </p:sldIdLst>
  <p:sldSz cx="12192000" cy="6858000"/>
  <p:notesSz cx="6858000" cy="9144000"/>
  <p:defaultTextStyle>
    <a:defPPr>
      <a:defRPr lang="fr-BF"/>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289C19C-2BB4-402E-97E1-82ABC97051F4}" v="27" dt="2024-06-08T19:38:07.929"/>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p:scale>
          <a:sx n="98" d="100"/>
          <a:sy n="98" d="100"/>
        </p:scale>
        <p:origin x="13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ël OUOBA" userId="08a73883-affc-4a6e-bbff-62de5c78d1b6" providerId="ADAL" clId="{E289C19C-2BB4-402E-97E1-82ABC97051F4}"/>
    <pc:docChg chg="undo custSel addSld modSld sldOrd">
      <pc:chgData name="Joël OUOBA" userId="08a73883-affc-4a6e-bbff-62de5c78d1b6" providerId="ADAL" clId="{E289C19C-2BB4-402E-97E1-82ABC97051F4}" dt="2024-06-08T19:40:13.827" v="1555" actId="20577"/>
      <pc:docMkLst>
        <pc:docMk/>
      </pc:docMkLst>
      <pc:sldChg chg="addSp delSp modSp add mod">
        <pc:chgData name="Joël OUOBA" userId="08a73883-affc-4a6e-bbff-62de5c78d1b6" providerId="ADAL" clId="{E289C19C-2BB4-402E-97E1-82ABC97051F4}" dt="2024-06-08T18:54:50.551" v="124" actId="255"/>
        <pc:sldMkLst>
          <pc:docMk/>
          <pc:sldMk cId="2254963356" sldId="260"/>
        </pc:sldMkLst>
        <pc:spChg chg="del">
          <ac:chgData name="Joël OUOBA" userId="08a73883-affc-4a6e-bbff-62de5c78d1b6" providerId="ADAL" clId="{E289C19C-2BB4-402E-97E1-82ABC97051F4}" dt="2024-06-08T18:24:05.155" v="1" actId="478"/>
          <ac:spMkLst>
            <pc:docMk/>
            <pc:sldMk cId="2254963356" sldId="260"/>
            <ac:spMk id="6" creationId="{A2522B00-7FA2-AB39-086D-E2281B62495C}"/>
          </ac:spMkLst>
        </pc:spChg>
        <pc:graphicFrameChg chg="add mod modGraphic">
          <ac:chgData name="Joël OUOBA" userId="08a73883-affc-4a6e-bbff-62de5c78d1b6" providerId="ADAL" clId="{E289C19C-2BB4-402E-97E1-82ABC97051F4}" dt="2024-06-08T18:54:50.551" v="124" actId="255"/>
          <ac:graphicFrameMkLst>
            <pc:docMk/>
            <pc:sldMk cId="2254963356" sldId="260"/>
            <ac:graphicFrameMk id="2" creationId="{17D777DB-B7B6-1BDE-21BE-4C94A16445F7}"/>
          </ac:graphicFrameMkLst>
        </pc:graphicFrameChg>
      </pc:sldChg>
      <pc:sldChg chg="addSp delSp modSp add mod">
        <pc:chgData name="Joël OUOBA" userId="08a73883-affc-4a6e-bbff-62de5c78d1b6" providerId="ADAL" clId="{E289C19C-2BB4-402E-97E1-82ABC97051F4}" dt="2024-06-08T19:40:13.827" v="1555" actId="20577"/>
        <pc:sldMkLst>
          <pc:docMk/>
          <pc:sldMk cId="1199166069" sldId="261"/>
        </pc:sldMkLst>
        <pc:spChg chg="del">
          <ac:chgData name="Joël OUOBA" userId="08a73883-affc-4a6e-bbff-62de5c78d1b6" providerId="ADAL" clId="{E289C19C-2BB4-402E-97E1-82ABC97051F4}" dt="2024-06-08T19:32:05.197" v="1446" actId="478"/>
          <ac:spMkLst>
            <pc:docMk/>
            <pc:sldMk cId="1199166069" sldId="261"/>
            <ac:spMk id="4" creationId="{25C36345-F369-EC51-AF14-2421D07221F2}"/>
          </ac:spMkLst>
        </pc:spChg>
        <pc:spChg chg="add mod">
          <ac:chgData name="Joël OUOBA" userId="08a73883-affc-4a6e-bbff-62de5c78d1b6" providerId="ADAL" clId="{E289C19C-2BB4-402E-97E1-82ABC97051F4}" dt="2024-06-08T19:30:05.616" v="1430" actId="1076"/>
          <ac:spMkLst>
            <pc:docMk/>
            <pc:sldMk cId="1199166069" sldId="261"/>
            <ac:spMk id="5" creationId="{19B5E294-92AD-7CDD-5F16-13267A1AAA90}"/>
          </ac:spMkLst>
        </pc:spChg>
        <pc:spChg chg="del">
          <ac:chgData name="Joël OUOBA" userId="08a73883-affc-4a6e-bbff-62de5c78d1b6" providerId="ADAL" clId="{E289C19C-2BB4-402E-97E1-82ABC97051F4}" dt="2024-06-08T18:55:13.752" v="126" actId="478"/>
          <ac:spMkLst>
            <pc:docMk/>
            <pc:sldMk cId="1199166069" sldId="261"/>
            <ac:spMk id="6" creationId="{A2522B00-7FA2-AB39-086D-E2281B62495C}"/>
          </ac:spMkLst>
        </pc:spChg>
        <pc:spChg chg="del">
          <ac:chgData name="Joël OUOBA" userId="08a73883-affc-4a6e-bbff-62de5c78d1b6" providerId="ADAL" clId="{E289C19C-2BB4-402E-97E1-82ABC97051F4}" dt="2024-06-08T19:32:06.987" v="1448" actId="478"/>
          <ac:spMkLst>
            <pc:docMk/>
            <pc:sldMk cId="1199166069" sldId="261"/>
            <ac:spMk id="7" creationId="{13646E44-B024-F0B7-E983-D133902FF56C}"/>
          </ac:spMkLst>
        </pc:spChg>
        <pc:spChg chg="del">
          <ac:chgData name="Joël OUOBA" userId="08a73883-affc-4a6e-bbff-62de5c78d1b6" providerId="ADAL" clId="{E289C19C-2BB4-402E-97E1-82ABC97051F4}" dt="2024-06-08T19:32:05.869" v="1447" actId="478"/>
          <ac:spMkLst>
            <pc:docMk/>
            <pc:sldMk cId="1199166069" sldId="261"/>
            <ac:spMk id="9" creationId="{2C28A0E0-9849-90F4-A6A8-A45EC76A3B5F}"/>
          </ac:spMkLst>
        </pc:spChg>
        <pc:spChg chg="add mod">
          <ac:chgData name="Joël OUOBA" userId="08a73883-affc-4a6e-bbff-62de5c78d1b6" providerId="ADAL" clId="{E289C19C-2BB4-402E-97E1-82ABC97051F4}" dt="2024-06-08T19:31:51.424" v="1444" actId="1076"/>
          <ac:spMkLst>
            <pc:docMk/>
            <pc:sldMk cId="1199166069" sldId="261"/>
            <ac:spMk id="11" creationId="{5395341D-E937-D9C5-DD05-46A41C31DC0A}"/>
          </ac:spMkLst>
        </pc:spChg>
        <pc:spChg chg="del mod">
          <ac:chgData name="Joël OUOBA" userId="08a73883-affc-4a6e-bbff-62de5c78d1b6" providerId="ADAL" clId="{E289C19C-2BB4-402E-97E1-82ABC97051F4}" dt="2024-06-08T19:31:15.219" v="1436" actId="478"/>
          <ac:spMkLst>
            <pc:docMk/>
            <pc:sldMk cId="1199166069" sldId="261"/>
            <ac:spMk id="26" creationId="{4DD7A672-9FB5-C17E-F7B0-60AB9ACED8C2}"/>
          </ac:spMkLst>
        </pc:spChg>
        <pc:spChg chg="mod">
          <ac:chgData name="Joël OUOBA" userId="08a73883-affc-4a6e-bbff-62de5c78d1b6" providerId="ADAL" clId="{E289C19C-2BB4-402E-97E1-82ABC97051F4}" dt="2024-06-08T19:30:05.616" v="1430" actId="1076"/>
          <ac:spMkLst>
            <pc:docMk/>
            <pc:sldMk cId="1199166069" sldId="261"/>
            <ac:spMk id="27" creationId="{5186AF08-A3CE-BB7F-17A5-F278307A2401}"/>
          </ac:spMkLst>
        </pc:spChg>
        <pc:spChg chg="mod">
          <ac:chgData name="Joël OUOBA" userId="08a73883-affc-4a6e-bbff-62de5c78d1b6" providerId="ADAL" clId="{E289C19C-2BB4-402E-97E1-82ABC97051F4}" dt="2024-06-08T19:30:05.616" v="1430" actId="1076"/>
          <ac:spMkLst>
            <pc:docMk/>
            <pc:sldMk cId="1199166069" sldId="261"/>
            <ac:spMk id="28" creationId="{357FA49B-11D8-086A-36DF-089038B75EE4}"/>
          </ac:spMkLst>
        </pc:spChg>
        <pc:spChg chg="mod">
          <ac:chgData name="Joël OUOBA" userId="08a73883-affc-4a6e-bbff-62de5c78d1b6" providerId="ADAL" clId="{E289C19C-2BB4-402E-97E1-82ABC97051F4}" dt="2024-06-08T19:30:05.616" v="1430" actId="1076"/>
          <ac:spMkLst>
            <pc:docMk/>
            <pc:sldMk cId="1199166069" sldId="261"/>
            <ac:spMk id="29" creationId="{F98881D3-1FFF-813D-E367-56D88962C433}"/>
          </ac:spMkLst>
        </pc:spChg>
        <pc:graphicFrameChg chg="add del mod modGraphic">
          <ac:chgData name="Joël OUOBA" userId="08a73883-affc-4a6e-bbff-62de5c78d1b6" providerId="ADAL" clId="{E289C19C-2BB4-402E-97E1-82ABC97051F4}" dt="2024-06-08T18:57:02.521" v="138" actId="478"/>
          <ac:graphicFrameMkLst>
            <pc:docMk/>
            <pc:sldMk cId="1199166069" sldId="261"/>
            <ac:graphicFrameMk id="2" creationId="{D71C6318-4727-F0CA-540B-87E3FA6575E6}"/>
          </ac:graphicFrameMkLst>
        </pc:graphicFrameChg>
        <pc:graphicFrameChg chg="add mod modGraphic">
          <ac:chgData name="Joël OUOBA" userId="08a73883-affc-4a6e-bbff-62de5c78d1b6" providerId="ADAL" clId="{E289C19C-2BB4-402E-97E1-82ABC97051F4}" dt="2024-06-08T19:40:13.827" v="1555" actId="20577"/>
          <ac:graphicFrameMkLst>
            <pc:docMk/>
            <pc:sldMk cId="1199166069" sldId="261"/>
            <ac:graphicFrameMk id="10" creationId="{1F73F6B8-EDCC-631C-1FC6-0981FA921E93}"/>
          </ac:graphicFrameMkLst>
        </pc:graphicFrameChg>
        <pc:picChg chg="del">
          <ac:chgData name="Joël OUOBA" userId="08a73883-affc-4a6e-bbff-62de5c78d1b6" providerId="ADAL" clId="{E289C19C-2BB4-402E-97E1-82ABC97051F4}" dt="2024-06-08T19:32:03.621" v="1445" actId="478"/>
          <ac:picMkLst>
            <pc:docMk/>
            <pc:sldMk cId="1199166069" sldId="261"/>
            <ac:picMk id="3" creationId="{1FFD98EF-713A-18C1-3F3A-37BEEAA642D2}"/>
          </ac:picMkLst>
        </pc:picChg>
        <pc:picChg chg="mod">
          <ac:chgData name="Joël OUOBA" userId="08a73883-affc-4a6e-bbff-62de5c78d1b6" providerId="ADAL" clId="{E289C19C-2BB4-402E-97E1-82ABC97051F4}" dt="2024-06-08T19:32:18.186" v="1449" actId="1076"/>
          <ac:picMkLst>
            <pc:docMk/>
            <pc:sldMk cId="1199166069" sldId="261"/>
            <ac:picMk id="21" creationId="{19AAE1C0-88A0-C80B-E0C1-35477ED321B7}"/>
          </ac:picMkLst>
        </pc:picChg>
      </pc:sldChg>
      <pc:sldChg chg="addSp delSp modSp add mod ord">
        <pc:chgData name="Joël OUOBA" userId="08a73883-affc-4a6e-bbff-62de5c78d1b6" providerId="ADAL" clId="{E289C19C-2BB4-402E-97E1-82ABC97051F4}" dt="2024-06-08T19:40:00.312" v="1548" actId="20577"/>
        <pc:sldMkLst>
          <pc:docMk/>
          <pc:sldMk cId="4284425502" sldId="262"/>
        </pc:sldMkLst>
        <pc:spChg chg="add mod">
          <ac:chgData name="Joël OUOBA" userId="08a73883-affc-4a6e-bbff-62de5c78d1b6" providerId="ADAL" clId="{E289C19C-2BB4-402E-97E1-82ABC97051F4}" dt="2024-06-08T19:34:32.980" v="1476" actId="1076"/>
          <ac:spMkLst>
            <pc:docMk/>
            <pc:sldMk cId="4284425502" sldId="262"/>
            <ac:spMk id="2" creationId="{4528F4D4-51BE-F57B-1128-2634BDBE7068}"/>
          </ac:spMkLst>
        </pc:spChg>
        <pc:spChg chg="del">
          <ac:chgData name="Joël OUOBA" userId="08a73883-affc-4a6e-bbff-62de5c78d1b6" providerId="ADAL" clId="{E289C19C-2BB4-402E-97E1-82ABC97051F4}" dt="2024-06-08T19:33:46.926" v="1464" actId="478"/>
          <ac:spMkLst>
            <pc:docMk/>
            <pc:sldMk cId="4284425502" sldId="262"/>
            <ac:spMk id="4" creationId="{25C36345-F369-EC51-AF14-2421D07221F2}"/>
          </ac:spMkLst>
        </pc:spChg>
        <pc:spChg chg="mod">
          <ac:chgData name="Joël OUOBA" userId="08a73883-affc-4a6e-bbff-62de5c78d1b6" providerId="ADAL" clId="{E289C19C-2BB4-402E-97E1-82ABC97051F4}" dt="2024-06-08T19:34:59.553" v="1480" actId="14100"/>
          <ac:spMkLst>
            <pc:docMk/>
            <pc:sldMk cId="4284425502" sldId="262"/>
            <ac:spMk id="5" creationId="{19B5E294-92AD-7CDD-5F16-13267A1AAA90}"/>
          </ac:spMkLst>
        </pc:spChg>
        <pc:spChg chg="del">
          <ac:chgData name="Joël OUOBA" userId="08a73883-affc-4a6e-bbff-62de5c78d1b6" providerId="ADAL" clId="{E289C19C-2BB4-402E-97E1-82ABC97051F4}" dt="2024-06-08T19:33:47.747" v="1465" actId="478"/>
          <ac:spMkLst>
            <pc:docMk/>
            <pc:sldMk cId="4284425502" sldId="262"/>
            <ac:spMk id="7" creationId="{13646E44-B024-F0B7-E983-D133902FF56C}"/>
          </ac:spMkLst>
        </pc:spChg>
        <pc:spChg chg="del">
          <ac:chgData name="Joël OUOBA" userId="08a73883-affc-4a6e-bbff-62de5c78d1b6" providerId="ADAL" clId="{E289C19C-2BB4-402E-97E1-82ABC97051F4}" dt="2024-06-08T19:33:45.853" v="1463" actId="478"/>
          <ac:spMkLst>
            <pc:docMk/>
            <pc:sldMk cId="4284425502" sldId="262"/>
            <ac:spMk id="9" creationId="{2C28A0E0-9849-90F4-A6A8-A45EC76A3B5F}"/>
          </ac:spMkLst>
        </pc:spChg>
        <pc:spChg chg="del">
          <ac:chgData name="Joël OUOBA" userId="08a73883-affc-4a6e-bbff-62de5c78d1b6" providerId="ADAL" clId="{E289C19C-2BB4-402E-97E1-82ABC97051F4}" dt="2024-06-08T19:35:13.629" v="1484" actId="478"/>
          <ac:spMkLst>
            <pc:docMk/>
            <pc:sldMk cId="4284425502" sldId="262"/>
            <ac:spMk id="23" creationId="{64B434C2-03B0-79AB-BC84-0EFA2B407A30}"/>
          </ac:spMkLst>
        </pc:spChg>
        <pc:spChg chg="mod">
          <ac:chgData name="Joël OUOBA" userId="08a73883-affc-4a6e-bbff-62de5c78d1b6" providerId="ADAL" clId="{E289C19C-2BB4-402E-97E1-82ABC97051F4}" dt="2024-06-08T19:34:46.209" v="1478" actId="1076"/>
          <ac:spMkLst>
            <pc:docMk/>
            <pc:sldMk cId="4284425502" sldId="262"/>
            <ac:spMk id="24" creationId="{E36F806C-CAB1-6C90-C543-C9F0E7134943}"/>
          </ac:spMkLst>
        </pc:spChg>
        <pc:spChg chg="mod">
          <ac:chgData name="Joël OUOBA" userId="08a73883-affc-4a6e-bbff-62de5c78d1b6" providerId="ADAL" clId="{E289C19C-2BB4-402E-97E1-82ABC97051F4}" dt="2024-06-08T19:34:40.616" v="1477" actId="1076"/>
          <ac:spMkLst>
            <pc:docMk/>
            <pc:sldMk cId="4284425502" sldId="262"/>
            <ac:spMk id="25" creationId="{9AAD2A81-457B-7B16-539C-5CE5EDC29618}"/>
          </ac:spMkLst>
        </pc:spChg>
        <pc:spChg chg="del">
          <ac:chgData name="Joël OUOBA" userId="08a73883-affc-4a6e-bbff-62de5c78d1b6" providerId="ADAL" clId="{E289C19C-2BB4-402E-97E1-82ABC97051F4}" dt="2024-06-08T19:33:58.036" v="1468" actId="478"/>
          <ac:spMkLst>
            <pc:docMk/>
            <pc:sldMk cId="4284425502" sldId="262"/>
            <ac:spMk id="26" creationId="{4DD7A672-9FB5-C17E-F7B0-60AB9ACED8C2}"/>
          </ac:spMkLst>
        </pc:spChg>
        <pc:spChg chg="del">
          <ac:chgData name="Joël OUOBA" userId="08a73883-affc-4a6e-bbff-62de5c78d1b6" providerId="ADAL" clId="{E289C19C-2BB4-402E-97E1-82ABC97051F4}" dt="2024-06-08T19:35:08.129" v="1483" actId="478"/>
          <ac:spMkLst>
            <pc:docMk/>
            <pc:sldMk cId="4284425502" sldId="262"/>
            <ac:spMk id="27" creationId="{5186AF08-A3CE-BB7F-17A5-F278307A2401}"/>
          </ac:spMkLst>
        </pc:spChg>
        <pc:spChg chg="del">
          <ac:chgData name="Joël OUOBA" userId="08a73883-affc-4a6e-bbff-62de5c78d1b6" providerId="ADAL" clId="{E289C19C-2BB4-402E-97E1-82ABC97051F4}" dt="2024-06-08T19:35:05.804" v="1481" actId="478"/>
          <ac:spMkLst>
            <pc:docMk/>
            <pc:sldMk cId="4284425502" sldId="262"/>
            <ac:spMk id="28" creationId="{357FA49B-11D8-086A-36DF-089038B75EE4}"/>
          </ac:spMkLst>
        </pc:spChg>
        <pc:spChg chg="del">
          <ac:chgData name="Joël OUOBA" userId="08a73883-affc-4a6e-bbff-62de5c78d1b6" providerId="ADAL" clId="{E289C19C-2BB4-402E-97E1-82ABC97051F4}" dt="2024-06-08T19:35:06.992" v="1482" actId="478"/>
          <ac:spMkLst>
            <pc:docMk/>
            <pc:sldMk cId="4284425502" sldId="262"/>
            <ac:spMk id="29" creationId="{F98881D3-1FFF-813D-E367-56D88962C433}"/>
          </ac:spMkLst>
        </pc:spChg>
        <pc:graphicFrameChg chg="mod modGraphic">
          <ac:chgData name="Joël OUOBA" userId="08a73883-affc-4a6e-bbff-62de5c78d1b6" providerId="ADAL" clId="{E289C19C-2BB4-402E-97E1-82ABC97051F4}" dt="2024-06-08T19:40:00.312" v="1548" actId="20577"/>
          <ac:graphicFrameMkLst>
            <pc:docMk/>
            <pc:sldMk cId="4284425502" sldId="262"/>
            <ac:graphicFrameMk id="10" creationId="{1F73F6B8-EDCC-631C-1FC6-0981FA921E93}"/>
          </ac:graphicFrameMkLst>
        </pc:graphicFrameChg>
        <pc:picChg chg="del">
          <ac:chgData name="Joël OUOBA" userId="08a73883-affc-4a6e-bbff-62de5c78d1b6" providerId="ADAL" clId="{E289C19C-2BB4-402E-97E1-82ABC97051F4}" dt="2024-06-08T19:33:44.369" v="1462" actId="478"/>
          <ac:picMkLst>
            <pc:docMk/>
            <pc:sldMk cId="4284425502" sldId="262"/>
            <ac:picMk id="3" creationId="{1FFD98EF-713A-18C1-3F3A-37BEEAA642D2}"/>
          </ac:picMkLst>
        </pc:picChg>
        <pc:picChg chg="mod">
          <ac:chgData name="Joël OUOBA" userId="08a73883-affc-4a6e-bbff-62de5c78d1b6" providerId="ADAL" clId="{E289C19C-2BB4-402E-97E1-82ABC97051F4}" dt="2024-06-08T19:34:29.723" v="1475" actId="1076"/>
          <ac:picMkLst>
            <pc:docMk/>
            <pc:sldMk cId="4284425502" sldId="262"/>
            <ac:picMk id="21" creationId="{19AAE1C0-88A0-C80B-E0C1-35477ED321B7}"/>
          </ac:picMkLst>
        </pc:picChg>
        <pc:picChg chg="mod">
          <ac:chgData name="Joël OUOBA" userId="08a73883-affc-4a6e-bbff-62de5c78d1b6" providerId="ADAL" clId="{E289C19C-2BB4-402E-97E1-82ABC97051F4}" dt="2024-06-08T19:33:55.673" v="1467" actId="1076"/>
          <ac:picMkLst>
            <pc:docMk/>
            <pc:sldMk cId="4284425502" sldId="262"/>
            <ac:picMk id="22" creationId="{F228338A-A431-395A-6916-3326C28E608B}"/>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825B026-BDE6-7C55-54F7-2191827F602F}"/>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fr-BF"/>
          </a:p>
        </p:txBody>
      </p:sp>
      <p:sp>
        <p:nvSpPr>
          <p:cNvPr id="3" name="Sous-titre 2">
            <a:extLst>
              <a:ext uri="{FF2B5EF4-FFF2-40B4-BE49-F238E27FC236}">
                <a16:creationId xmlns:a16="http://schemas.microsoft.com/office/drawing/2014/main" id="{CB17A926-6737-FD5B-ADC0-D45A4292F9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BF"/>
          </a:p>
        </p:txBody>
      </p:sp>
      <p:sp>
        <p:nvSpPr>
          <p:cNvPr id="4" name="Espace réservé de la date 3">
            <a:extLst>
              <a:ext uri="{FF2B5EF4-FFF2-40B4-BE49-F238E27FC236}">
                <a16:creationId xmlns:a16="http://schemas.microsoft.com/office/drawing/2014/main" id="{29AFAE8C-D01A-3111-584C-FF4FB18DE57F}"/>
              </a:ext>
            </a:extLst>
          </p:cNvPr>
          <p:cNvSpPr>
            <a:spLocks noGrp="1"/>
          </p:cNvSpPr>
          <p:nvPr>
            <p:ph type="dt" sz="half" idx="10"/>
          </p:nvPr>
        </p:nvSpPr>
        <p:spPr/>
        <p:txBody>
          <a:bodyPr/>
          <a:lstStyle/>
          <a:p>
            <a:fld id="{5769C919-7338-4F21-B6DA-C080FF4960D0}" type="datetimeFigureOut">
              <a:rPr lang="fr-BF" smtClean="0"/>
              <a:t>07/06/2024</a:t>
            </a:fld>
            <a:endParaRPr lang="fr-BF"/>
          </a:p>
        </p:txBody>
      </p:sp>
      <p:sp>
        <p:nvSpPr>
          <p:cNvPr id="5" name="Espace réservé du pied de page 4">
            <a:extLst>
              <a:ext uri="{FF2B5EF4-FFF2-40B4-BE49-F238E27FC236}">
                <a16:creationId xmlns:a16="http://schemas.microsoft.com/office/drawing/2014/main" id="{13302A29-90B4-26FC-5391-4C01C5518023}"/>
              </a:ext>
            </a:extLst>
          </p:cNvPr>
          <p:cNvSpPr>
            <a:spLocks noGrp="1"/>
          </p:cNvSpPr>
          <p:nvPr>
            <p:ph type="ftr" sz="quarter" idx="11"/>
          </p:nvPr>
        </p:nvSpPr>
        <p:spPr/>
        <p:txBody>
          <a:bodyPr/>
          <a:lstStyle/>
          <a:p>
            <a:endParaRPr lang="fr-BF"/>
          </a:p>
        </p:txBody>
      </p:sp>
      <p:sp>
        <p:nvSpPr>
          <p:cNvPr id="6" name="Espace réservé du numéro de diapositive 5">
            <a:extLst>
              <a:ext uri="{FF2B5EF4-FFF2-40B4-BE49-F238E27FC236}">
                <a16:creationId xmlns:a16="http://schemas.microsoft.com/office/drawing/2014/main" id="{4A0010C4-BF77-506C-8281-C07AC87E5371}"/>
              </a:ext>
            </a:extLst>
          </p:cNvPr>
          <p:cNvSpPr>
            <a:spLocks noGrp="1"/>
          </p:cNvSpPr>
          <p:nvPr>
            <p:ph type="sldNum" sz="quarter" idx="12"/>
          </p:nvPr>
        </p:nvSpPr>
        <p:spPr/>
        <p:txBody>
          <a:bodyPr/>
          <a:lstStyle/>
          <a:p>
            <a:fld id="{80DEA56D-DFDA-4712-B99B-9FE3D6D9A1EF}" type="slidenum">
              <a:rPr lang="fr-BF" smtClean="0"/>
              <a:t>‹N°›</a:t>
            </a:fld>
            <a:endParaRPr lang="fr-BF"/>
          </a:p>
        </p:txBody>
      </p:sp>
    </p:spTree>
    <p:extLst>
      <p:ext uri="{BB962C8B-B14F-4D97-AF65-F5344CB8AC3E}">
        <p14:creationId xmlns:p14="http://schemas.microsoft.com/office/powerpoint/2010/main" val="3528433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0A721D8-A206-9E92-F663-D2DD120BC5A0}"/>
              </a:ext>
            </a:extLst>
          </p:cNvPr>
          <p:cNvSpPr>
            <a:spLocks noGrp="1"/>
          </p:cNvSpPr>
          <p:nvPr>
            <p:ph type="title"/>
          </p:nvPr>
        </p:nvSpPr>
        <p:spPr/>
        <p:txBody>
          <a:bodyPr/>
          <a:lstStyle/>
          <a:p>
            <a:r>
              <a:rPr lang="fr-FR"/>
              <a:t>Modifiez le style du titre</a:t>
            </a:r>
            <a:endParaRPr lang="fr-BF"/>
          </a:p>
        </p:txBody>
      </p:sp>
      <p:sp>
        <p:nvSpPr>
          <p:cNvPr id="3" name="Espace réservé du contenu 2">
            <a:extLst>
              <a:ext uri="{FF2B5EF4-FFF2-40B4-BE49-F238E27FC236}">
                <a16:creationId xmlns:a16="http://schemas.microsoft.com/office/drawing/2014/main" id="{A854CC52-8F25-FD62-C3F5-85D1712AB161}"/>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F"/>
          </a:p>
        </p:txBody>
      </p:sp>
      <p:sp>
        <p:nvSpPr>
          <p:cNvPr id="4" name="Espace réservé de la date 3">
            <a:extLst>
              <a:ext uri="{FF2B5EF4-FFF2-40B4-BE49-F238E27FC236}">
                <a16:creationId xmlns:a16="http://schemas.microsoft.com/office/drawing/2014/main" id="{2E432197-1604-C821-6DE7-3B9AEAB37E20}"/>
              </a:ext>
            </a:extLst>
          </p:cNvPr>
          <p:cNvSpPr>
            <a:spLocks noGrp="1"/>
          </p:cNvSpPr>
          <p:nvPr>
            <p:ph type="dt" sz="half" idx="10"/>
          </p:nvPr>
        </p:nvSpPr>
        <p:spPr/>
        <p:txBody>
          <a:bodyPr/>
          <a:lstStyle/>
          <a:p>
            <a:fld id="{5769C919-7338-4F21-B6DA-C080FF4960D0}" type="datetimeFigureOut">
              <a:rPr lang="fr-BF" smtClean="0"/>
              <a:t>07/06/2024</a:t>
            </a:fld>
            <a:endParaRPr lang="fr-BF"/>
          </a:p>
        </p:txBody>
      </p:sp>
      <p:sp>
        <p:nvSpPr>
          <p:cNvPr id="5" name="Espace réservé du pied de page 4">
            <a:extLst>
              <a:ext uri="{FF2B5EF4-FFF2-40B4-BE49-F238E27FC236}">
                <a16:creationId xmlns:a16="http://schemas.microsoft.com/office/drawing/2014/main" id="{DFADECDF-8463-3F56-B654-4BCA513DC3EC}"/>
              </a:ext>
            </a:extLst>
          </p:cNvPr>
          <p:cNvSpPr>
            <a:spLocks noGrp="1"/>
          </p:cNvSpPr>
          <p:nvPr>
            <p:ph type="ftr" sz="quarter" idx="11"/>
          </p:nvPr>
        </p:nvSpPr>
        <p:spPr/>
        <p:txBody>
          <a:bodyPr/>
          <a:lstStyle/>
          <a:p>
            <a:endParaRPr lang="fr-BF"/>
          </a:p>
        </p:txBody>
      </p:sp>
      <p:sp>
        <p:nvSpPr>
          <p:cNvPr id="6" name="Espace réservé du numéro de diapositive 5">
            <a:extLst>
              <a:ext uri="{FF2B5EF4-FFF2-40B4-BE49-F238E27FC236}">
                <a16:creationId xmlns:a16="http://schemas.microsoft.com/office/drawing/2014/main" id="{A1B01841-34F0-C767-09FF-6F210180ABFE}"/>
              </a:ext>
            </a:extLst>
          </p:cNvPr>
          <p:cNvSpPr>
            <a:spLocks noGrp="1"/>
          </p:cNvSpPr>
          <p:nvPr>
            <p:ph type="sldNum" sz="quarter" idx="12"/>
          </p:nvPr>
        </p:nvSpPr>
        <p:spPr/>
        <p:txBody>
          <a:bodyPr/>
          <a:lstStyle/>
          <a:p>
            <a:fld id="{80DEA56D-DFDA-4712-B99B-9FE3D6D9A1EF}" type="slidenum">
              <a:rPr lang="fr-BF" smtClean="0"/>
              <a:t>‹N°›</a:t>
            </a:fld>
            <a:endParaRPr lang="fr-BF"/>
          </a:p>
        </p:txBody>
      </p:sp>
    </p:spTree>
    <p:extLst>
      <p:ext uri="{BB962C8B-B14F-4D97-AF65-F5344CB8AC3E}">
        <p14:creationId xmlns:p14="http://schemas.microsoft.com/office/powerpoint/2010/main" val="37968428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5A43889-78AF-2298-5B03-89CE9EC26D90}"/>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fr-BF"/>
          </a:p>
        </p:txBody>
      </p:sp>
      <p:sp>
        <p:nvSpPr>
          <p:cNvPr id="3" name="Espace réservé du texte 2">
            <a:extLst>
              <a:ext uri="{FF2B5EF4-FFF2-40B4-BE49-F238E27FC236}">
                <a16:creationId xmlns:a16="http://schemas.microsoft.com/office/drawing/2014/main" id="{F78CB19C-A80F-D8E1-7D28-5FBFF8441AF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772F84C0-3C1C-6000-C670-609DC20BA748}"/>
              </a:ext>
            </a:extLst>
          </p:cNvPr>
          <p:cNvSpPr>
            <a:spLocks noGrp="1"/>
          </p:cNvSpPr>
          <p:nvPr>
            <p:ph type="dt" sz="half" idx="10"/>
          </p:nvPr>
        </p:nvSpPr>
        <p:spPr/>
        <p:txBody>
          <a:bodyPr/>
          <a:lstStyle/>
          <a:p>
            <a:fld id="{5769C919-7338-4F21-B6DA-C080FF4960D0}" type="datetimeFigureOut">
              <a:rPr lang="fr-BF" smtClean="0"/>
              <a:t>07/06/2024</a:t>
            </a:fld>
            <a:endParaRPr lang="fr-BF"/>
          </a:p>
        </p:txBody>
      </p:sp>
      <p:sp>
        <p:nvSpPr>
          <p:cNvPr id="5" name="Espace réservé du pied de page 4">
            <a:extLst>
              <a:ext uri="{FF2B5EF4-FFF2-40B4-BE49-F238E27FC236}">
                <a16:creationId xmlns:a16="http://schemas.microsoft.com/office/drawing/2014/main" id="{FAF95B2F-E714-2234-418E-AEB880C8810A}"/>
              </a:ext>
            </a:extLst>
          </p:cNvPr>
          <p:cNvSpPr>
            <a:spLocks noGrp="1"/>
          </p:cNvSpPr>
          <p:nvPr>
            <p:ph type="ftr" sz="quarter" idx="11"/>
          </p:nvPr>
        </p:nvSpPr>
        <p:spPr/>
        <p:txBody>
          <a:bodyPr/>
          <a:lstStyle/>
          <a:p>
            <a:endParaRPr lang="fr-BF"/>
          </a:p>
        </p:txBody>
      </p:sp>
      <p:sp>
        <p:nvSpPr>
          <p:cNvPr id="6" name="Espace réservé du numéro de diapositive 5">
            <a:extLst>
              <a:ext uri="{FF2B5EF4-FFF2-40B4-BE49-F238E27FC236}">
                <a16:creationId xmlns:a16="http://schemas.microsoft.com/office/drawing/2014/main" id="{8088AB15-2A2A-3F5A-EF2B-D6150E535F32}"/>
              </a:ext>
            </a:extLst>
          </p:cNvPr>
          <p:cNvSpPr>
            <a:spLocks noGrp="1"/>
          </p:cNvSpPr>
          <p:nvPr>
            <p:ph type="sldNum" sz="quarter" idx="12"/>
          </p:nvPr>
        </p:nvSpPr>
        <p:spPr/>
        <p:txBody>
          <a:bodyPr/>
          <a:lstStyle/>
          <a:p>
            <a:fld id="{80DEA56D-DFDA-4712-B99B-9FE3D6D9A1EF}" type="slidenum">
              <a:rPr lang="fr-BF" smtClean="0"/>
              <a:t>‹N°›</a:t>
            </a:fld>
            <a:endParaRPr lang="fr-BF"/>
          </a:p>
        </p:txBody>
      </p:sp>
    </p:spTree>
    <p:extLst>
      <p:ext uri="{BB962C8B-B14F-4D97-AF65-F5344CB8AC3E}">
        <p14:creationId xmlns:p14="http://schemas.microsoft.com/office/powerpoint/2010/main" val="22375193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17E3A89-E3E3-9138-ED9C-149EFCA6FD1E}"/>
              </a:ext>
            </a:extLst>
          </p:cNvPr>
          <p:cNvSpPr>
            <a:spLocks noGrp="1"/>
          </p:cNvSpPr>
          <p:nvPr>
            <p:ph type="title"/>
          </p:nvPr>
        </p:nvSpPr>
        <p:spPr/>
        <p:txBody>
          <a:bodyPr/>
          <a:lstStyle/>
          <a:p>
            <a:r>
              <a:rPr lang="fr-FR"/>
              <a:t>Modifiez le style du titre</a:t>
            </a:r>
            <a:endParaRPr lang="fr-BF"/>
          </a:p>
        </p:txBody>
      </p:sp>
      <p:sp>
        <p:nvSpPr>
          <p:cNvPr id="3" name="Espace réservé du contenu 2">
            <a:extLst>
              <a:ext uri="{FF2B5EF4-FFF2-40B4-BE49-F238E27FC236}">
                <a16:creationId xmlns:a16="http://schemas.microsoft.com/office/drawing/2014/main" id="{E2FF449E-8FB8-17A3-11C2-D14FCA21CD04}"/>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F"/>
          </a:p>
        </p:txBody>
      </p:sp>
      <p:sp>
        <p:nvSpPr>
          <p:cNvPr id="4" name="Espace réservé du contenu 3">
            <a:extLst>
              <a:ext uri="{FF2B5EF4-FFF2-40B4-BE49-F238E27FC236}">
                <a16:creationId xmlns:a16="http://schemas.microsoft.com/office/drawing/2014/main" id="{FB8AA9B2-57D7-1362-67F3-4DE78FF1D3CE}"/>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F"/>
          </a:p>
        </p:txBody>
      </p:sp>
      <p:sp>
        <p:nvSpPr>
          <p:cNvPr id="5" name="Espace réservé de la date 4">
            <a:extLst>
              <a:ext uri="{FF2B5EF4-FFF2-40B4-BE49-F238E27FC236}">
                <a16:creationId xmlns:a16="http://schemas.microsoft.com/office/drawing/2014/main" id="{3284B85A-062E-0041-E2DB-22ECA6F80362}"/>
              </a:ext>
            </a:extLst>
          </p:cNvPr>
          <p:cNvSpPr>
            <a:spLocks noGrp="1"/>
          </p:cNvSpPr>
          <p:nvPr>
            <p:ph type="dt" sz="half" idx="10"/>
          </p:nvPr>
        </p:nvSpPr>
        <p:spPr/>
        <p:txBody>
          <a:bodyPr/>
          <a:lstStyle/>
          <a:p>
            <a:fld id="{5769C919-7338-4F21-B6DA-C080FF4960D0}" type="datetimeFigureOut">
              <a:rPr lang="fr-BF" smtClean="0"/>
              <a:t>07/06/2024</a:t>
            </a:fld>
            <a:endParaRPr lang="fr-BF"/>
          </a:p>
        </p:txBody>
      </p:sp>
      <p:sp>
        <p:nvSpPr>
          <p:cNvPr id="6" name="Espace réservé du pied de page 5">
            <a:extLst>
              <a:ext uri="{FF2B5EF4-FFF2-40B4-BE49-F238E27FC236}">
                <a16:creationId xmlns:a16="http://schemas.microsoft.com/office/drawing/2014/main" id="{C006524B-E1CD-1F12-E9ED-ABDF091CF30F}"/>
              </a:ext>
            </a:extLst>
          </p:cNvPr>
          <p:cNvSpPr>
            <a:spLocks noGrp="1"/>
          </p:cNvSpPr>
          <p:nvPr>
            <p:ph type="ftr" sz="quarter" idx="11"/>
          </p:nvPr>
        </p:nvSpPr>
        <p:spPr/>
        <p:txBody>
          <a:bodyPr/>
          <a:lstStyle/>
          <a:p>
            <a:endParaRPr lang="fr-BF"/>
          </a:p>
        </p:txBody>
      </p:sp>
      <p:sp>
        <p:nvSpPr>
          <p:cNvPr id="7" name="Espace réservé du numéro de diapositive 6">
            <a:extLst>
              <a:ext uri="{FF2B5EF4-FFF2-40B4-BE49-F238E27FC236}">
                <a16:creationId xmlns:a16="http://schemas.microsoft.com/office/drawing/2014/main" id="{12C84D8D-6604-531A-C51F-C2257D73D5B7}"/>
              </a:ext>
            </a:extLst>
          </p:cNvPr>
          <p:cNvSpPr>
            <a:spLocks noGrp="1"/>
          </p:cNvSpPr>
          <p:nvPr>
            <p:ph type="sldNum" sz="quarter" idx="12"/>
          </p:nvPr>
        </p:nvSpPr>
        <p:spPr/>
        <p:txBody>
          <a:bodyPr/>
          <a:lstStyle/>
          <a:p>
            <a:fld id="{80DEA56D-DFDA-4712-B99B-9FE3D6D9A1EF}" type="slidenum">
              <a:rPr lang="fr-BF" smtClean="0"/>
              <a:t>‹N°›</a:t>
            </a:fld>
            <a:endParaRPr lang="fr-BF"/>
          </a:p>
        </p:txBody>
      </p:sp>
    </p:spTree>
    <p:extLst>
      <p:ext uri="{BB962C8B-B14F-4D97-AF65-F5344CB8AC3E}">
        <p14:creationId xmlns:p14="http://schemas.microsoft.com/office/powerpoint/2010/main" val="6459114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CC02FFD-17F4-82B7-9779-891A1BC2F79F}"/>
              </a:ext>
            </a:extLst>
          </p:cNvPr>
          <p:cNvSpPr>
            <a:spLocks noGrp="1"/>
          </p:cNvSpPr>
          <p:nvPr>
            <p:ph type="title"/>
          </p:nvPr>
        </p:nvSpPr>
        <p:spPr>
          <a:xfrm>
            <a:off x="839788" y="365125"/>
            <a:ext cx="10515600" cy="1325563"/>
          </a:xfrm>
        </p:spPr>
        <p:txBody>
          <a:bodyPr/>
          <a:lstStyle/>
          <a:p>
            <a:r>
              <a:rPr lang="fr-FR"/>
              <a:t>Modifiez le style du titre</a:t>
            </a:r>
            <a:endParaRPr lang="fr-BF"/>
          </a:p>
        </p:txBody>
      </p:sp>
      <p:sp>
        <p:nvSpPr>
          <p:cNvPr id="3" name="Espace réservé du texte 2">
            <a:extLst>
              <a:ext uri="{FF2B5EF4-FFF2-40B4-BE49-F238E27FC236}">
                <a16:creationId xmlns:a16="http://schemas.microsoft.com/office/drawing/2014/main" id="{EEC1CF4D-400C-F026-00E1-3A64AA6B72D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4B254BE1-D701-2868-F585-223377B02CB3}"/>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F"/>
          </a:p>
        </p:txBody>
      </p:sp>
      <p:sp>
        <p:nvSpPr>
          <p:cNvPr id="5" name="Espace réservé du texte 4">
            <a:extLst>
              <a:ext uri="{FF2B5EF4-FFF2-40B4-BE49-F238E27FC236}">
                <a16:creationId xmlns:a16="http://schemas.microsoft.com/office/drawing/2014/main" id="{12DAE815-5070-04AE-19DF-ECE51F734A2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F050BFBE-B204-A9E9-7A7A-48E9A44275B7}"/>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F"/>
          </a:p>
        </p:txBody>
      </p:sp>
      <p:sp>
        <p:nvSpPr>
          <p:cNvPr id="7" name="Espace réservé de la date 6">
            <a:extLst>
              <a:ext uri="{FF2B5EF4-FFF2-40B4-BE49-F238E27FC236}">
                <a16:creationId xmlns:a16="http://schemas.microsoft.com/office/drawing/2014/main" id="{EC7D8CD8-67DE-376F-30C8-D22FBE8EAE19}"/>
              </a:ext>
            </a:extLst>
          </p:cNvPr>
          <p:cNvSpPr>
            <a:spLocks noGrp="1"/>
          </p:cNvSpPr>
          <p:nvPr>
            <p:ph type="dt" sz="half" idx="10"/>
          </p:nvPr>
        </p:nvSpPr>
        <p:spPr/>
        <p:txBody>
          <a:bodyPr/>
          <a:lstStyle/>
          <a:p>
            <a:fld id="{5769C919-7338-4F21-B6DA-C080FF4960D0}" type="datetimeFigureOut">
              <a:rPr lang="fr-BF" smtClean="0"/>
              <a:t>07/06/2024</a:t>
            </a:fld>
            <a:endParaRPr lang="fr-BF"/>
          </a:p>
        </p:txBody>
      </p:sp>
      <p:sp>
        <p:nvSpPr>
          <p:cNvPr id="8" name="Espace réservé du pied de page 7">
            <a:extLst>
              <a:ext uri="{FF2B5EF4-FFF2-40B4-BE49-F238E27FC236}">
                <a16:creationId xmlns:a16="http://schemas.microsoft.com/office/drawing/2014/main" id="{2E008AD5-C607-9D2C-2DD3-4EC844AD8B76}"/>
              </a:ext>
            </a:extLst>
          </p:cNvPr>
          <p:cNvSpPr>
            <a:spLocks noGrp="1"/>
          </p:cNvSpPr>
          <p:nvPr>
            <p:ph type="ftr" sz="quarter" idx="11"/>
          </p:nvPr>
        </p:nvSpPr>
        <p:spPr/>
        <p:txBody>
          <a:bodyPr/>
          <a:lstStyle/>
          <a:p>
            <a:endParaRPr lang="fr-BF"/>
          </a:p>
        </p:txBody>
      </p:sp>
      <p:sp>
        <p:nvSpPr>
          <p:cNvPr id="9" name="Espace réservé du numéro de diapositive 8">
            <a:extLst>
              <a:ext uri="{FF2B5EF4-FFF2-40B4-BE49-F238E27FC236}">
                <a16:creationId xmlns:a16="http://schemas.microsoft.com/office/drawing/2014/main" id="{EA8DC799-F121-FB6F-5ED9-59890871C695}"/>
              </a:ext>
            </a:extLst>
          </p:cNvPr>
          <p:cNvSpPr>
            <a:spLocks noGrp="1"/>
          </p:cNvSpPr>
          <p:nvPr>
            <p:ph type="sldNum" sz="quarter" idx="12"/>
          </p:nvPr>
        </p:nvSpPr>
        <p:spPr/>
        <p:txBody>
          <a:bodyPr/>
          <a:lstStyle/>
          <a:p>
            <a:fld id="{80DEA56D-DFDA-4712-B99B-9FE3D6D9A1EF}" type="slidenum">
              <a:rPr lang="fr-BF" smtClean="0"/>
              <a:t>‹N°›</a:t>
            </a:fld>
            <a:endParaRPr lang="fr-BF"/>
          </a:p>
        </p:txBody>
      </p:sp>
    </p:spTree>
    <p:extLst>
      <p:ext uri="{BB962C8B-B14F-4D97-AF65-F5344CB8AC3E}">
        <p14:creationId xmlns:p14="http://schemas.microsoft.com/office/powerpoint/2010/main" val="17916197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867A31-16E7-69E1-DEF3-DA785958C202}"/>
              </a:ext>
            </a:extLst>
          </p:cNvPr>
          <p:cNvSpPr>
            <a:spLocks noGrp="1"/>
          </p:cNvSpPr>
          <p:nvPr>
            <p:ph type="title"/>
          </p:nvPr>
        </p:nvSpPr>
        <p:spPr/>
        <p:txBody>
          <a:bodyPr/>
          <a:lstStyle/>
          <a:p>
            <a:r>
              <a:rPr lang="fr-FR"/>
              <a:t>Modifiez le style du titre</a:t>
            </a:r>
            <a:endParaRPr lang="fr-BF"/>
          </a:p>
        </p:txBody>
      </p:sp>
      <p:sp>
        <p:nvSpPr>
          <p:cNvPr id="3" name="Espace réservé de la date 2">
            <a:extLst>
              <a:ext uri="{FF2B5EF4-FFF2-40B4-BE49-F238E27FC236}">
                <a16:creationId xmlns:a16="http://schemas.microsoft.com/office/drawing/2014/main" id="{1EE5D20D-6C44-F20F-5E85-3F4BD28CA774}"/>
              </a:ext>
            </a:extLst>
          </p:cNvPr>
          <p:cNvSpPr>
            <a:spLocks noGrp="1"/>
          </p:cNvSpPr>
          <p:nvPr>
            <p:ph type="dt" sz="half" idx="10"/>
          </p:nvPr>
        </p:nvSpPr>
        <p:spPr/>
        <p:txBody>
          <a:bodyPr/>
          <a:lstStyle/>
          <a:p>
            <a:fld id="{5769C919-7338-4F21-B6DA-C080FF4960D0}" type="datetimeFigureOut">
              <a:rPr lang="fr-BF" smtClean="0"/>
              <a:t>07/06/2024</a:t>
            </a:fld>
            <a:endParaRPr lang="fr-BF"/>
          </a:p>
        </p:txBody>
      </p:sp>
      <p:sp>
        <p:nvSpPr>
          <p:cNvPr id="4" name="Espace réservé du pied de page 3">
            <a:extLst>
              <a:ext uri="{FF2B5EF4-FFF2-40B4-BE49-F238E27FC236}">
                <a16:creationId xmlns:a16="http://schemas.microsoft.com/office/drawing/2014/main" id="{E0CC239A-FCE2-2D8C-081C-4C2CE9D2F535}"/>
              </a:ext>
            </a:extLst>
          </p:cNvPr>
          <p:cNvSpPr>
            <a:spLocks noGrp="1"/>
          </p:cNvSpPr>
          <p:nvPr>
            <p:ph type="ftr" sz="quarter" idx="11"/>
          </p:nvPr>
        </p:nvSpPr>
        <p:spPr/>
        <p:txBody>
          <a:bodyPr/>
          <a:lstStyle/>
          <a:p>
            <a:endParaRPr lang="fr-BF"/>
          </a:p>
        </p:txBody>
      </p:sp>
      <p:sp>
        <p:nvSpPr>
          <p:cNvPr id="5" name="Espace réservé du numéro de diapositive 4">
            <a:extLst>
              <a:ext uri="{FF2B5EF4-FFF2-40B4-BE49-F238E27FC236}">
                <a16:creationId xmlns:a16="http://schemas.microsoft.com/office/drawing/2014/main" id="{9EFD6842-5746-312F-C947-B4E14B89E3D4}"/>
              </a:ext>
            </a:extLst>
          </p:cNvPr>
          <p:cNvSpPr>
            <a:spLocks noGrp="1"/>
          </p:cNvSpPr>
          <p:nvPr>
            <p:ph type="sldNum" sz="quarter" idx="12"/>
          </p:nvPr>
        </p:nvSpPr>
        <p:spPr/>
        <p:txBody>
          <a:bodyPr/>
          <a:lstStyle/>
          <a:p>
            <a:fld id="{80DEA56D-DFDA-4712-B99B-9FE3D6D9A1EF}" type="slidenum">
              <a:rPr lang="fr-BF" smtClean="0"/>
              <a:t>‹N°›</a:t>
            </a:fld>
            <a:endParaRPr lang="fr-BF"/>
          </a:p>
        </p:txBody>
      </p:sp>
    </p:spTree>
    <p:extLst>
      <p:ext uri="{BB962C8B-B14F-4D97-AF65-F5344CB8AC3E}">
        <p14:creationId xmlns:p14="http://schemas.microsoft.com/office/powerpoint/2010/main" val="25940634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0CE86F23-0D59-DB3E-4201-B7B9AD85DA55}"/>
              </a:ext>
            </a:extLst>
          </p:cNvPr>
          <p:cNvSpPr>
            <a:spLocks noGrp="1"/>
          </p:cNvSpPr>
          <p:nvPr>
            <p:ph type="dt" sz="half" idx="10"/>
          </p:nvPr>
        </p:nvSpPr>
        <p:spPr/>
        <p:txBody>
          <a:bodyPr/>
          <a:lstStyle/>
          <a:p>
            <a:fld id="{5769C919-7338-4F21-B6DA-C080FF4960D0}" type="datetimeFigureOut">
              <a:rPr lang="fr-BF" smtClean="0"/>
              <a:t>07/06/2024</a:t>
            </a:fld>
            <a:endParaRPr lang="fr-BF"/>
          </a:p>
        </p:txBody>
      </p:sp>
      <p:sp>
        <p:nvSpPr>
          <p:cNvPr id="3" name="Espace réservé du pied de page 2">
            <a:extLst>
              <a:ext uri="{FF2B5EF4-FFF2-40B4-BE49-F238E27FC236}">
                <a16:creationId xmlns:a16="http://schemas.microsoft.com/office/drawing/2014/main" id="{D1451FF2-B0A9-8EBE-EA6F-61178253678A}"/>
              </a:ext>
            </a:extLst>
          </p:cNvPr>
          <p:cNvSpPr>
            <a:spLocks noGrp="1"/>
          </p:cNvSpPr>
          <p:nvPr>
            <p:ph type="ftr" sz="quarter" idx="11"/>
          </p:nvPr>
        </p:nvSpPr>
        <p:spPr/>
        <p:txBody>
          <a:bodyPr/>
          <a:lstStyle/>
          <a:p>
            <a:endParaRPr lang="fr-BF"/>
          </a:p>
        </p:txBody>
      </p:sp>
      <p:sp>
        <p:nvSpPr>
          <p:cNvPr id="4" name="Espace réservé du numéro de diapositive 3">
            <a:extLst>
              <a:ext uri="{FF2B5EF4-FFF2-40B4-BE49-F238E27FC236}">
                <a16:creationId xmlns:a16="http://schemas.microsoft.com/office/drawing/2014/main" id="{4272FDA3-692C-7B90-D103-86C2676D1A75}"/>
              </a:ext>
            </a:extLst>
          </p:cNvPr>
          <p:cNvSpPr>
            <a:spLocks noGrp="1"/>
          </p:cNvSpPr>
          <p:nvPr>
            <p:ph type="sldNum" sz="quarter" idx="12"/>
          </p:nvPr>
        </p:nvSpPr>
        <p:spPr/>
        <p:txBody>
          <a:bodyPr/>
          <a:lstStyle/>
          <a:p>
            <a:fld id="{80DEA56D-DFDA-4712-B99B-9FE3D6D9A1EF}" type="slidenum">
              <a:rPr lang="fr-BF" smtClean="0"/>
              <a:t>‹N°›</a:t>
            </a:fld>
            <a:endParaRPr lang="fr-BF"/>
          </a:p>
        </p:txBody>
      </p:sp>
    </p:spTree>
    <p:extLst>
      <p:ext uri="{BB962C8B-B14F-4D97-AF65-F5344CB8AC3E}">
        <p14:creationId xmlns:p14="http://schemas.microsoft.com/office/powerpoint/2010/main" val="27608622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0B8FBF6-6729-30AA-0C0F-758B8C1AC8C9}"/>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BF"/>
          </a:p>
        </p:txBody>
      </p:sp>
      <p:sp>
        <p:nvSpPr>
          <p:cNvPr id="3" name="Espace réservé du contenu 2">
            <a:extLst>
              <a:ext uri="{FF2B5EF4-FFF2-40B4-BE49-F238E27FC236}">
                <a16:creationId xmlns:a16="http://schemas.microsoft.com/office/drawing/2014/main" id="{F99C0CA3-C330-9368-BAEC-F83A306906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F"/>
          </a:p>
        </p:txBody>
      </p:sp>
      <p:sp>
        <p:nvSpPr>
          <p:cNvPr id="4" name="Espace réservé du texte 3">
            <a:extLst>
              <a:ext uri="{FF2B5EF4-FFF2-40B4-BE49-F238E27FC236}">
                <a16:creationId xmlns:a16="http://schemas.microsoft.com/office/drawing/2014/main" id="{6CF34530-2094-44FD-D95F-2B07115865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A5425E4-9DE6-4B89-572B-372D14EE4F2C}"/>
              </a:ext>
            </a:extLst>
          </p:cNvPr>
          <p:cNvSpPr>
            <a:spLocks noGrp="1"/>
          </p:cNvSpPr>
          <p:nvPr>
            <p:ph type="dt" sz="half" idx="10"/>
          </p:nvPr>
        </p:nvSpPr>
        <p:spPr/>
        <p:txBody>
          <a:bodyPr/>
          <a:lstStyle/>
          <a:p>
            <a:fld id="{5769C919-7338-4F21-B6DA-C080FF4960D0}" type="datetimeFigureOut">
              <a:rPr lang="fr-BF" smtClean="0"/>
              <a:t>07/06/2024</a:t>
            </a:fld>
            <a:endParaRPr lang="fr-BF"/>
          </a:p>
        </p:txBody>
      </p:sp>
      <p:sp>
        <p:nvSpPr>
          <p:cNvPr id="6" name="Espace réservé du pied de page 5">
            <a:extLst>
              <a:ext uri="{FF2B5EF4-FFF2-40B4-BE49-F238E27FC236}">
                <a16:creationId xmlns:a16="http://schemas.microsoft.com/office/drawing/2014/main" id="{6A3FFEB7-0126-D7BB-711E-323AE7327353}"/>
              </a:ext>
            </a:extLst>
          </p:cNvPr>
          <p:cNvSpPr>
            <a:spLocks noGrp="1"/>
          </p:cNvSpPr>
          <p:nvPr>
            <p:ph type="ftr" sz="quarter" idx="11"/>
          </p:nvPr>
        </p:nvSpPr>
        <p:spPr/>
        <p:txBody>
          <a:bodyPr/>
          <a:lstStyle/>
          <a:p>
            <a:endParaRPr lang="fr-BF"/>
          </a:p>
        </p:txBody>
      </p:sp>
      <p:sp>
        <p:nvSpPr>
          <p:cNvPr id="7" name="Espace réservé du numéro de diapositive 6">
            <a:extLst>
              <a:ext uri="{FF2B5EF4-FFF2-40B4-BE49-F238E27FC236}">
                <a16:creationId xmlns:a16="http://schemas.microsoft.com/office/drawing/2014/main" id="{674A3FD3-F7C4-BE1F-71BC-C0B5F71926A9}"/>
              </a:ext>
            </a:extLst>
          </p:cNvPr>
          <p:cNvSpPr>
            <a:spLocks noGrp="1"/>
          </p:cNvSpPr>
          <p:nvPr>
            <p:ph type="sldNum" sz="quarter" idx="12"/>
          </p:nvPr>
        </p:nvSpPr>
        <p:spPr/>
        <p:txBody>
          <a:bodyPr/>
          <a:lstStyle/>
          <a:p>
            <a:fld id="{80DEA56D-DFDA-4712-B99B-9FE3D6D9A1EF}" type="slidenum">
              <a:rPr lang="fr-BF" smtClean="0"/>
              <a:t>‹N°›</a:t>
            </a:fld>
            <a:endParaRPr lang="fr-BF"/>
          </a:p>
        </p:txBody>
      </p:sp>
    </p:spTree>
    <p:extLst>
      <p:ext uri="{BB962C8B-B14F-4D97-AF65-F5344CB8AC3E}">
        <p14:creationId xmlns:p14="http://schemas.microsoft.com/office/powerpoint/2010/main" val="36819739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A4F5FA7-42A0-4EB5-D5C5-31E2D394B299}"/>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BF"/>
          </a:p>
        </p:txBody>
      </p:sp>
      <p:sp>
        <p:nvSpPr>
          <p:cNvPr id="3" name="Espace réservé pour une image  2">
            <a:extLst>
              <a:ext uri="{FF2B5EF4-FFF2-40B4-BE49-F238E27FC236}">
                <a16:creationId xmlns:a16="http://schemas.microsoft.com/office/drawing/2014/main" id="{C22148A6-27EA-C5FC-1D10-F11868A0B4B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BF"/>
          </a:p>
        </p:txBody>
      </p:sp>
      <p:sp>
        <p:nvSpPr>
          <p:cNvPr id="4" name="Espace réservé du texte 3">
            <a:extLst>
              <a:ext uri="{FF2B5EF4-FFF2-40B4-BE49-F238E27FC236}">
                <a16:creationId xmlns:a16="http://schemas.microsoft.com/office/drawing/2014/main" id="{4D6EE144-E9C5-313D-E391-D22CFEEAF3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5A706B7C-5D5B-C258-C80D-B99E79A37307}"/>
              </a:ext>
            </a:extLst>
          </p:cNvPr>
          <p:cNvSpPr>
            <a:spLocks noGrp="1"/>
          </p:cNvSpPr>
          <p:nvPr>
            <p:ph type="dt" sz="half" idx="10"/>
          </p:nvPr>
        </p:nvSpPr>
        <p:spPr/>
        <p:txBody>
          <a:bodyPr/>
          <a:lstStyle/>
          <a:p>
            <a:fld id="{5769C919-7338-4F21-B6DA-C080FF4960D0}" type="datetimeFigureOut">
              <a:rPr lang="fr-BF" smtClean="0"/>
              <a:t>07/06/2024</a:t>
            </a:fld>
            <a:endParaRPr lang="fr-BF"/>
          </a:p>
        </p:txBody>
      </p:sp>
      <p:sp>
        <p:nvSpPr>
          <p:cNvPr id="6" name="Espace réservé du pied de page 5">
            <a:extLst>
              <a:ext uri="{FF2B5EF4-FFF2-40B4-BE49-F238E27FC236}">
                <a16:creationId xmlns:a16="http://schemas.microsoft.com/office/drawing/2014/main" id="{FE01B8BA-89A9-7E09-A01D-39F136A73B7F}"/>
              </a:ext>
            </a:extLst>
          </p:cNvPr>
          <p:cNvSpPr>
            <a:spLocks noGrp="1"/>
          </p:cNvSpPr>
          <p:nvPr>
            <p:ph type="ftr" sz="quarter" idx="11"/>
          </p:nvPr>
        </p:nvSpPr>
        <p:spPr/>
        <p:txBody>
          <a:bodyPr/>
          <a:lstStyle/>
          <a:p>
            <a:endParaRPr lang="fr-BF"/>
          </a:p>
        </p:txBody>
      </p:sp>
      <p:sp>
        <p:nvSpPr>
          <p:cNvPr id="7" name="Espace réservé du numéro de diapositive 6">
            <a:extLst>
              <a:ext uri="{FF2B5EF4-FFF2-40B4-BE49-F238E27FC236}">
                <a16:creationId xmlns:a16="http://schemas.microsoft.com/office/drawing/2014/main" id="{CFAB9CF2-0819-2A34-89D1-279A53B3C8B8}"/>
              </a:ext>
            </a:extLst>
          </p:cNvPr>
          <p:cNvSpPr>
            <a:spLocks noGrp="1"/>
          </p:cNvSpPr>
          <p:nvPr>
            <p:ph type="sldNum" sz="quarter" idx="12"/>
          </p:nvPr>
        </p:nvSpPr>
        <p:spPr/>
        <p:txBody>
          <a:bodyPr/>
          <a:lstStyle/>
          <a:p>
            <a:fld id="{80DEA56D-DFDA-4712-B99B-9FE3D6D9A1EF}" type="slidenum">
              <a:rPr lang="fr-BF" smtClean="0"/>
              <a:t>‹N°›</a:t>
            </a:fld>
            <a:endParaRPr lang="fr-BF"/>
          </a:p>
        </p:txBody>
      </p:sp>
    </p:spTree>
    <p:extLst>
      <p:ext uri="{BB962C8B-B14F-4D97-AF65-F5344CB8AC3E}">
        <p14:creationId xmlns:p14="http://schemas.microsoft.com/office/powerpoint/2010/main" val="40870010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32BB94-8603-EF1F-C704-BBB176A0B169}"/>
              </a:ext>
            </a:extLst>
          </p:cNvPr>
          <p:cNvSpPr>
            <a:spLocks noGrp="1"/>
          </p:cNvSpPr>
          <p:nvPr>
            <p:ph type="title"/>
          </p:nvPr>
        </p:nvSpPr>
        <p:spPr/>
        <p:txBody>
          <a:bodyPr/>
          <a:lstStyle/>
          <a:p>
            <a:r>
              <a:rPr lang="fr-FR"/>
              <a:t>Modifiez le style du titre</a:t>
            </a:r>
            <a:endParaRPr lang="fr-BF"/>
          </a:p>
        </p:txBody>
      </p:sp>
      <p:sp>
        <p:nvSpPr>
          <p:cNvPr id="3" name="Espace réservé du texte vertical 2">
            <a:extLst>
              <a:ext uri="{FF2B5EF4-FFF2-40B4-BE49-F238E27FC236}">
                <a16:creationId xmlns:a16="http://schemas.microsoft.com/office/drawing/2014/main" id="{13006238-BDD5-3D7A-E229-410F5CC95126}"/>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F"/>
          </a:p>
        </p:txBody>
      </p:sp>
      <p:sp>
        <p:nvSpPr>
          <p:cNvPr id="4" name="Espace réservé de la date 3">
            <a:extLst>
              <a:ext uri="{FF2B5EF4-FFF2-40B4-BE49-F238E27FC236}">
                <a16:creationId xmlns:a16="http://schemas.microsoft.com/office/drawing/2014/main" id="{D0DB14C2-CF79-3D01-D18A-AC55094711E3}"/>
              </a:ext>
            </a:extLst>
          </p:cNvPr>
          <p:cNvSpPr>
            <a:spLocks noGrp="1"/>
          </p:cNvSpPr>
          <p:nvPr>
            <p:ph type="dt" sz="half" idx="10"/>
          </p:nvPr>
        </p:nvSpPr>
        <p:spPr/>
        <p:txBody>
          <a:bodyPr/>
          <a:lstStyle/>
          <a:p>
            <a:fld id="{5769C919-7338-4F21-B6DA-C080FF4960D0}" type="datetimeFigureOut">
              <a:rPr lang="fr-BF" smtClean="0"/>
              <a:t>07/06/2024</a:t>
            </a:fld>
            <a:endParaRPr lang="fr-BF"/>
          </a:p>
        </p:txBody>
      </p:sp>
      <p:sp>
        <p:nvSpPr>
          <p:cNvPr id="5" name="Espace réservé du pied de page 4">
            <a:extLst>
              <a:ext uri="{FF2B5EF4-FFF2-40B4-BE49-F238E27FC236}">
                <a16:creationId xmlns:a16="http://schemas.microsoft.com/office/drawing/2014/main" id="{3DE9F5F6-D0D3-438A-28FB-39399DBD14A2}"/>
              </a:ext>
            </a:extLst>
          </p:cNvPr>
          <p:cNvSpPr>
            <a:spLocks noGrp="1"/>
          </p:cNvSpPr>
          <p:nvPr>
            <p:ph type="ftr" sz="quarter" idx="11"/>
          </p:nvPr>
        </p:nvSpPr>
        <p:spPr/>
        <p:txBody>
          <a:bodyPr/>
          <a:lstStyle/>
          <a:p>
            <a:endParaRPr lang="fr-BF"/>
          </a:p>
        </p:txBody>
      </p:sp>
      <p:sp>
        <p:nvSpPr>
          <p:cNvPr id="6" name="Espace réservé du numéro de diapositive 5">
            <a:extLst>
              <a:ext uri="{FF2B5EF4-FFF2-40B4-BE49-F238E27FC236}">
                <a16:creationId xmlns:a16="http://schemas.microsoft.com/office/drawing/2014/main" id="{8F98739A-AFC2-9B5A-9125-DA152611DD67}"/>
              </a:ext>
            </a:extLst>
          </p:cNvPr>
          <p:cNvSpPr>
            <a:spLocks noGrp="1"/>
          </p:cNvSpPr>
          <p:nvPr>
            <p:ph type="sldNum" sz="quarter" idx="12"/>
          </p:nvPr>
        </p:nvSpPr>
        <p:spPr/>
        <p:txBody>
          <a:bodyPr/>
          <a:lstStyle/>
          <a:p>
            <a:fld id="{80DEA56D-DFDA-4712-B99B-9FE3D6D9A1EF}" type="slidenum">
              <a:rPr lang="fr-BF" smtClean="0"/>
              <a:t>‹N°›</a:t>
            </a:fld>
            <a:endParaRPr lang="fr-BF"/>
          </a:p>
        </p:txBody>
      </p:sp>
    </p:spTree>
    <p:extLst>
      <p:ext uri="{BB962C8B-B14F-4D97-AF65-F5344CB8AC3E}">
        <p14:creationId xmlns:p14="http://schemas.microsoft.com/office/powerpoint/2010/main" val="20952531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3C83E8D8-99E7-7477-0FE2-ED2F3B31993E}"/>
              </a:ext>
            </a:extLst>
          </p:cNvPr>
          <p:cNvSpPr>
            <a:spLocks noGrp="1"/>
          </p:cNvSpPr>
          <p:nvPr>
            <p:ph type="title" orient="vert"/>
          </p:nvPr>
        </p:nvSpPr>
        <p:spPr>
          <a:xfrm>
            <a:off x="8724900" y="365125"/>
            <a:ext cx="2628900" cy="5811838"/>
          </a:xfrm>
        </p:spPr>
        <p:txBody>
          <a:bodyPr vert="eaVert"/>
          <a:lstStyle/>
          <a:p>
            <a:r>
              <a:rPr lang="fr-FR"/>
              <a:t>Modifiez le style du titre</a:t>
            </a:r>
            <a:endParaRPr lang="fr-BF"/>
          </a:p>
        </p:txBody>
      </p:sp>
      <p:sp>
        <p:nvSpPr>
          <p:cNvPr id="3" name="Espace réservé du texte vertical 2">
            <a:extLst>
              <a:ext uri="{FF2B5EF4-FFF2-40B4-BE49-F238E27FC236}">
                <a16:creationId xmlns:a16="http://schemas.microsoft.com/office/drawing/2014/main" id="{3D5CFA96-2309-A764-2EBE-856B0BDED1C9}"/>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F"/>
          </a:p>
        </p:txBody>
      </p:sp>
      <p:sp>
        <p:nvSpPr>
          <p:cNvPr id="4" name="Espace réservé de la date 3">
            <a:extLst>
              <a:ext uri="{FF2B5EF4-FFF2-40B4-BE49-F238E27FC236}">
                <a16:creationId xmlns:a16="http://schemas.microsoft.com/office/drawing/2014/main" id="{169F1F9F-7046-CF32-C92E-2DFAE8595082}"/>
              </a:ext>
            </a:extLst>
          </p:cNvPr>
          <p:cNvSpPr>
            <a:spLocks noGrp="1"/>
          </p:cNvSpPr>
          <p:nvPr>
            <p:ph type="dt" sz="half" idx="10"/>
          </p:nvPr>
        </p:nvSpPr>
        <p:spPr/>
        <p:txBody>
          <a:bodyPr/>
          <a:lstStyle/>
          <a:p>
            <a:fld id="{5769C919-7338-4F21-B6DA-C080FF4960D0}" type="datetimeFigureOut">
              <a:rPr lang="fr-BF" smtClean="0"/>
              <a:t>07/06/2024</a:t>
            </a:fld>
            <a:endParaRPr lang="fr-BF"/>
          </a:p>
        </p:txBody>
      </p:sp>
      <p:sp>
        <p:nvSpPr>
          <p:cNvPr id="5" name="Espace réservé du pied de page 4">
            <a:extLst>
              <a:ext uri="{FF2B5EF4-FFF2-40B4-BE49-F238E27FC236}">
                <a16:creationId xmlns:a16="http://schemas.microsoft.com/office/drawing/2014/main" id="{35738A23-955F-F1C7-BD5F-B9CE5F121AD2}"/>
              </a:ext>
            </a:extLst>
          </p:cNvPr>
          <p:cNvSpPr>
            <a:spLocks noGrp="1"/>
          </p:cNvSpPr>
          <p:nvPr>
            <p:ph type="ftr" sz="quarter" idx="11"/>
          </p:nvPr>
        </p:nvSpPr>
        <p:spPr/>
        <p:txBody>
          <a:bodyPr/>
          <a:lstStyle/>
          <a:p>
            <a:endParaRPr lang="fr-BF"/>
          </a:p>
        </p:txBody>
      </p:sp>
      <p:sp>
        <p:nvSpPr>
          <p:cNvPr id="6" name="Espace réservé du numéro de diapositive 5">
            <a:extLst>
              <a:ext uri="{FF2B5EF4-FFF2-40B4-BE49-F238E27FC236}">
                <a16:creationId xmlns:a16="http://schemas.microsoft.com/office/drawing/2014/main" id="{DDB7E69A-770D-D66B-2BF9-7BF52A04AC5E}"/>
              </a:ext>
            </a:extLst>
          </p:cNvPr>
          <p:cNvSpPr>
            <a:spLocks noGrp="1"/>
          </p:cNvSpPr>
          <p:nvPr>
            <p:ph type="sldNum" sz="quarter" idx="12"/>
          </p:nvPr>
        </p:nvSpPr>
        <p:spPr/>
        <p:txBody>
          <a:bodyPr/>
          <a:lstStyle/>
          <a:p>
            <a:fld id="{80DEA56D-DFDA-4712-B99B-9FE3D6D9A1EF}" type="slidenum">
              <a:rPr lang="fr-BF" smtClean="0"/>
              <a:t>‹N°›</a:t>
            </a:fld>
            <a:endParaRPr lang="fr-BF"/>
          </a:p>
        </p:txBody>
      </p:sp>
    </p:spTree>
    <p:extLst>
      <p:ext uri="{BB962C8B-B14F-4D97-AF65-F5344CB8AC3E}">
        <p14:creationId xmlns:p14="http://schemas.microsoft.com/office/powerpoint/2010/main" val="19677918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57E52BBA-EF8F-C4B3-8FE9-AAB7258B342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BF"/>
          </a:p>
        </p:txBody>
      </p:sp>
      <p:sp>
        <p:nvSpPr>
          <p:cNvPr id="3" name="Espace réservé du texte 2">
            <a:extLst>
              <a:ext uri="{FF2B5EF4-FFF2-40B4-BE49-F238E27FC236}">
                <a16:creationId xmlns:a16="http://schemas.microsoft.com/office/drawing/2014/main" id="{212D7570-8BD7-08D5-BD2B-78A3CC19FE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F"/>
          </a:p>
        </p:txBody>
      </p:sp>
      <p:sp>
        <p:nvSpPr>
          <p:cNvPr id="4" name="Espace réservé de la date 3">
            <a:extLst>
              <a:ext uri="{FF2B5EF4-FFF2-40B4-BE49-F238E27FC236}">
                <a16:creationId xmlns:a16="http://schemas.microsoft.com/office/drawing/2014/main" id="{BE87A367-8523-1264-A26A-1862AF522AF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769C919-7338-4F21-B6DA-C080FF4960D0}" type="datetimeFigureOut">
              <a:rPr lang="fr-BF" smtClean="0"/>
              <a:t>07/06/2024</a:t>
            </a:fld>
            <a:endParaRPr lang="fr-BF"/>
          </a:p>
        </p:txBody>
      </p:sp>
      <p:sp>
        <p:nvSpPr>
          <p:cNvPr id="5" name="Espace réservé du pied de page 4">
            <a:extLst>
              <a:ext uri="{FF2B5EF4-FFF2-40B4-BE49-F238E27FC236}">
                <a16:creationId xmlns:a16="http://schemas.microsoft.com/office/drawing/2014/main" id="{217EE2A2-3430-DD63-572F-F9793990C5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BF"/>
          </a:p>
        </p:txBody>
      </p:sp>
      <p:sp>
        <p:nvSpPr>
          <p:cNvPr id="6" name="Espace réservé du numéro de diapositive 5">
            <a:extLst>
              <a:ext uri="{FF2B5EF4-FFF2-40B4-BE49-F238E27FC236}">
                <a16:creationId xmlns:a16="http://schemas.microsoft.com/office/drawing/2014/main" id="{D0897541-C908-67E4-2DC8-750298AC49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0DEA56D-DFDA-4712-B99B-9FE3D6D9A1EF}" type="slidenum">
              <a:rPr lang="fr-BF" smtClean="0"/>
              <a:t>‹N°›</a:t>
            </a:fld>
            <a:endParaRPr lang="fr-BF"/>
          </a:p>
        </p:txBody>
      </p:sp>
    </p:spTree>
    <p:extLst>
      <p:ext uri="{BB962C8B-B14F-4D97-AF65-F5344CB8AC3E}">
        <p14:creationId xmlns:p14="http://schemas.microsoft.com/office/powerpoint/2010/main" val="15565949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BF"/>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1.xml"/><Relationship Id="rId4" Type="http://schemas.openxmlformats.org/officeDocument/2006/relationships/image" Target="../media/image7.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ZoneTexte 5">
            <a:extLst>
              <a:ext uri="{FF2B5EF4-FFF2-40B4-BE49-F238E27FC236}">
                <a16:creationId xmlns:a16="http://schemas.microsoft.com/office/drawing/2014/main" id="{A2522B00-7FA2-AB39-086D-E2281B62495C}"/>
              </a:ext>
            </a:extLst>
          </p:cNvPr>
          <p:cNvSpPr txBox="1"/>
          <p:nvPr/>
        </p:nvSpPr>
        <p:spPr>
          <a:xfrm>
            <a:off x="710293" y="632298"/>
            <a:ext cx="5324784" cy="6863417"/>
          </a:xfrm>
          <a:prstGeom prst="rect">
            <a:avLst/>
          </a:prstGeom>
          <a:noFill/>
        </p:spPr>
        <p:txBody>
          <a:bodyPr wrap="square" rtlCol="0">
            <a:spAutoFit/>
          </a:bodyPr>
          <a:lstStyle/>
          <a:p>
            <a:r>
              <a:rPr lang="fr-FR" sz="1100" b="1" dirty="0">
                <a:solidFill>
                  <a:schemeClr val="accent5">
                    <a:lumMod val="75000"/>
                  </a:schemeClr>
                </a:solidFill>
              </a:rPr>
              <a:t>  </a:t>
            </a:r>
          </a:p>
          <a:p>
            <a:r>
              <a:rPr lang="fr-FR" sz="1100" b="1" u="sng" dirty="0"/>
              <a:t>Les voyants:</a:t>
            </a:r>
          </a:p>
          <a:p>
            <a:endParaRPr lang="fr-FR" sz="1100" b="1" u="sng" dirty="0"/>
          </a:p>
          <a:p>
            <a:pPr marL="285750" indent="-285750">
              <a:buFont typeface="Wingdings" panose="05000000000000000000" pitchFamily="2" charset="2"/>
              <a:buChar char="Ø"/>
            </a:pPr>
            <a:r>
              <a:rPr lang="fr-FR" sz="1100" b="1" dirty="0">
                <a:solidFill>
                  <a:schemeClr val="accent5">
                    <a:lumMod val="50000"/>
                  </a:schemeClr>
                </a:solidFill>
              </a:rPr>
              <a:t>Power</a:t>
            </a:r>
            <a:r>
              <a:rPr lang="fr-FR" sz="1100" dirty="0"/>
              <a:t> :  indique que la Box est bien alimentée. C’est le premier voyant qui s’éclaire lors du branchement. </a:t>
            </a:r>
          </a:p>
          <a:p>
            <a:endParaRPr lang="fr-FR" sz="1100" dirty="0"/>
          </a:p>
          <a:p>
            <a:pPr marL="285750" indent="-285750">
              <a:buFont typeface="Wingdings" panose="05000000000000000000" pitchFamily="2" charset="2"/>
              <a:buChar char="Ø"/>
            </a:pPr>
            <a:r>
              <a:rPr lang="fr-FR" sz="1100" b="1" dirty="0">
                <a:solidFill>
                  <a:schemeClr val="accent5">
                    <a:lumMod val="50000"/>
                  </a:schemeClr>
                </a:solidFill>
              </a:rPr>
              <a:t>PON :  </a:t>
            </a:r>
            <a:r>
              <a:rPr lang="fr-FR" sz="1100" dirty="0"/>
              <a:t>Ce voyant indique que la box est bien authentifiée dans le réseau GVA. Le voyant clignote pendant la synchronisation et reste fixe dès que la synchronisation est ok . Le voyant reste allumé en vert fixe.</a:t>
            </a:r>
          </a:p>
          <a:p>
            <a:endParaRPr lang="fr-FR" sz="1100" dirty="0"/>
          </a:p>
          <a:p>
            <a:pPr marL="285750" indent="-285750">
              <a:buFont typeface="Wingdings" panose="05000000000000000000" pitchFamily="2" charset="2"/>
              <a:buChar char="Ø"/>
            </a:pPr>
            <a:r>
              <a:rPr lang="fr-FR" sz="1100" b="1" dirty="0">
                <a:solidFill>
                  <a:schemeClr val="accent5">
                    <a:lumMod val="50000"/>
                  </a:schemeClr>
                </a:solidFill>
              </a:rPr>
              <a:t>LOS </a:t>
            </a:r>
            <a:r>
              <a:rPr lang="fr-FR" sz="1100" dirty="0"/>
              <a:t>: le voyant indique qu’il n’y a  pas de continuité optique entre la box et l’OLT. Il clignote d’un voyant rouge quand il n’a pas de réception du signal . Le voyant rouge reste fixe quand l’authentification est KO .</a:t>
            </a:r>
          </a:p>
          <a:p>
            <a:endParaRPr lang="fr-FR" sz="1100" dirty="0"/>
          </a:p>
          <a:p>
            <a:pPr marL="285750" indent="-285750">
              <a:buFont typeface="Wingdings" panose="05000000000000000000" pitchFamily="2" charset="2"/>
              <a:buChar char="Ø"/>
            </a:pPr>
            <a:r>
              <a:rPr lang="fr-FR" sz="1100" b="1" dirty="0">
                <a:solidFill>
                  <a:schemeClr val="accent5">
                    <a:lumMod val="50000"/>
                  </a:schemeClr>
                </a:solidFill>
              </a:rPr>
              <a:t>Internet </a:t>
            </a:r>
            <a:r>
              <a:rPr lang="fr-FR" sz="1100" dirty="0"/>
              <a:t>: il indique que la box est  connectée sur internet et que le client peut utiliser le service. Il reste allumé en vert fixe. </a:t>
            </a:r>
          </a:p>
          <a:p>
            <a:endParaRPr lang="fr-FR" sz="1100" dirty="0"/>
          </a:p>
          <a:p>
            <a:pPr marL="285750" indent="-285750">
              <a:buFont typeface="Wingdings" panose="05000000000000000000" pitchFamily="2" charset="2"/>
              <a:buChar char="Ø"/>
            </a:pPr>
            <a:r>
              <a:rPr lang="fr-FR" sz="1100" b="1" dirty="0">
                <a:solidFill>
                  <a:srgbClr val="FFFF00"/>
                </a:solidFill>
              </a:rPr>
              <a:t>LAN</a:t>
            </a:r>
            <a:r>
              <a:rPr lang="fr-FR" sz="1100" dirty="0">
                <a:solidFill>
                  <a:srgbClr val="FFFF00"/>
                </a:solidFill>
              </a:rPr>
              <a:t> </a:t>
            </a:r>
            <a:r>
              <a:rPr lang="fr-FR" sz="1100" dirty="0"/>
              <a:t>: Ce voyant indique qu’un équipement est connecté sur un port LAN de la Box. Ce voyant clignote quand un équipement est connecté et trafic sur internet. Il est fixe quand l’équipement est connecté sans trafic (en veille)</a:t>
            </a:r>
          </a:p>
          <a:p>
            <a:endParaRPr lang="fr-FR" sz="1100" dirty="0"/>
          </a:p>
          <a:p>
            <a:pPr marL="285750" indent="-285750">
              <a:buFont typeface="Wingdings" panose="05000000000000000000" pitchFamily="2" charset="2"/>
              <a:buChar char="Ø"/>
            </a:pPr>
            <a:r>
              <a:rPr lang="fr-FR" sz="1100" b="1" dirty="0">
                <a:solidFill>
                  <a:schemeClr val="accent3">
                    <a:lumMod val="60000"/>
                    <a:lumOff val="40000"/>
                  </a:schemeClr>
                </a:solidFill>
              </a:rPr>
              <a:t>Wifi </a:t>
            </a:r>
            <a:r>
              <a:rPr lang="fr-FR" sz="1100" dirty="0"/>
              <a:t>: le voyant vert fixe signifie que l’interface sans fil est activée mais il n’y a aucun trafic . Le ⁠voyant clignote  lorsqu'un équipement est connecté au wifi.</a:t>
            </a:r>
          </a:p>
          <a:p>
            <a:endParaRPr lang="fr-FR" sz="1100" dirty="0"/>
          </a:p>
          <a:p>
            <a:pPr marL="285750" indent="-285750">
              <a:buFont typeface="Wingdings" panose="05000000000000000000" pitchFamily="2" charset="2"/>
              <a:buChar char="Ø"/>
            </a:pPr>
            <a:r>
              <a:rPr lang="fr-FR" sz="1100" b="1" dirty="0">
                <a:solidFill>
                  <a:srgbClr val="00B0F0"/>
                </a:solidFill>
              </a:rPr>
              <a:t>WPS</a:t>
            </a:r>
            <a:r>
              <a:rPr lang="fr-FR" sz="1100" dirty="0"/>
              <a:t> : Ce bouton n’est pas fonctionnel sur les box.</a:t>
            </a:r>
          </a:p>
          <a:p>
            <a:endParaRPr lang="fr-FR" sz="1100" dirty="0"/>
          </a:p>
          <a:p>
            <a:pPr marL="285750" indent="-285750">
              <a:buFont typeface="Wingdings" panose="05000000000000000000" pitchFamily="2" charset="2"/>
              <a:buChar char="Ø"/>
            </a:pPr>
            <a:r>
              <a:rPr lang="fr-FR" sz="1100" b="1" dirty="0">
                <a:solidFill>
                  <a:schemeClr val="accent2">
                    <a:lumMod val="75000"/>
                  </a:schemeClr>
                </a:solidFill>
              </a:rPr>
              <a:t>USB</a:t>
            </a:r>
            <a:r>
              <a:rPr lang="fr-FR" sz="1100" dirty="0"/>
              <a:t>: Ce voyant indique qu’un équipement est connecté en USB sur la Box. </a:t>
            </a:r>
          </a:p>
          <a:p>
            <a:pPr marL="285750" indent="-285750">
              <a:buFont typeface="Wingdings" panose="05000000000000000000" pitchFamily="2" charset="2"/>
              <a:buChar char="Ø"/>
            </a:pPr>
            <a:endParaRPr lang="fr-FR" sz="1100" dirty="0"/>
          </a:p>
          <a:p>
            <a:pPr marL="285750" indent="-285750">
              <a:buFont typeface="Wingdings" panose="05000000000000000000" pitchFamily="2" charset="2"/>
              <a:buChar char="Ø"/>
            </a:pPr>
            <a:r>
              <a:rPr lang="fr-FR" sz="1100" b="1" dirty="0">
                <a:solidFill>
                  <a:schemeClr val="accent2">
                    <a:lumMod val="60000"/>
                    <a:lumOff val="40000"/>
                  </a:schemeClr>
                </a:solidFill>
              </a:rPr>
              <a:t>On/Off: </a:t>
            </a:r>
            <a:r>
              <a:rPr lang="fr-FR" sz="1100" dirty="0"/>
              <a:t>Ce bouton permet d’allumer électriquement la box.</a:t>
            </a:r>
          </a:p>
          <a:p>
            <a:pPr marL="285750" indent="-285750">
              <a:buFont typeface="Wingdings" panose="05000000000000000000" pitchFamily="2" charset="2"/>
              <a:buChar char="Ø"/>
            </a:pPr>
            <a:endParaRPr lang="fr-FR" sz="1100" dirty="0"/>
          </a:p>
          <a:p>
            <a:pPr marL="285750" indent="-285750">
              <a:buFont typeface="Wingdings" panose="05000000000000000000" pitchFamily="2" charset="2"/>
              <a:buChar char="Ø"/>
            </a:pPr>
            <a:r>
              <a:rPr lang="fr-FR" sz="1100" b="1" dirty="0">
                <a:solidFill>
                  <a:schemeClr val="accent5">
                    <a:lumMod val="60000"/>
                    <a:lumOff val="40000"/>
                  </a:schemeClr>
                </a:solidFill>
              </a:rPr>
              <a:t>Reset: </a:t>
            </a:r>
            <a:r>
              <a:rPr lang="fr-FR" sz="1100" dirty="0"/>
              <a:t>à l’aide d’un objet pointu, on appui longtemps(5s) permet de restaure les paramètres d’usine de la Box. Lorsque le RESET est bien pris en compte, tous les voyants de la box s’éteignent pour ensuite se rallumer.</a:t>
            </a:r>
          </a:p>
          <a:p>
            <a:endParaRPr lang="fr-FR" sz="1100" dirty="0"/>
          </a:p>
          <a:p>
            <a:endParaRPr lang="fr-FR" sz="1100" dirty="0"/>
          </a:p>
          <a:p>
            <a:endParaRPr lang="fr-FR" sz="1100" dirty="0">
              <a:solidFill>
                <a:schemeClr val="accent5">
                  <a:lumMod val="75000"/>
                </a:schemeClr>
              </a:solidFill>
            </a:endParaRPr>
          </a:p>
          <a:p>
            <a:pPr algn="l"/>
            <a:endParaRPr lang="fr-BF" sz="1100" b="0" i="0" u="none" strike="noStrike" baseline="0" dirty="0">
              <a:solidFill>
                <a:srgbClr val="000000"/>
              </a:solidFill>
              <a:latin typeface="Tw Cen MT" panose="020B0602020104020603" pitchFamily="34" charset="0"/>
            </a:endParaRPr>
          </a:p>
          <a:p>
            <a:endParaRPr lang="fr-BF" sz="1100" dirty="0"/>
          </a:p>
          <a:p>
            <a:pPr marL="285750" indent="-285750">
              <a:buFont typeface="Wingdings" panose="05000000000000000000" pitchFamily="2" charset="2"/>
              <a:buChar char="Ø"/>
            </a:pPr>
            <a:endParaRPr lang="fr-FR" sz="1100" b="1" dirty="0">
              <a:solidFill>
                <a:schemeClr val="accent5">
                  <a:lumMod val="75000"/>
                </a:schemeClr>
              </a:solidFill>
            </a:endParaRPr>
          </a:p>
        </p:txBody>
      </p:sp>
      <p:sp>
        <p:nvSpPr>
          <p:cNvPr id="8" name="ZoneTexte 7">
            <a:extLst>
              <a:ext uri="{FF2B5EF4-FFF2-40B4-BE49-F238E27FC236}">
                <a16:creationId xmlns:a16="http://schemas.microsoft.com/office/drawing/2014/main" id="{80E89919-5782-371A-A535-BCBE81465210}"/>
              </a:ext>
            </a:extLst>
          </p:cNvPr>
          <p:cNvSpPr txBox="1"/>
          <p:nvPr/>
        </p:nvSpPr>
        <p:spPr>
          <a:xfrm>
            <a:off x="1162629" y="262966"/>
            <a:ext cx="3657600" cy="369332"/>
          </a:xfrm>
          <a:prstGeom prst="rect">
            <a:avLst/>
          </a:prstGeom>
          <a:noFill/>
        </p:spPr>
        <p:txBody>
          <a:bodyPr wrap="square" rtlCol="0">
            <a:spAutoFit/>
          </a:bodyPr>
          <a:lstStyle/>
          <a:p>
            <a:r>
              <a:rPr lang="fr-FR" b="1" dirty="0">
                <a:solidFill>
                  <a:schemeClr val="accent5">
                    <a:lumMod val="75000"/>
                  </a:schemeClr>
                </a:solidFill>
              </a:rPr>
              <a:t>  La Box Wifi ZTE</a:t>
            </a:r>
          </a:p>
        </p:txBody>
      </p:sp>
      <p:pic>
        <p:nvPicPr>
          <p:cNvPr id="3" name="Image 2" descr="Une image contenant Appareils électroniques, texte, câble, intérieur&#10;&#10;Description générée automatiquement">
            <a:extLst>
              <a:ext uri="{FF2B5EF4-FFF2-40B4-BE49-F238E27FC236}">
                <a16:creationId xmlns:a16="http://schemas.microsoft.com/office/drawing/2014/main" id="{1FFD98EF-713A-18C1-3F3A-37BEEAA642D2}"/>
              </a:ext>
            </a:extLst>
          </p:cNvPr>
          <p:cNvPicPr>
            <a:picLocks noChangeAspect="1"/>
          </p:cNvPicPr>
          <p:nvPr/>
        </p:nvPicPr>
        <p:blipFill rotWithShape="1">
          <a:blip r:embed="rId2">
            <a:extLst>
              <a:ext uri="{28A0092B-C50C-407E-A947-70E740481C1C}">
                <a14:useLocalDpi xmlns:a14="http://schemas.microsoft.com/office/drawing/2010/main" val="0"/>
              </a:ext>
            </a:extLst>
          </a:blip>
          <a:srcRect l="352" t="22519" r="-352" b="30018"/>
          <a:stretch/>
        </p:blipFill>
        <p:spPr>
          <a:xfrm>
            <a:off x="7109368" y="3691992"/>
            <a:ext cx="4449905" cy="1271150"/>
          </a:xfrm>
          <a:prstGeom prst="rect">
            <a:avLst/>
          </a:prstGeom>
        </p:spPr>
      </p:pic>
      <p:sp>
        <p:nvSpPr>
          <p:cNvPr id="4" name="Rectangle 3">
            <a:extLst>
              <a:ext uri="{FF2B5EF4-FFF2-40B4-BE49-F238E27FC236}">
                <a16:creationId xmlns:a16="http://schemas.microsoft.com/office/drawing/2014/main" id="{25C36345-F369-EC51-AF14-2421D07221F2}"/>
              </a:ext>
            </a:extLst>
          </p:cNvPr>
          <p:cNvSpPr/>
          <p:nvPr/>
        </p:nvSpPr>
        <p:spPr>
          <a:xfrm>
            <a:off x="9528240" y="3863952"/>
            <a:ext cx="418174" cy="650898"/>
          </a:xfrm>
          <a:prstGeom prst="rect">
            <a:avLst/>
          </a:prstGeom>
          <a:noFill/>
          <a:ln w="381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BF"/>
          </a:p>
        </p:txBody>
      </p:sp>
      <p:sp>
        <p:nvSpPr>
          <p:cNvPr id="7" name="Rectangle 6">
            <a:extLst>
              <a:ext uri="{FF2B5EF4-FFF2-40B4-BE49-F238E27FC236}">
                <a16:creationId xmlns:a16="http://schemas.microsoft.com/office/drawing/2014/main" id="{13646E44-B024-F0B7-E983-D133902FF56C}"/>
              </a:ext>
            </a:extLst>
          </p:cNvPr>
          <p:cNvSpPr/>
          <p:nvPr/>
        </p:nvSpPr>
        <p:spPr>
          <a:xfrm>
            <a:off x="10011565" y="3863952"/>
            <a:ext cx="418174" cy="650898"/>
          </a:xfrm>
          <a:prstGeom prst="rect">
            <a:avLst/>
          </a:prstGeom>
          <a:noFill/>
          <a:ln w="38100">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BF"/>
          </a:p>
        </p:txBody>
      </p:sp>
      <p:sp>
        <p:nvSpPr>
          <p:cNvPr id="9" name="Rectangle 8">
            <a:extLst>
              <a:ext uri="{FF2B5EF4-FFF2-40B4-BE49-F238E27FC236}">
                <a16:creationId xmlns:a16="http://schemas.microsoft.com/office/drawing/2014/main" id="{2C28A0E0-9849-90F4-A6A8-A45EC76A3B5F}"/>
              </a:ext>
            </a:extLst>
          </p:cNvPr>
          <p:cNvSpPr/>
          <p:nvPr/>
        </p:nvSpPr>
        <p:spPr>
          <a:xfrm>
            <a:off x="8746750" y="3866323"/>
            <a:ext cx="737820" cy="564700"/>
          </a:xfrm>
          <a:prstGeom prst="rect">
            <a:avLst/>
          </a:pr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BF"/>
          </a:p>
        </p:txBody>
      </p:sp>
      <p:pic>
        <p:nvPicPr>
          <p:cNvPr id="21" name="Image 20" descr="Une image contenant texte, capture d’écran, tableau blanc, conception&#10;&#10;Description générée automatiquement">
            <a:extLst>
              <a:ext uri="{FF2B5EF4-FFF2-40B4-BE49-F238E27FC236}">
                <a16:creationId xmlns:a16="http://schemas.microsoft.com/office/drawing/2014/main" id="{19AAE1C0-88A0-C80B-E0C1-35477ED321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7840526" y="-372959"/>
            <a:ext cx="2935352" cy="4449905"/>
          </a:xfrm>
          <a:prstGeom prst="rect">
            <a:avLst/>
          </a:prstGeom>
        </p:spPr>
      </p:pic>
      <p:pic>
        <p:nvPicPr>
          <p:cNvPr id="22" name="Image 21" descr="Une image contenant Appareils électroniques, intérieur, routeur, conception&#10;&#10;Description générée automatiquement">
            <a:extLst>
              <a:ext uri="{FF2B5EF4-FFF2-40B4-BE49-F238E27FC236}">
                <a16:creationId xmlns:a16="http://schemas.microsoft.com/office/drawing/2014/main" id="{F228338A-A431-395A-6916-3326C28E608B}"/>
              </a:ext>
            </a:extLst>
          </p:cNvPr>
          <p:cNvPicPr>
            <a:picLocks noChangeAspect="1"/>
          </p:cNvPicPr>
          <p:nvPr/>
        </p:nvPicPr>
        <p:blipFill rotWithShape="1">
          <a:blip r:embed="rId4">
            <a:extLst>
              <a:ext uri="{28A0092B-C50C-407E-A947-70E740481C1C}">
                <a14:useLocalDpi xmlns:a14="http://schemas.microsoft.com/office/drawing/2010/main" val="0"/>
              </a:ext>
            </a:extLst>
          </a:blip>
          <a:srcRect t="24280" b="45404"/>
          <a:stretch/>
        </p:blipFill>
        <p:spPr>
          <a:xfrm>
            <a:off x="7109368" y="5292248"/>
            <a:ext cx="4423788" cy="1177870"/>
          </a:xfrm>
          <a:prstGeom prst="rect">
            <a:avLst/>
          </a:prstGeom>
        </p:spPr>
      </p:pic>
      <p:sp>
        <p:nvSpPr>
          <p:cNvPr id="23" name="Rectangle 22">
            <a:extLst>
              <a:ext uri="{FF2B5EF4-FFF2-40B4-BE49-F238E27FC236}">
                <a16:creationId xmlns:a16="http://schemas.microsoft.com/office/drawing/2014/main" id="{64B434C2-03B0-79AB-BC84-0EFA2B407A30}"/>
              </a:ext>
            </a:extLst>
          </p:cNvPr>
          <p:cNvSpPr/>
          <p:nvPr/>
        </p:nvSpPr>
        <p:spPr>
          <a:xfrm>
            <a:off x="10220652" y="5495530"/>
            <a:ext cx="452387" cy="740411"/>
          </a:xfrm>
          <a:prstGeom prst="rect">
            <a:avLst/>
          </a:prstGeom>
          <a:no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BF"/>
          </a:p>
        </p:txBody>
      </p:sp>
      <p:sp>
        <p:nvSpPr>
          <p:cNvPr id="24" name="Rectangle 23">
            <a:extLst>
              <a:ext uri="{FF2B5EF4-FFF2-40B4-BE49-F238E27FC236}">
                <a16:creationId xmlns:a16="http://schemas.microsoft.com/office/drawing/2014/main" id="{E36F806C-CAB1-6C90-C543-C9F0E7134943}"/>
              </a:ext>
            </a:extLst>
          </p:cNvPr>
          <p:cNvSpPr/>
          <p:nvPr/>
        </p:nvSpPr>
        <p:spPr>
          <a:xfrm>
            <a:off x="11012375" y="5429488"/>
            <a:ext cx="452388" cy="837398"/>
          </a:xfrm>
          <a:prstGeom prst="rect">
            <a:avLst/>
          </a:prstGeom>
          <a:noFill/>
          <a:ln w="38100">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BF"/>
          </a:p>
        </p:txBody>
      </p:sp>
      <p:sp>
        <p:nvSpPr>
          <p:cNvPr id="25" name="Rectangle 24">
            <a:extLst>
              <a:ext uri="{FF2B5EF4-FFF2-40B4-BE49-F238E27FC236}">
                <a16:creationId xmlns:a16="http://schemas.microsoft.com/office/drawing/2014/main" id="{9AAD2A81-457B-7B16-539C-5CE5EDC29618}"/>
              </a:ext>
            </a:extLst>
          </p:cNvPr>
          <p:cNvSpPr/>
          <p:nvPr/>
        </p:nvSpPr>
        <p:spPr>
          <a:xfrm>
            <a:off x="7533861" y="5441767"/>
            <a:ext cx="2283872" cy="740412"/>
          </a:xfrm>
          <a:prstGeom prst="rect">
            <a:avLst/>
          </a:prstGeom>
          <a:noFill/>
          <a:ln w="381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BF"/>
          </a:p>
        </p:txBody>
      </p:sp>
      <p:sp>
        <p:nvSpPr>
          <p:cNvPr id="26" name="Rectangle 25">
            <a:extLst>
              <a:ext uri="{FF2B5EF4-FFF2-40B4-BE49-F238E27FC236}">
                <a16:creationId xmlns:a16="http://schemas.microsoft.com/office/drawing/2014/main" id="{4DD7A672-9FB5-C17E-F7B0-60AB9ACED8C2}"/>
              </a:ext>
            </a:extLst>
          </p:cNvPr>
          <p:cNvSpPr/>
          <p:nvPr/>
        </p:nvSpPr>
        <p:spPr>
          <a:xfrm>
            <a:off x="8746750" y="2688936"/>
            <a:ext cx="1264815" cy="458985"/>
          </a:xfrm>
          <a:prstGeom prst="rect">
            <a:avLst/>
          </a:prstGeom>
          <a:noFill/>
          <a:ln w="127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BF"/>
          </a:p>
        </p:txBody>
      </p:sp>
      <p:sp>
        <p:nvSpPr>
          <p:cNvPr id="27" name="Rectangle 26">
            <a:extLst>
              <a:ext uri="{FF2B5EF4-FFF2-40B4-BE49-F238E27FC236}">
                <a16:creationId xmlns:a16="http://schemas.microsoft.com/office/drawing/2014/main" id="{5186AF08-A3CE-BB7F-17A5-F278307A2401}"/>
              </a:ext>
            </a:extLst>
          </p:cNvPr>
          <p:cNvSpPr/>
          <p:nvPr/>
        </p:nvSpPr>
        <p:spPr>
          <a:xfrm>
            <a:off x="11059737" y="2688935"/>
            <a:ext cx="265488" cy="458985"/>
          </a:xfrm>
          <a:prstGeom prst="rect">
            <a:avLst/>
          </a:prstGeom>
          <a:noFill/>
          <a:ln w="127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BF"/>
          </a:p>
        </p:txBody>
      </p:sp>
      <p:sp>
        <p:nvSpPr>
          <p:cNvPr id="28" name="Rectangle 27">
            <a:extLst>
              <a:ext uri="{FF2B5EF4-FFF2-40B4-BE49-F238E27FC236}">
                <a16:creationId xmlns:a16="http://schemas.microsoft.com/office/drawing/2014/main" id="{357FA49B-11D8-086A-36DF-089038B75EE4}"/>
              </a:ext>
            </a:extLst>
          </p:cNvPr>
          <p:cNvSpPr/>
          <p:nvPr/>
        </p:nvSpPr>
        <p:spPr>
          <a:xfrm>
            <a:off x="10446845" y="2696090"/>
            <a:ext cx="265488" cy="458985"/>
          </a:xfrm>
          <a:prstGeom prst="rect">
            <a:avLst/>
          </a:prstGeom>
          <a:noFill/>
          <a:ln w="12700">
            <a:solidFill>
              <a:schemeClr val="accent3">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BF"/>
          </a:p>
        </p:txBody>
      </p:sp>
      <p:sp>
        <p:nvSpPr>
          <p:cNvPr id="29" name="Rectangle 28">
            <a:extLst>
              <a:ext uri="{FF2B5EF4-FFF2-40B4-BE49-F238E27FC236}">
                <a16:creationId xmlns:a16="http://schemas.microsoft.com/office/drawing/2014/main" id="{F98881D3-1FFF-813D-E367-56D88962C433}"/>
              </a:ext>
            </a:extLst>
          </p:cNvPr>
          <p:cNvSpPr/>
          <p:nvPr/>
        </p:nvSpPr>
        <p:spPr>
          <a:xfrm>
            <a:off x="10754239" y="2688934"/>
            <a:ext cx="265488" cy="458985"/>
          </a:xfrm>
          <a:prstGeom prst="rect">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BF"/>
          </a:p>
        </p:txBody>
      </p:sp>
    </p:spTree>
    <p:extLst>
      <p:ext uri="{BB962C8B-B14F-4D97-AF65-F5344CB8AC3E}">
        <p14:creationId xmlns:p14="http://schemas.microsoft.com/office/powerpoint/2010/main" val="2078179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ZoneTexte 7">
            <a:extLst>
              <a:ext uri="{FF2B5EF4-FFF2-40B4-BE49-F238E27FC236}">
                <a16:creationId xmlns:a16="http://schemas.microsoft.com/office/drawing/2014/main" id="{80E89919-5782-371A-A535-BCBE81465210}"/>
              </a:ext>
            </a:extLst>
          </p:cNvPr>
          <p:cNvSpPr txBox="1"/>
          <p:nvPr/>
        </p:nvSpPr>
        <p:spPr>
          <a:xfrm>
            <a:off x="1162629" y="262966"/>
            <a:ext cx="3657600" cy="369332"/>
          </a:xfrm>
          <a:prstGeom prst="rect">
            <a:avLst/>
          </a:prstGeom>
          <a:noFill/>
        </p:spPr>
        <p:txBody>
          <a:bodyPr wrap="square" rtlCol="0">
            <a:spAutoFit/>
          </a:bodyPr>
          <a:lstStyle/>
          <a:p>
            <a:r>
              <a:rPr lang="fr-FR" b="1" dirty="0">
                <a:solidFill>
                  <a:schemeClr val="accent5">
                    <a:lumMod val="75000"/>
                  </a:schemeClr>
                </a:solidFill>
              </a:rPr>
              <a:t>  La Box Wifi ZTE</a:t>
            </a:r>
          </a:p>
        </p:txBody>
      </p:sp>
      <p:pic>
        <p:nvPicPr>
          <p:cNvPr id="21" name="Image 20" descr="Une image contenant texte, capture d’écran, tableau blanc, conception&#10;&#10;Description générée automatiquement">
            <a:extLst>
              <a:ext uri="{FF2B5EF4-FFF2-40B4-BE49-F238E27FC236}">
                <a16:creationId xmlns:a16="http://schemas.microsoft.com/office/drawing/2014/main" id="{19AAE1C0-88A0-C80B-E0C1-35477ED321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005897" y="463981"/>
            <a:ext cx="2935352" cy="4449905"/>
          </a:xfrm>
          <a:prstGeom prst="rect">
            <a:avLst/>
          </a:prstGeom>
        </p:spPr>
      </p:pic>
      <p:pic>
        <p:nvPicPr>
          <p:cNvPr id="22" name="Image 21" descr="Une image contenant Appareils électroniques, intérieur, routeur, conception&#10;&#10;Description générée automatiquement">
            <a:extLst>
              <a:ext uri="{FF2B5EF4-FFF2-40B4-BE49-F238E27FC236}">
                <a16:creationId xmlns:a16="http://schemas.microsoft.com/office/drawing/2014/main" id="{F228338A-A431-395A-6916-3326C28E608B}"/>
              </a:ext>
            </a:extLst>
          </p:cNvPr>
          <p:cNvPicPr>
            <a:picLocks noChangeAspect="1"/>
          </p:cNvPicPr>
          <p:nvPr/>
        </p:nvPicPr>
        <p:blipFill rotWithShape="1">
          <a:blip r:embed="rId3">
            <a:extLst>
              <a:ext uri="{28A0092B-C50C-407E-A947-70E740481C1C}">
                <a14:useLocalDpi xmlns:a14="http://schemas.microsoft.com/office/drawing/2010/main" val="0"/>
              </a:ext>
            </a:extLst>
          </a:blip>
          <a:srcRect t="24280" b="45404"/>
          <a:stretch/>
        </p:blipFill>
        <p:spPr>
          <a:xfrm>
            <a:off x="7261678" y="4687865"/>
            <a:ext cx="4423788" cy="1177870"/>
          </a:xfrm>
          <a:prstGeom prst="rect">
            <a:avLst/>
          </a:prstGeom>
        </p:spPr>
      </p:pic>
      <p:sp>
        <p:nvSpPr>
          <p:cNvPr id="24" name="Rectangle 23">
            <a:extLst>
              <a:ext uri="{FF2B5EF4-FFF2-40B4-BE49-F238E27FC236}">
                <a16:creationId xmlns:a16="http://schemas.microsoft.com/office/drawing/2014/main" id="{E36F806C-CAB1-6C90-C543-C9F0E7134943}"/>
              </a:ext>
            </a:extLst>
          </p:cNvPr>
          <p:cNvSpPr/>
          <p:nvPr/>
        </p:nvSpPr>
        <p:spPr>
          <a:xfrm>
            <a:off x="11143530" y="4896331"/>
            <a:ext cx="452388" cy="837398"/>
          </a:xfrm>
          <a:prstGeom prst="rect">
            <a:avLst/>
          </a:prstGeom>
          <a:noFill/>
          <a:ln w="38100">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BF"/>
          </a:p>
        </p:txBody>
      </p:sp>
      <p:sp>
        <p:nvSpPr>
          <p:cNvPr id="25" name="Rectangle 24">
            <a:extLst>
              <a:ext uri="{FF2B5EF4-FFF2-40B4-BE49-F238E27FC236}">
                <a16:creationId xmlns:a16="http://schemas.microsoft.com/office/drawing/2014/main" id="{9AAD2A81-457B-7B16-539C-5CE5EDC29618}"/>
              </a:ext>
            </a:extLst>
          </p:cNvPr>
          <p:cNvSpPr/>
          <p:nvPr/>
        </p:nvSpPr>
        <p:spPr>
          <a:xfrm>
            <a:off x="7733895" y="4896331"/>
            <a:ext cx="2283872" cy="740412"/>
          </a:xfrm>
          <a:prstGeom prst="rect">
            <a:avLst/>
          </a:prstGeom>
          <a:noFill/>
          <a:ln w="381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BF"/>
          </a:p>
        </p:txBody>
      </p:sp>
      <p:sp>
        <p:nvSpPr>
          <p:cNvPr id="5" name="Rectangle 4">
            <a:extLst>
              <a:ext uri="{FF2B5EF4-FFF2-40B4-BE49-F238E27FC236}">
                <a16:creationId xmlns:a16="http://schemas.microsoft.com/office/drawing/2014/main" id="{19B5E294-92AD-7CDD-5F16-13267A1AAA90}"/>
              </a:ext>
            </a:extLst>
          </p:cNvPr>
          <p:cNvSpPr/>
          <p:nvPr/>
        </p:nvSpPr>
        <p:spPr>
          <a:xfrm>
            <a:off x="7611533" y="3634124"/>
            <a:ext cx="384603" cy="262647"/>
          </a:xfrm>
          <a:prstGeom prst="rect">
            <a:avLst/>
          </a:prstGeom>
          <a:noFill/>
          <a:ln w="38100">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BF"/>
          </a:p>
        </p:txBody>
      </p:sp>
      <p:graphicFrame>
        <p:nvGraphicFramePr>
          <p:cNvPr id="10" name="Tableau 9">
            <a:extLst>
              <a:ext uri="{FF2B5EF4-FFF2-40B4-BE49-F238E27FC236}">
                <a16:creationId xmlns:a16="http://schemas.microsoft.com/office/drawing/2014/main" id="{1F73F6B8-EDCC-631C-1FC6-0981FA921E93}"/>
              </a:ext>
            </a:extLst>
          </p:cNvPr>
          <p:cNvGraphicFramePr>
            <a:graphicFrameLocks noGrp="1"/>
          </p:cNvGraphicFramePr>
          <p:nvPr>
            <p:extLst>
              <p:ext uri="{D42A27DB-BD31-4B8C-83A1-F6EECF244321}">
                <p14:modId xmlns:p14="http://schemas.microsoft.com/office/powerpoint/2010/main" val="147757041"/>
              </p:ext>
            </p:extLst>
          </p:nvPr>
        </p:nvGraphicFramePr>
        <p:xfrm>
          <a:off x="297168" y="639506"/>
          <a:ext cx="6494019" cy="6104972"/>
        </p:xfrm>
        <a:graphic>
          <a:graphicData uri="http://schemas.openxmlformats.org/drawingml/2006/table">
            <a:tbl>
              <a:tblPr firstRow="1" bandRow="1">
                <a:tableStyleId>{5C22544A-7EE6-4342-B048-85BDC9FD1C3A}</a:tableStyleId>
              </a:tblPr>
              <a:tblGrid>
                <a:gridCol w="2164673">
                  <a:extLst>
                    <a:ext uri="{9D8B030D-6E8A-4147-A177-3AD203B41FA5}">
                      <a16:colId xmlns:a16="http://schemas.microsoft.com/office/drawing/2014/main" val="1384542771"/>
                    </a:ext>
                  </a:extLst>
                </a:gridCol>
                <a:gridCol w="1322933">
                  <a:extLst>
                    <a:ext uri="{9D8B030D-6E8A-4147-A177-3AD203B41FA5}">
                      <a16:colId xmlns:a16="http://schemas.microsoft.com/office/drawing/2014/main" val="225574197"/>
                    </a:ext>
                  </a:extLst>
                </a:gridCol>
                <a:gridCol w="3006413">
                  <a:extLst>
                    <a:ext uri="{9D8B030D-6E8A-4147-A177-3AD203B41FA5}">
                      <a16:colId xmlns:a16="http://schemas.microsoft.com/office/drawing/2014/main" val="1330403577"/>
                    </a:ext>
                  </a:extLst>
                </a:gridCol>
              </a:tblGrid>
              <a:tr h="297690">
                <a:tc>
                  <a:txBody>
                    <a:bodyPr/>
                    <a:lstStyle/>
                    <a:p>
                      <a:r>
                        <a:rPr lang="fr-FR" sz="1400" dirty="0">
                          <a:solidFill>
                            <a:schemeClr val="bg1"/>
                          </a:solidFill>
                        </a:rPr>
                        <a:t>Indicateur</a:t>
                      </a:r>
                      <a:endParaRPr lang="fr-BF" sz="1400"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c>
                  <a:txBody>
                    <a:bodyPr/>
                    <a:lstStyle/>
                    <a:p>
                      <a:r>
                        <a:rPr lang="fr-FR" sz="1400" dirty="0">
                          <a:solidFill>
                            <a:schemeClr val="bg1"/>
                          </a:solidFill>
                        </a:rPr>
                        <a:t>Statut</a:t>
                      </a:r>
                      <a:endParaRPr lang="fr-BF" sz="1400"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c>
                  <a:txBody>
                    <a:bodyPr/>
                    <a:lstStyle/>
                    <a:p>
                      <a:r>
                        <a:rPr lang="fr-FR" sz="1400" dirty="0">
                          <a:solidFill>
                            <a:schemeClr val="bg1"/>
                          </a:solidFill>
                        </a:rPr>
                        <a:t>Description</a:t>
                      </a:r>
                      <a:endParaRPr lang="fr-BF" sz="1400"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extLst>
                  <a:ext uri="{0D108BD9-81ED-4DB2-BD59-A6C34878D82A}">
                    <a16:rowId xmlns:a16="http://schemas.microsoft.com/office/drawing/2014/main" val="2395697413"/>
                  </a:ext>
                </a:extLst>
              </a:tr>
              <a:tr h="523183">
                <a:tc rowSpan="2">
                  <a:txBody>
                    <a:bodyPr/>
                    <a:lstStyle/>
                    <a:p>
                      <a:pPr algn="ctr"/>
                      <a:r>
                        <a:rPr lang="fr-FR" sz="2000" dirty="0">
                          <a:solidFill>
                            <a:schemeClr val="accent2">
                              <a:lumMod val="60000"/>
                              <a:lumOff val="40000"/>
                            </a:schemeClr>
                          </a:solidFill>
                        </a:rPr>
                        <a:t>Power</a:t>
                      </a:r>
                      <a:endParaRPr lang="fr-BF" sz="2000" dirty="0">
                        <a:solidFill>
                          <a:schemeClr val="accent2">
                            <a:lumMod val="60000"/>
                            <a:lumOff val="40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l"/>
                      <a:r>
                        <a:rPr lang="fr-FR" sz="1100" dirty="0">
                          <a:solidFill>
                            <a:schemeClr val="tx1"/>
                          </a:solidFill>
                        </a:rPr>
                        <a:t>Eteint</a:t>
                      </a:r>
                      <a:endParaRPr lang="fr-BF" sz="11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dirty="0">
                          <a:solidFill>
                            <a:schemeClr val="tx1"/>
                          </a:solidFill>
                        </a:rPr>
                        <a:t>La Box n’est pas alimenté ou l’interrupteur d’alimentation est sur off</a:t>
                      </a:r>
                      <a:endParaRPr lang="fr-BF"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11963902"/>
                  </a:ext>
                </a:extLst>
              </a:tr>
              <a:tr h="253037">
                <a:tc vMerge="1">
                  <a:txBody>
                    <a:bodyPr/>
                    <a:lstStyle/>
                    <a:p>
                      <a:endParaRPr lang="fr-BF"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fr-FR" sz="1100" dirty="0">
                          <a:solidFill>
                            <a:schemeClr val="tx1"/>
                          </a:solidFill>
                        </a:rPr>
                        <a:t>Vert fixe</a:t>
                      </a:r>
                      <a:endParaRPr lang="fr-BF" sz="11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r>
                        <a:rPr lang="fr-FR" sz="1100" dirty="0">
                          <a:solidFill>
                            <a:schemeClr val="tx1"/>
                          </a:solidFill>
                        </a:rPr>
                        <a:t>La Box est alimenté</a:t>
                      </a:r>
                      <a:endParaRPr lang="fr-BF"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93220134"/>
                  </a:ext>
                </a:extLst>
              </a:tr>
              <a:tr h="523183">
                <a:tc rowSpan="3">
                  <a:txBody>
                    <a:bodyPr/>
                    <a:lstStyle/>
                    <a:p>
                      <a:pPr algn="ctr"/>
                      <a:r>
                        <a:rPr lang="fr-FR" sz="2000" dirty="0">
                          <a:solidFill>
                            <a:schemeClr val="tx1"/>
                          </a:solidFill>
                        </a:rPr>
                        <a:t>PON</a:t>
                      </a:r>
                      <a:endParaRPr lang="fr-BF"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l"/>
                      <a:r>
                        <a:rPr lang="fr-FR" sz="1100" dirty="0">
                          <a:solidFill>
                            <a:schemeClr val="tx1"/>
                          </a:solidFill>
                        </a:rPr>
                        <a:t>Eteint</a:t>
                      </a:r>
                      <a:endParaRPr lang="fr-BF" sz="11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fr-FR" sz="1100" dirty="0">
                          <a:solidFill>
                            <a:schemeClr val="tx1"/>
                          </a:solidFill>
                        </a:rPr>
                        <a:t>Le processus de </a:t>
                      </a:r>
                      <a:r>
                        <a:rPr lang="fr-FR" sz="1100" dirty="0" err="1">
                          <a:solidFill>
                            <a:schemeClr val="tx1"/>
                          </a:solidFill>
                        </a:rPr>
                        <a:t>syncrhonisation</a:t>
                      </a:r>
                      <a:r>
                        <a:rPr lang="fr-FR" sz="1100" dirty="0">
                          <a:solidFill>
                            <a:schemeClr val="tx1"/>
                          </a:solidFill>
                        </a:rPr>
                        <a:t> n’est pas démarré ou l’appareil n’est pas sous tension.</a:t>
                      </a:r>
                      <a:endParaRPr lang="fr-BF"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79145782"/>
                  </a:ext>
                </a:extLst>
              </a:tr>
              <a:tr h="375619">
                <a:tc vMerge="1">
                  <a:txBody>
                    <a:bodyPr/>
                    <a:lstStyle/>
                    <a:p>
                      <a:endParaRPr lang="fr-BF" sz="11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fr-FR" sz="1100" dirty="0">
                          <a:solidFill>
                            <a:schemeClr val="tx1"/>
                          </a:solidFill>
                        </a:rPr>
                        <a:t>Vert fixe</a:t>
                      </a:r>
                      <a:endParaRPr lang="fr-BF" sz="11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fr-FR" sz="1100" dirty="0">
                          <a:solidFill>
                            <a:schemeClr val="tx1"/>
                          </a:solidFill>
                        </a:rPr>
                        <a:t>La synchronisation de la box a réussi</a:t>
                      </a:r>
                      <a:endParaRPr lang="fr-BF"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98866919"/>
                  </a:ext>
                </a:extLst>
              </a:tr>
              <a:tr h="375619">
                <a:tc vMerge="1">
                  <a:txBody>
                    <a:bodyPr/>
                    <a:lstStyle/>
                    <a:p>
                      <a:endParaRPr lang="fr-BF" sz="11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fr-FR" sz="1100" dirty="0">
                          <a:solidFill>
                            <a:schemeClr val="tx1"/>
                          </a:solidFill>
                        </a:rPr>
                        <a:t>Vert clignotant</a:t>
                      </a:r>
                      <a:endParaRPr lang="fr-BF" sz="11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r>
                        <a:rPr lang="fr-FR" sz="1100" dirty="0">
                          <a:solidFill>
                            <a:schemeClr val="tx1"/>
                          </a:solidFill>
                        </a:rPr>
                        <a:t>La box est en cours de synchronisation</a:t>
                      </a:r>
                      <a:endParaRPr lang="fr-BF"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28137365"/>
                  </a:ext>
                </a:extLst>
              </a:tr>
              <a:tr h="416766">
                <a:tc rowSpan="3">
                  <a:txBody>
                    <a:bodyPr/>
                    <a:lstStyle/>
                    <a:p>
                      <a:pPr algn="ctr"/>
                      <a:r>
                        <a:rPr lang="fr-FR" sz="2000" dirty="0">
                          <a:solidFill>
                            <a:schemeClr val="tx1"/>
                          </a:solidFill>
                        </a:rPr>
                        <a:t>LOS</a:t>
                      </a:r>
                      <a:endParaRPr lang="fr-BF"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l"/>
                      <a:r>
                        <a:rPr lang="fr-FR" sz="1100" dirty="0">
                          <a:solidFill>
                            <a:schemeClr val="tx1"/>
                          </a:solidFill>
                        </a:rPr>
                        <a:t>Eteint</a:t>
                      </a:r>
                      <a:endParaRPr lang="fr-BF" sz="11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fr-FR" sz="1100" dirty="0">
                          <a:solidFill>
                            <a:schemeClr val="tx1"/>
                          </a:solidFill>
                        </a:rPr>
                        <a:t>La box reçoit une bonne puissance optique ou est éteint</a:t>
                      </a:r>
                      <a:endParaRPr lang="fr-BF"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25918668"/>
                  </a:ext>
                </a:extLst>
              </a:tr>
              <a:tr h="375619">
                <a:tc vMerge="1">
                  <a:txBody>
                    <a:bodyPr/>
                    <a:lstStyle/>
                    <a:p>
                      <a:endParaRPr lang="fr-BF"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fr-FR" sz="1100" dirty="0">
                          <a:solidFill>
                            <a:schemeClr val="tx1"/>
                          </a:solidFill>
                        </a:rPr>
                        <a:t>Rouge fixe</a:t>
                      </a:r>
                      <a:endParaRPr lang="fr-BF" sz="11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fr-FR" sz="1100" dirty="0">
                          <a:solidFill>
                            <a:schemeClr val="tx1"/>
                          </a:solidFill>
                        </a:rPr>
                        <a:t>La box ne reçoit pas de signal →KO Optique</a:t>
                      </a:r>
                      <a:endParaRPr lang="fr-BF"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81640419"/>
                  </a:ext>
                </a:extLst>
              </a:tr>
              <a:tr h="253037">
                <a:tc vMerge="1">
                  <a:txBody>
                    <a:bodyPr/>
                    <a:lstStyle/>
                    <a:p>
                      <a:endParaRPr lang="fr-BF"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fr-FR" sz="1100" dirty="0">
                          <a:solidFill>
                            <a:schemeClr val="tx1"/>
                          </a:solidFill>
                        </a:rPr>
                        <a:t>Rouge clignotant</a:t>
                      </a:r>
                      <a:endParaRPr lang="fr-BF" sz="11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r>
                        <a:rPr lang="fr-FR" sz="1100" dirty="0">
                          <a:solidFill>
                            <a:schemeClr val="tx1"/>
                          </a:solidFill>
                        </a:rPr>
                        <a:t>La box reçoit un signal dégradé</a:t>
                      </a:r>
                      <a:endParaRPr lang="fr-BF"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57246601"/>
                  </a:ext>
                </a:extLst>
              </a:tr>
              <a:tr h="416766">
                <a:tc rowSpan="3">
                  <a:txBody>
                    <a:bodyPr/>
                    <a:lstStyle/>
                    <a:p>
                      <a:pPr algn="ctr"/>
                      <a:r>
                        <a:rPr lang="fr-FR" sz="2000" dirty="0">
                          <a:solidFill>
                            <a:schemeClr val="tx1"/>
                          </a:solidFill>
                        </a:rPr>
                        <a:t>Internet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l"/>
                      <a:r>
                        <a:rPr lang="fr-FR" sz="1100" dirty="0">
                          <a:solidFill>
                            <a:schemeClr val="tx1"/>
                          </a:solidFill>
                        </a:rPr>
                        <a:t>Eteint</a:t>
                      </a:r>
                      <a:endParaRPr lang="fr-BF" sz="11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fr-FR" sz="1100" dirty="0">
                          <a:solidFill>
                            <a:schemeClr val="tx1"/>
                          </a:solidFill>
                        </a:rPr>
                        <a:t>La box n’est pas sous tension ou est en KO internet</a:t>
                      </a:r>
                      <a:endParaRPr lang="fr-BF"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13005635"/>
                  </a:ext>
                </a:extLst>
              </a:tr>
              <a:tr h="253037">
                <a:tc vMerge="1">
                  <a:txBody>
                    <a:bodyPr/>
                    <a:lstStyle/>
                    <a:p>
                      <a:endParaRPr lang="fr-BF"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fr-FR" sz="1100" dirty="0">
                          <a:solidFill>
                            <a:schemeClr val="tx1"/>
                          </a:solidFill>
                        </a:rPr>
                        <a:t>Vert fixe</a:t>
                      </a:r>
                      <a:endParaRPr lang="fr-BF" sz="11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fr-FR" sz="1100" dirty="0">
                          <a:solidFill>
                            <a:schemeClr val="tx1"/>
                          </a:solidFill>
                        </a:rPr>
                        <a:t>La connexion internet est établie</a:t>
                      </a:r>
                      <a:endParaRPr lang="fr-BF"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16701727"/>
                  </a:ext>
                </a:extLst>
              </a:tr>
              <a:tr h="375619">
                <a:tc vMerge="1">
                  <a:txBody>
                    <a:bodyPr/>
                    <a:lstStyle/>
                    <a:p>
                      <a:endParaRPr lang="fr-BF"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fr-FR" sz="1100" dirty="0">
                          <a:solidFill>
                            <a:schemeClr val="tx1"/>
                          </a:solidFill>
                        </a:rPr>
                        <a:t>Vert clignotant</a:t>
                      </a:r>
                      <a:endParaRPr lang="fr-BF" sz="11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r>
                        <a:rPr lang="fr-FR" sz="1100" dirty="0">
                          <a:solidFill>
                            <a:schemeClr val="tx1"/>
                          </a:solidFill>
                        </a:rPr>
                        <a:t> Un appareil est connecté à internet</a:t>
                      </a:r>
                      <a:endParaRPr lang="fr-BF"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56745075"/>
                  </a:ext>
                </a:extLst>
              </a:tr>
              <a:tr h="670747">
                <a:tc rowSpan="3">
                  <a:txBody>
                    <a:bodyPr/>
                    <a:lstStyle/>
                    <a:p>
                      <a:pPr algn="ctr"/>
                      <a:r>
                        <a:rPr lang="fr-FR" sz="2000" dirty="0">
                          <a:solidFill>
                            <a:srgbClr val="FFFF00"/>
                          </a:solidFill>
                        </a:rPr>
                        <a:t>LAN1 à LAN4</a:t>
                      </a:r>
                      <a:endParaRPr lang="fr-BF" sz="2000" dirty="0">
                        <a:solidFill>
                          <a:srgbClr val="FFFF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fr-FR" sz="1100" dirty="0">
                          <a:solidFill>
                            <a:schemeClr val="tx1"/>
                          </a:solidFill>
                        </a:rPr>
                        <a:t>Eteint</a:t>
                      </a:r>
                      <a:endParaRPr lang="fr-BF" sz="11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fr-FR" sz="1100" dirty="0">
                          <a:solidFill>
                            <a:schemeClr val="tx1"/>
                          </a:solidFill>
                        </a:rPr>
                        <a:t>La Box n’est pas sous tension ou la liaison réseau via un câble RJ45 sur l’un des ports jaunes de la Box n’est pas établie.</a:t>
                      </a:r>
                      <a:endParaRPr lang="fr-BF"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14323347"/>
                  </a:ext>
                </a:extLst>
              </a:tr>
              <a:tr h="416766">
                <a:tc vMerge="1">
                  <a:txBody>
                    <a:bodyPr/>
                    <a:lstStyle/>
                    <a:p>
                      <a:endParaRPr lang="fr-BF"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fr-FR" sz="1100" dirty="0">
                          <a:solidFill>
                            <a:schemeClr val="tx1"/>
                          </a:solidFill>
                        </a:rPr>
                        <a:t>Vert Fixe</a:t>
                      </a:r>
                      <a:endParaRPr lang="fr-BF" sz="11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fr-FR" sz="1100" dirty="0">
                          <a:solidFill>
                            <a:schemeClr val="tx1"/>
                          </a:solidFill>
                        </a:rPr>
                        <a:t>La liaison réseau est établie entre la box et un appareil </a:t>
                      </a:r>
                      <a:endParaRPr lang="fr-BF"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26282191"/>
                  </a:ext>
                </a:extLst>
              </a:tr>
              <a:tr h="523183">
                <a:tc vMerge="1">
                  <a:txBody>
                    <a:bodyPr/>
                    <a:lstStyle/>
                    <a:p>
                      <a:endParaRPr lang="fr-BF"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fr-FR" sz="1100" dirty="0">
                          <a:solidFill>
                            <a:schemeClr val="tx1"/>
                          </a:solidFill>
                        </a:rPr>
                        <a:t>Vert clignotant</a:t>
                      </a:r>
                      <a:endParaRPr lang="fr-BF" sz="11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fr-FR" sz="1100" dirty="0">
                          <a:solidFill>
                            <a:schemeClr val="tx1"/>
                          </a:solidFill>
                        </a:rPr>
                        <a:t>Les données sont transmises et reçus par l’appareil connecté à la Box</a:t>
                      </a:r>
                      <a:endParaRPr lang="fr-BF"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65876861"/>
                  </a:ext>
                </a:extLst>
              </a:tr>
            </a:tbl>
          </a:graphicData>
        </a:graphic>
      </p:graphicFrame>
      <p:sp>
        <p:nvSpPr>
          <p:cNvPr id="2" name="Rectangle 1">
            <a:extLst>
              <a:ext uri="{FF2B5EF4-FFF2-40B4-BE49-F238E27FC236}">
                <a16:creationId xmlns:a16="http://schemas.microsoft.com/office/drawing/2014/main" id="{4528F4D4-51BE-F57B-1128-2634BDBE7068}"/>
              </a:ext>
            </a:extLst>
          </p:cNvPr>
          <p:cNvSpPr/>
          <p:nvPr/>
        </p:nvSpPr>
        <p:spPr>
          <a:xfrm>
            <a:off x="8879221" y="3487213"/>
            <a:ext cx="1188702" cy="409558"/>
          </a:xfrm>
          <a:prstGeom prst="rect">
            <a:avLst/>
          </a:prstGeom>
          <a:noFill/>
          <a:ln w="381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BF"/>
          </a:p>
        </p:txBody>
      </p:sp>
    </p:spTree>
    <p:extLst>
      <p:ext uri="{BB962C8B-B14F-4D97-AF65-F5344CB8AC3E}">
        <p14:creationId xmlns:p14="http://schemas.microsoft.com/office/powerpoint/2010/main" val="42844255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ZoneTexte 7">
            <a:extLst>
              <a:ext uri="{FF2B5EF4-FFF2-40B4-BE49-F238E27FC236}">
                <a16:creationId xmlns:a16="http://schemas.microsoft.com/office/drawing/2014/main" id="{80E89919-5782-371A-A535-BCBE81465210}"/>
              </a:ext>
            </a:extLst>
          </p:cNvPr>
          <p:cNvSpPr txBox="1"/>
          <p:nvPr/>
        </p:nvSpPr>
        <p:spPr>
          <a:xfrm>
            <a:off x="1162629" y="262966"/>
            <a:ext cx="3657600" cy="369332"/>
          </a:xfrm>
          <a:prstGeom prst="rect">
            <a:avLst/>
          </a:prstGeom>
          <a:noFill/>
        </p:spPr>
        <p:txBody>
          <a:bodyPr wrap="square" rtlCol="0">
            <a:spAutoFit/>
          </a:bodyPr>
          <a:lstStyle/>
          <a:p>
            <a:r>
              <a:rPr lang="fr-FR" b="1" dirty="0">
                <a:solidFill>
                  <a:schemeClr val="accent5">
                    <a:lumMod val="75000"/>
                  </a:schemeClr>
                </a:solidFill>
              </a:rPr>
              <a:t>  La Box Wifi ZTE</a:t>
            </a:r>
          </a:p>
        </p:txBody>
      </p:sp>
      <p:pic>
        <p:nvPicPr>
          <p:cNvPr id="21" name="Image 20" descr="Une image contenant texte, capture d’écran, tableau blanc, conception&#10;&#10;Description générée automatiquement">
            <a:extLst>
              <a:ext uri="{FF2B5EF4-FFF2-40B4-BE49-F238E27FC236}">
                <a16:creationId xmlns:a16="http://schemas.microsoft.com/office/drawing/2014/main" id="{19AAE1C0-88A0-C80B-E0C1-35477ED321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080653" y="422315"/>
            <a:ext cx="2935352" cy="4449905"/>
          </a:xfrm>
          <a:prstGeom prst="rect">
            <a:avLst/>
          </a:prstGeom>
        </p:spPr>
      </p:pic>
      <p:pic>
        <p:nvPicPr>
          <p:cNvPr id="22" name="Image 21" descr="Une image contenant Appareils électroniques, intérieur, routeur, conception&#10;&#10;Description générée automatiquement">
            <a:extLst>
              <a:ext uri="{FF2B5EF4-FFF2-40B4-BE49-F238E27FC236}">
                <a16:creationId xmlns:a16="http://schemas.microsoft.com/office/drawing/2014/main" id="{F228338A-A431-395A-6916-3326C28E608B}"/>
              </a:ext>
            </a:extLst>
          </p:cNvPr>
          <p:cNvPicPr>
            <a:picLocks noChangeAspect="1"/>
          </p:cNvPicPr>
          <p:nvPr/>
        </p:nvPicPr>
        <p:blipFill rotWithShape="1">
          <a:blip r:embed="rId3">
            <a:extLst>
              <a:ext uri="{28A0092B-C50C-407E-A947-70E740481C1C}">
                <a14:useLocalDpi xmlns:a14="http://schemas.microsoft.com/office/drawing/2010/main" val="0"/>
              </a:ext>
            </a:extLst>
          </a:blip>
          <a:srcRect t="24280" b="45404"/>
          <a:stretch/>
        </p:blipFill>
        <p:spPr>
          <a:xfrm>
            <a:off x="7109368" y="5292248"/>
            <a:ext cx="4423788" cy="1177870"/>
          </a:xfrm>
          <a:prstGeom prst="rect">
            <a:avLst/>
          </a:prstGeom>
        </p:spPr>
      </p:pic>
      <p:sp>
        <p:nvSpPr>
          <p:cNvPr id="23" name="Rectangle 22">
            <a:extLst>
              <a:ext uri="{FF2B5EF4-FFF2-40B4-BE49-F238E27FC236}">
                <a16:creationId xmlns:a16="http://schemas.microsoft.com/office/drawing/2014/main" id="{64B434C2-03B0-79AB-BC84-0EFA2B407A30}"/>
              </a:ext>
            </a:extLst>
          </p:cNvPr>
          <p:cNvSpPr/>
          <p:nvPr/>
        </p:nvSpPr>
        <p:spPr>
          <a:xfrm>
            <a:off x="10220652" y="5495530"/>
            <a:ext cx="452387" cy="740411"/>
          </a:xfrm>
          <a:prstGeom prst="rect">
            <a:avLst/>
          </a:prstGeom>
          <a:no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BF"/>
          </a:p>
        </p:txBody>
      </p:sp>
      <p:sp>
        <p:nvSpPr>
          <p:cNvPr id="24" name="Rectangle 23">
            <a:extLst>
              <a:ext uri="{FF2B5EF4-FFF2-40B4-BE49-F238E27FC236}">
                <a16:creationId xmlns:a16="http://schemas.microsoft.com/office/drawing/2014/main" id="{E36F806C-CAB1-6C90-C543-C9F0E7134943}"/>
              </a:ext>
            </a:extLst>
          </p:cNvPr>
          <p:cNvSpPr/>
          <p:nvPr/>
        </p:nvSpPr>
        <p:spPr>
          <a:xfrm>
            <a:off x="11012375" y="5429488"/>
            <a:ext cx="452388" cy="837398"/>
          </a:xfrm>
          <a:prstGeom prst="rect">
            <a:avLst/>
          </a:prstGeom>
          <a:noFill/>
          <a:ln w="38100">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BF"/>
          </a:p>
        </p:txBody>
      </p:sp>
      <p:sp>
        <p:nvSpPr>
          <p:cNvPr id="25" name="Rectangle 24">
            <a:extLst>
              <a:ext uri="{FF2B5EF4-FFF2-40B4-BE49-F238E27FC236}">
                <a16:creationId xmlns:a16="http://schemas.microsoft.com/office/drawing/2014/main" id="{9AAD2A81-457B-7B16-539C-5CE5EDC29618}"/>
              </a:ext>
            </a:extLst>
          </p:cNvPr>
          <p:cNvSpPr/>
          <p:nvPr/>
        </p:nvSpPr>
        <p:spPr>
          <a:xfrm>
            <a:off x="7533861" y="5441767"/>
            <a:ext cx="2283872" cy="740412"/>
          </a:xfrm>
          <a:prstGeom prst="rect">
            <a:avLst/>
          </a:prstGeom>
          <a:noFill/>
          <a:ln w="381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BF"/>
          </a:p>
        </p:txBody>
      </p:sp>
      <p:sp>
        <p:nvSpPr>
          <p:cNvPr id="27" name="Rectangle 26">
            <a:extLst>
              <a:ext uri="{FF2B5EF4-FFF2-40B4-BE49-F238E27FC236}">
                <a16:creationId xmlns:a16="http://schemas.microsoft.com/office/drawing/2014/main" id="{5186AF08-A3CE-BB7F-17A5-F278307A2401}"/>
              </a:ext>
            </a:extLst>
          </p:cNvPr>
          <p:cNvSpPr/>
          <p:nvPr/>
        </p:nvSpPr>
        <p:spPr>
          <a:xfrm>
            <a:off x="11085855" y="3086435"/>
            <a:ext cx="265488" cy="458985"/>
          </a:xfrm>
          <a:prstGeom prst="rect">
            <a:avLst/>
          </a:prstGeom>
          <a:noFill/>
          <a:ln w="127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BF"/>
          </a:p>
        </p:txBody>
      </p:sp>
      <p:sp>
        <p:nvSpPr>
          <p:cNvPr id="28" name="Rectangle 27">
            <a:extLst>
              <a:ext uri="{FF2B5EF4-FFF2-40B4-BE49-F238E27FC236}">
                <a16:creationId xmlns:a16="http://schemas.microsoft.com/office/drawing/2014/main" id="{357FA49B-11D8-086A-36DF-089038B75EE4}"/>
              </a:ext>
            </a:extLst>
          </p:cNvPr>
          <p:cNvSpPr/>
          <p:nvPr/>
        </p:nvSpPr>
        <p:spPr>
          <a:xfrm>
            <a:off x="10472963" y="3093590"/>
            <a:ext cx="265488" cy="458985"/>
          </a:xfrm>
          <a:prstGeom prst="rect">
            <a:avLst/>
          </a:prstGeom>
          <a:noFill/>
          <a:ln w="12700">
            <a:solidFill>
              <a:schemeClr val="accent3">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BF"/>
          </a:p>
        </p:txBody>
      </p:sp>
      <p:sp>
        <p:nvSpPr>
          <p:cNvPr id="29" name="Rectangle 28">
            <a:extLst>
              <a:ext uri="{FF2B5EF4-FFF2-40B4-BE49-F238E27FC236}">
                <a16:creationId xmlns:a16="http://schemas.microsoft.com/office/drawing/2014/main" id="{F98881D3-1FFF-813D-E367-56D88962C433}"/>
              </a:ext>
            </a:extLst>
          </p:cNvPr>
          <p:cNvSpPr/>
          <p:nvPr/>
        </p:nvSpPr>
        <p:spPr>
          <a:xfrm>
            <a:off x="10780357" y="3086434"/>
            <a:ext cx="265488" cy="458985"/>
          </a:xfrm>
          <a:prstGeom prst="rect">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BF"/>
          </a:p>
        </p:txBody>
      </p:sp>
      <p:sp>
        <p:nvSpPr>
          <p:cNvPr id="5" name="Rectangle 4">
            <a:extLst>
              <a:ext uri="{FF2B5EF4-FFF2-40B4-BE49-F238E27FC236}">
                <a16:creationId xmlns:a16="http://schemas.microsoft.com/office/drawing/2014/main" id="{19B5E294-92AD-7CDD-5F16-13267A1AAA90}"/>
              </a:ext>
            </a:extLst>
          </p:cNvPr>
          <p:cNvSpPr/>
          <p:nvPr/>
        </p:nvSpPr>
        <p:spPr>
          <a:xfrm>
            <a:off x="7415164" y="3169883"/>
            <a:ext cx="452388" cy="262647"/>
          </a:xfrm>
          <a:prstGeom prst="rect">
            <a:avLst/>
          </a:prstGeom>
          <a:noFill/>
          <a:ln w="38100">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BF"/>
          </a:p>
        </p:txBody>
      </p:sp>
      <p:graphicFrame>
        <p:nvGraphicFramePr>
          <p:cNvPr id="10" name="Tableau 9">
            <a:extLst>
              <a:ext uri="{FF2B5EF4-FFF2-40B4-BE49-F238E27FC236}">
                <a16:creationId xmlns:a16="http://schemas.microsoft.com/office/drawing/2014/main" id="{1F73F6B8-EDCC-631C-1FC6-0981FA921E93}"/>
              </a:ext>
            </a:extLst>
          </p:cNvPr>
          <p:cNvGraphicFramePr>
            <a:graphicFrameLocks noGrp="1"/>
          </p:cNvGraphicFramePr>
          <p:nvPr>
            <p:extLst>
              <p:ext uri="{D42A27DB-BD31-4B8C-83A1-F6EECF244321}">
                <p14:modId xmlns:p14="http://schemas.microsoft.com/office/powerpoint/2010/main" val="2113796174"/>
              </p:ext>
            </p:extLst>
          </p:nvPr>
        </p:nvGraphicFramePr>
        <p:xfrm>
          <a:off x="479534" y="178702"/>
          <a:ext cx="5859687" cy="7452360"/>
        </p:xfrm>
        <a:graphic>
          <a:graphicData uri="http://schemas.openxmlformats.org/drawingml/2006/table">
            <a:tbl>
              <a:tblPr firstRow="1" bandRow="1">
                <a:tableStyleId>{5C22544A-7EE6-4342-B048-85BDC9FD1C3A}</a:tableStyleId>
              </a:tblPr>
              <a:tblGrid>
                <a:gridCol w="1953229">
                  <a:extLst>
                    <a:ext uri="{9D8B030D-6E8A-4147-A177-3AD203B41FA5}">
                      <a16:colId xmlns:a16="http://schemas.microsoft.com/office/drawing/2014/main" val="1384542771"/>
                    </a:ext>
                  </a:extLst>
                </a:gridCol>
                <a:gridCol w="1953229">
                  <a:extLst>
                    <a:ext uri="{9D8B030D-6E8A-4147-A177-3AD203B41FA5}">
                      <a16:colId xmlns:a16="http://schemas.microsoft.com/office/drawing/2014/main" val="225574197"/>
                    </a:ext>
                  </a:extLst>
                </a:gridCol>
                <a:gridCol w="1953229">
                  <a:extLst>
                    <a:ext uri="{9D8B030D-6E8A-4147-A177-3AD203B41FA5}">
                      <a16:colId xmlns:a16="http://schemas.microsoft.com/office/drawing/2014/main" val="1330403577"/>
                    </a:ext>
                  </a:extLst>
                </a:gridCol>
              </a:tblGrid>
              <a:tr h="284905">
                <a:tc>
                  <a:txBody>
                    <a:bodyPr/>
                    <a:lstStyle/>
                    <a:p>
                      <a:r>
                        <a:rPr lang="fr-FR" sz="1400" dirty="0">
                          <a:solidFill>
                            <a:schemeClr val="bg1"/>
                          </a:solidFill>
                        </a:rPr>
                        <a:t>Indicateur</a:t>
                      </a:r>
                      <a:endParaRPr lang="fr-BF" sz="1400"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c>
                  <a:txBody>
                    <a:bodyPr/>
                    <a:lstStyle/>
                    <a:p>
                      <a:r>
                        <a:rPr lang="fr-FR" sz="1400" dirty="0">
                          <a:solidFill>
                            <a:schemeClr val="bg1"/>
                          </a:solidFill>
                        </a:rPr>
                        <a:t>Statut</a:t>
                      </a:r>
                      <a:endParaRPr lang="fr-BF" sz="1400"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c>
                  <a:txBody>
                    <a:bodyPr/>
                    <a:lstStyle/>
                    <a:p>
                      <a:r>
                        <a:rPr lang="fr-FR" sz="1400" dirty="0">
                          <a:solidFill>
                            <a:schemeClr val="bg1"/>
                          </a:solidFill>
                        </a:rPr>
                        <a:t>Description</a:t>
                      </a:r>
                      <a:endParaRPr lang="fr-BF" sz="1400"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extLst>
                  <a:ext uri="{0D108BD9-81ED-4DB2-BD59-A6C34878D82A}">
                    <a16:rowId xmlns:a16="http://schemas.microsoft.com/office/drawing/2014/main" val="2395697413"/>
                  </a:ext>
                </a:extLst>
              </a:tr>
              <a:tr h="555566">
                <a:tc rowSpan="2">
                  <a:txBody>
                    <a:bodyPr/>
                    <a:lstStyle/>
                    <a:p>
                      <a:pPr algn="ctr"/>
                      <a:r>
                        <a:rPr lang="fr-FR" sz="1800">
                          <a:solidFill>
                            <a:schemeClr val="tx1"/>
                          </a:solidFill>
                        </a:rPr>
                        <a:t>Wi-Fi</a:t>
                      </a:r>
                      <a:endParaRPr lang="fr-BF"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fr-FR" sz="1100" dirty="0">
                          <a:solidFill>
                            <a:schemeClr val="tx1"/>
                          </a:solidFill>
                        </a:rPr>
                        <a:t>Eteint</a:t>
                      </a:r>
                      <a:endParaRPr lang="fr-BF" sz="11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dirty="0">
                          <a:solidFill>
                            <a:schemeClr val="tx1"/>
                          </a:solidFill>
                        </a:rPr>
                        <a:t>La Box n’est pas alimentée ou l’interrupteur d’alimentation est sur off</a:t>
                      </a:r>
                      <a:endParaRPr lang="fr-BF"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11963902"/>
                  </a:ext>
                </a:extLst>
              </a:tr>
              <a:tr h="242170">
                <a:tc vMerge="1">
                  <a:txBody>
                    <a:bodyPr/>
                    <a:lstStyle/>
                    <a:p>
                      <a:endParaRPr lang="fr-BF"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fr-FR" sz="1100" dirty="0">
                          <a:solidFill>
                            <a:schemeClr val="tx1"/>
                          </a:solidFill>
                        </a:rPr>
                        <a:t>Vert fixe</a:t>
                      </a:r>
                      <a:endParaRPr lang="fr-BF" sz="11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fr-FR" sz="1100" dirty="0">
                          <a:solidFill>
                            <a:schemeClr val="tx1"/>
                          </a:solidFill>
                        </a:rPr>
                        <a:t>La Box est alimentée</a:t>
                      </a:r>
                      <a:endParaRPr lang="fr-BF"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93220134"/>
                  </a:ext>
                </a:extLst>
              </a:tr>
              <a:tr h="712264">
                <a:tc rowSpan="3">
                  <a:txBody>
                    <a:bodyPr/>
                    <a:lstStyle/>
                    <a:p>
                      <a:pPr algn="ctr"/>
                      <a:r>
                        <a:rPr lang="fr-FR" sz="1100" dirty="0">
                          <a:solidFill>
                            <a:schemeClr val="tx1"/>
                          </a:solidFill>
                        </a:rPr>
                        <a:t>PON</a:t>
                      </a:r>
                      <a:endParaRPr lang="fr-BF" sz="11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fr-FR" sz="1100" dirty="0">
                          <a:solidFill>
                            <a:schemeClr val="tx1"/>
                          </a:solidFill>
                        </a:rPr>
                        <a:t>Eteint</a:t>
                      </a:r>
                      <a:endParaRPr lang="fr-BF" sz="11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fr-FR" sz="1100" dirty="0">
                          <a:solidFill>
                            <a:schemeClr val="tx1"/>
                          </a:solidFill>
                        </a:rPr>
                        <a:t>Le processus de synchronisation n’est pas démarré ou l’appareil n’est pas sous tension.</a:t>
                      </a:r>
                      <a:endParaRPr lang="fr-BF"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79145782"/>
                  </a:ext>
                </a:extLst>
              </a:tr>
              <a:tr h="398868">
                <a:tc vMerge="1">
                  <a:txBody>
                    <a:bodyPr/>
                    <a:lstStyle/>
                    <a:p>
                      <a:endParaRPr lang="fr-BF" sz="11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fr-FR" sz="1100" dirty="0">
                          <a:solidFill>
                            <a:schemeClr val="tx1"/>
                          </a:solidFill>
                        </a:rPr>
                        <a:t>Vert fixe</a:t>
                      </a:r>
                      <a:endParaRPr lang="fr-BF" sz="11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fr-FR" sz="1100" dirty="0">
                          <a:solidFill>
                            <a:schemeClr val="tx1"/>
                          </a:solidFill>
                        </a:rPr>
                        <a:t>La synchronisation de la box a réussi</a:t>
                      </a:r>
                      <a:endParaRPr lang="fr-BF"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98866919"/>
                  </a:ext>
                </a:extLst>
              </a:tr>
              <a:tr h="398868">
                <a:tc vMerge="1">
                  <a:txBody>
                    <a:bodyPr/>
                    <a:lstStyle/>
                    <a:p>
                      <a:endParaRPr lang="fr-BF" sz="11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fr-FR" sz="1100" dirty="0">
                          <a:solidFill>
                            <a:schemeClr val="tx1"/>
                          </a:solidFill>
                        </a:rPr>
                        <a:t>Vert clignotant</a:t>
                      </a:r>
                      <a:endParaRPr lang="fr-BF" sz="11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fr-FR" sz="1100" dirty="0">
                          <a:solidFill>
                            <a:schemeClr val="tx1"/>
                          </a:solidFill>
                        </a:rPr>
                        <a:t>La box est en cours de synchronisation</a:t>
                      </a:r>
                      <a:endParaRPr lang="fr-BF"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28137365"/>
                  </a:ext>
                </a:extLst>
              </a:tr>
              <a:tr h="398868">
                <a:tc rowSpan="3">
                  <a:txBody>
                    <a:bodyPr/>
                    <a:lstStyle/>
                    <a:p>
                      <a:pPr algn="ctr"/>
                      <a:r>
                        <a:rPr lang="fr-FR" sz="1100" dirty="0">
                          <a:solidFill>
                            <a:schemeClr val="tx1"/>
                          </a:solidFill>
                        </a:rPr>
                        <a:t>LOS</a:t>
                      </a:r>
                      <a:endParaRPr lang="fr-BF" sz="11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fr-FR" sz="1100" dirty="0">
                          <a:solidFill>
                            <a:schemeClr val="tx1"/>
                          </a:solidFill>
                        </a:rPr>
                        <a:t>Eteint</a:t>
                      </a:r>
                      <a:endParaRPr lang="fr-BF" sz="11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fr-FR" sz="1100" dirty="0">
                          <a:solidFill>
                            <a:schemeClr val="tx1"/>
                          </a:solidFill>
                        </a:rPr>
                        <a:t>La box reçoit une bonne puissance optique ou est éteint</a:t>
                      </a:r>
                      <a:endParaRPr lang="fr-BF"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25918668"/>
                  </a:ext>
                </a:extLst>
              </a:tr>
              <a:tr h="398868">
                <a:tc vMerge="1">
                  <a:txBody>
                    <a:bodyPr/>
                    <a:lstStyle/>
                    <a:p>
                      <a:endParaRPr lang="fr-BF"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fr-FR" sz="1100" dirty="0">
                          <a:solidFill>
                            <a:schemeClr val="tx1"/>
                          </a:solidFill>
                        </a:rPr>
                        <a:t>Rouge fixe</a:t>
                      </a:r>
                      <a:endParaRPr lang="fr-BF" sz="11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fr-FR" sz="1100" dirty="0">
                          <a:solidFill>
                            <a:schemeClr val="tx1"/>
                          </a:solidFill>
                        </a:rPr>
                        <a:t>La box ne reçoit pas de signal →KO Optique</a:t>
                      </a:r>
                      <a:endParaRPr lang="fr-BF"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81640419"/>
                  </a:ext>
                </a:extLst>
              </a:tr>
              <a:tr h="242170">
                <a:tc vMerge="1">
                  <a:txBody>
                    <a:bodyPr/>
                    <a:lstStyle/>
                    <a:p>
                      <a:endParaRPr lang="fr-BF"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fr-FR" sz="1100" dirty="0">
                          <a:solidFill>
                            <a:schemeClr val="tx1"/>
                          </a:solidFill>
                        </a:rPr>
                        <a:t>Rouge clignotant</a:t>
                      </a:r>
                      <a:endParaRPr lang="fr-BF" sz="11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fr-FR" sz="1100" dirty="0">
                          <a:solidFill>
                            <a:schemeClr val="tx1"/>
                          </a:solidFill>
                        </a:rPr>
                        <a:t>La box reçoit un signal dégradé</a:t>
                      </a:r>
                      <a:endParaRPr lang="fr-BF"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57246601"/>
                  </a:ext>
                </a:extLst>
              </a:tr>
              <a:tr h="398868">
                <a:tc rowSpan="3">
                  <a:txBody>
                    <a:bodyPr/>
                    <a:lstStyle/>
                    <a:p>
                      <a:pPr algn="ctr"/>
                      <a:r>
                        <a:rPr lang="fr-FR" sz="1100" dirty="0">
                          <a:solidFill>
                            <a:schemeClr val="tx1"/>
                          </a:solidFill>
                        </a:rPr>
                        <a:t>Internet</a:t>
                      </a:r>
                      <a:endParaRPr lang="fr-BF" sz="11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fr-FR" sz="1100" dirty="0">
                          <a:solidFill>
                            <a:schemeClr val="tx1"/>
                          </a:solidFill>
                        </a:rPr>
                        <a:t>Eteint</a:t>
                      </a:r>
                      <a:endParaRPr lang="fr-BF" sz="11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fr-FR" sz="1100" dirty="0">
                          <a:solidFill>
                            <a:schemeClr val="tx1"/>
                          </a:solidFill>
                        </a:rPr>
                        <a:t>La box n’est pas sous tension ou est en KO internet</a:t>
                      </a:r>
                      <a:endParaRPr lang="fr-BF"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13005635"/>
                  </a:ext>
                </a:extLst>
              </a:tr>
              <a:tr h="398868">
                <a:tc vMerge="1">
                  <a:txBody>
                    <a:bodyPr/>
                    <a:lstStyle/>
                    <a:p>
                      <a:endParaRPr lang="fr-BF"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fr-FR" sz="1100" dirty="0">
                          <a:solidFill>
                            <a:schemeClr val="tx1"/>
                          </a:solidFill>
                        </a:rPr>
                        <a:t>Vert fixe</a:t>
                      </a:r>
                      <a:endParaRPr lang="fr-BF" sz="11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fr-FR" sz="1100" dirty="0">
                          <a:solidFill>
                            <a:schemeClr val="tx1"/>
                          </a:solidFill>
                        </a:rPr>
                        <a:t>La connexion internet est établie</a:t>
                      </a:r>
                      <a:endParaRPr lang="fr-BF"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16701727"/>
                  </a:ext>
                </a:extLst>
              </a:tr>
              <a:tr h="398868">
                <a:tc vMerge="1">
                  <a:txBody>
                    <a:bodyPr/>
                    <a:lstStyle/>
                    <a:p>
                      <a:endParaRPr lang="fr-BF"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fr-FR" sz="1100" dirty="0">
                          <a:solidFill>
                            <a:schemeClr val="tx1"/>
                          </a:solidFill>
                        </a:rPr>
                        <a:t>Vert clignotant</a:t>
                      </a:r>
                      <a:endParaRPr lang="fr-BF" sz="11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fr-FR" sz="1100" dirty="0">
                          <a:solidFill>
                            <a:schemeClr val="tx1"/>
                          </a:solidFill>
                        </a:rPr>
                        <a:t> Un appareil est connecté à internet</a:t>
                      </a:r>
                      <a:endParaRPr lang="fr-BF"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56745075"/>
                  </a:ext>
                </a:extLst>
              </a:tr>
              <a:tr h="712264">
                <a:tc rowSpan="3">
                  <a:txBody>
                    <a:bodyPr/>
                    <a:lstStyle/>
                    <a:p>
                      <a:pPr algn="ctr"/>
                      <a:r>
                        <a:rPr lang="fr-FR" sz="1100" dirty="0">
                          <a:solidFill>
                            <a:schemeClr val="tx1"/>
                          </a:solidFill>
                        </a:rPr>
                        <a:t>LAN1 à LAN4</a:t>
                      </a:r>
                      <a:endParaRPr lang="fr-BF" sz="11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fr-FR" sz="1100" dirty="0">
                          <a:solidFill>
                            <a:schemeClr val="tx1"/>
                          </a:solidFill>
                        </a:rPr>
                        <a:t>Eteint</a:t>
                      </a:r>
                      <a:endParaRPr lang="fr-BF" sz="11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fr-FR" sz="1100" dirty="0">
                          <a:solidFill>
                            <a:schemeClr val="tx1"/>
                          </a:solidFill>
                        </a:rPr>
                        <a:t>La Box n’est pas sous tension ou la liaison réseau via un câble RJ45 sur l’un des ports jaunes de la Box n’est pas établie.</a:t>
                      </a:r>
                      <a:endParaRPr lang="fr-BF"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14323347"/>
                  </a:ext>
                </a:extLst>
              </a:tr>
              <a:tr h="398868">
                <a:tc vMerge="1">
                  <a:txBody>
                    <a:bodyPr/>
                    <a:lstStyle/>
                    <a:p>
                      <a:endParaRPr lang="fr-BF"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fr-FR" sz="1100" dirty="0">
                          <a:solidFill>
                            <a:schemeClr val="tx1"/>
                          </a:solidFill>
                        </a:rPr>
                        <a:t>Vert Fixe</a:t>
                      </a:r>
                      <a:endParaRPr lang="fr-BF" sz="11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fr-FR" sz="1100" dirty="0">
                          <a:solidFill>
                            <a:schemeClr val="tx1"/>
                          </a:solidFill>
                        </a:rPr>
                        <a:t>La liaison réseau est établie entre la box et un appareil </a:t>
                      </a:r>
                      <a:endParaRPr lang="fr-BF"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26282191"/>
                  </a:ext>
                </a:extLst>
              </a:tr>
              <a:tr h="555566">
                <a:tc vMerge="1">
                  <a:txBody>
                    <a:bodyPr/>
                    <a:lstStyle/>
                    <a:p>
                      <a:endParaRPr lang="fr-BF"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fr-FR" sz="1100" dirty="0">
                          <a:solidFill>
                            <a:schemeClr val="tx1"/>
                          </a:solidFill>
                        </a:rPr>
                        <a:t>Vert clignotant</a:t>
                      </a:r>
                      <a:endParaRPr lang="fr-BF" sz="11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fr-FR" sz="1100" dirty="0">
                          <a:solidFill>
                            <a:schemeClr val="tx1"/>
                          </a:solidFill>
                        </a:rPr>
                        <a:t>Les données sont transmises et reçus par l’appareil connecté à la Box</a:t>
                      </a:r>
                      <a:endParaRPr lang="fr-BF"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65876861"/>
                  </a:ext>
                </a:extLst>
              </a:tr>
            </a:tbl>
          </a:graphicData>
        </a:graphic>
      </p:graphicFrame>
      <p:sp>
        <p:nvSpPr>
          <p:cNvPr id="11" name="Rectangle 10">
            <a:extLst>
              <a:ext uri="{FF2B5EF4-FFF2-40B4-BE49-F238E27FC236}">
                <a16:creationId xmlns:a16="http://schemas.microsoft.com/office/drawing/2014/main" id="{5395341D-E937-D9C5-DD05-46A41C31DC0A}"/>
              </a:ext>
            </a:extLst>
          </p:cNvPr>
          <p:cNvSpPr/>
          <p:nvPr/>
        </p:nvSpPr>
        <p:spPr>
          <a:xfrm>
            <a:off x="8746750" y="3081570"/>
            <a:ext cx="1199664" cy="379081"/>
          </a:xfrm>
          <a:prstGeom prst="rect">
            <a:avLst/>
          </a:prstGeom>
          <a:noFill/>
          <a:ln w="381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BF"/>
          </a:p>
        </p:txBody>
      </p:sp>
    </p:spTree>
    <p:extLst>
      <p:ext uri="{BB962C8B-B14F-4D97-AF65-F5344CB8AC3E}">
        <p14:creationId xmlns:p14="http://schemas.microsoft.com/office/powerpoint/2010/main" val="11991660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 10" descr="Une image contenant Appareils électroniques, intérieur, routeur, conception&#10;&#10;Description générée automatiquement">
            <a:extLst>
              <a:ext uri="{FF2B5EF4-FFF2-40B4-BE49-F238E27FC236}">
                <a16:creationId xmlns:a16="http://schemas.microsoft.com/office/drawing/2014/main" id="{40330A3A-80BF-F32A-5AFE-0963F131D045}"/>
              </a:ext>
            </a:extLst>
          </p:cNvPr>
          <p:cNvPicPr>
            <a:picLocks noChangeAspect="1"/>
          </p:cNvPicPr>
          <p:nvPr/>
        </p:nvPicPr>
        <p:blipFill rotWithShape="1">
          <a:blip r:embed="rId2">
            <a:extLst>
              <a:ext uri="{28A0092B-C50C-407E-A947-70E740481C1C}">
                <a14:useLocalDpi xmlns:a14="http://schemas.microsoft.com/office/drawing/2010/main" val="0"/>
              </a:ext>
            </a:extLst>
          </a:blip>
          <a:srcRect t="24280" b="45404"/>
          <a:stretch/>
        </p:blipFill>
        <p:spPr>
          <a:xfrm>
            <a:off x="6666098" y="4867663"/>
            <a:ext cx="5160209" cy="1177870"/>
          </a:xfrm>
          <a:prstGeom prst="rect">
            <a:avLst/>
          </a:prstGeom>
        </p:spPr>
      </p:pic>
      <p:sp>
        <p:nvSpPr>
          <p:cNvPr id="6" name="ZoneTexte 5">
            <a:extLst>
              <a:ext uri="{FF2B5EF4-FFF2-40B4-BE49-F238E27FC236}">
                <a16:creationId xmlns:a16="http://schemas.microsoft.com/office/drawing/2014/main" id="{A2522B00-7FA2-AB39-086D-E2281B62495C}"/>
              </a:ext>
            </a:extLst>
          </p:cNvPr>
          <p:cNvSpPr txBox="1"/>
          <p:nvPr/>
        </p:nvSpPr>
        <p:spPr>
          <a:xfrm>
            <a:off x="710293" y="632298"/>
            <a:ext cx="5324784" cy="2954655"/>
          </a:xfrm>
          <a:prstGeom prst="rect">
            <a:avLst/>
          </a:prstGeom>
          <a:noFill/>
        </p:spPr>
        <p:txBody>
          <a:bodyPr wrap="square" rtlCol="0">
            <a:spAutoFit/>
          </a:bodyPr>
          <a:lstStyle/>
          <a:p>
            <a:r>
              <a:rPr lang="fr-FR" sz="1200" b="1" dirty="0">
                <a:solidFill>
                  <a:schemeClr val="accent5">
                    <a:lumMod val="75000"/>
                  </a:schemeClr>
                </a:solidFill>
              </a:rPr>
              <a:t>  </a:t>
            </a:r>
          </a:p>
          <a:p>
            <a:r>
              <a:rPr lang="fr-FR" sz="1200" b="1" u="sng" dirty="0"/>
              <a:t>Les voyants:</a:t>
            </a:r>
          </a:p>
          <a:p>
            <a:endParaRPr lang="fr-FR" sz="1200" b="1" u="sng" dirty="0"/>
          </a:p>
          <a:p>
            <a:endParaRPr lang="fr-FR" sz="1200" dirty="0"/>
          </a:p>
          <a:p>
            <a:pPr marL="285750" indent="-285750">
              <a:buFont typeface="Wingdings" panose="05000000000000000000" pitchFamily="2" charset="2"/>
              <a:buChar char="Ø"/>
            </a:pPr>
            <a:r>
              <a:rPr lang="fr-FR" sz="1200" b="1" dirty="0">
                <a:solidFill>
                  <a:srgbClr val="00B050"/>
                </a:solidFill>
              </a:rPr>
              <a:t>On/Off: </a:t>
            </a:r>
            <a:r>
              <a:rPr lang="fr-FR" sz="1200" dirty="0"/>
              <a:t>Ce bouton permet d’allumer électriquement la box</a:t>
            </a:r>
          </a:p>
          <a:p>
            <a:pPr marL="285750" indent="-285750">
              <a:buFont typeface="Wingdings" panose="05000000000000000000" pitchFamily="2" charset="2"/>
              <a:buChar char="Ø"/>
            </a:pPr>
            <a:r>
              <a:rPr lang="fr-FR" sz="1200" b="1" dirty="0">
                <a:solidFill>
                  <a:schemeClr val="accent2">
                    <a:lumMod val="75000"/>
                  </a:schemeClr>
                </a:solidFill>
              </a:rPr>
              <a:t>Port LAN</a:t>
            </a:r>
            <a:r>
              <a:rPr lang="fr-FR" sz="1200" dirty="0">
                <a:solidFill>
                  <a:schemeClr val="accent2">
                    <a:lumMod val="75000"/>
                  </a:schemeClr>
                </a:solidFill>
              </a:rPr>
              <a:t> </a:t>
            </a:r>
            <a:r>
              <a:rPr lang="fr-FR" sz="1200" dirty="0"/>
              <a:t>: Ce voyant indique qu’un équipement est connecté sur un port LAN de la Box. Ce voyant clignote quand un équipement est connecté et trafic sur internet. Il est fixe quand l’équipement est connecté sans trafic (en veille)</a:t>
            </a:r>
          </a:p>
          <a:p>
            <a:endParaRPr lang="fr-FR" sz="1200" dirty="0"/>
          </a:p>
          <a:p>
            <a:pPr marL="285750" indent="-285750">
              <a:buFont typeface="Wingdings" panose="05000000000000000000" pitchFamily="2" charset="2"/>
              <a:buChar char="Ø"/>
            </a:pPr>
            <a:r>
              <a:rPr lang="fr-FR" sz="1200" b="1" dirty="0">
                <a:solidFill>
                  <a:srgbClr val="00B0F0"/>
                </a:solidFill>
              </a:rPr>
              <a:t>Reset: </a:t>
            </a:r>
          </a:p>
          <a:p>
            <a:endParaRPr lang="fr-FR" sz="1200" dirty="0">
              <a:solidFill>
                <a:schemeClr val="accent5">
                  <a:lumMod val="75000"/>
                </a:schemeClr>
              </a:solidFill>
            </a:endParaRPr>
          </a:p>
          <a:p>
            <a:pPr algn="l"/>
            <a:endParaRPr lang="fr-BF" sz="1800" b="0" i="0" u="none" strike="noStrike" baseline="0" dirty="0">
              <a:solidFill>
                <a:srgbClr val="000000"/>
              </a:solidFill>
              <a:latin typeface="Tw Cen MT" panose="020B0602020104020603" pitchFamily="34" charset="0"/>
            </a:endParaRPr>
          </a:p>
          <a:p>
            <a:endParaRPr lang="fr-BF" sz="1200" dirty="0"/>
          </a:p>
          <a:p>
            <a:pPr marL="285750" indent="-285750">
              <a:buFont typeface="Wingdings" panose="05000000000000000000" pitchFamily="2" charset="2"/>
              <a:buChar char="Ø"/>
            </a:pPr>
            <a:endParaRPr lang="fr-FR" sz="1200" b="1" dirty="0">
              <a:solidFill>
                <a:schemeClr val="accent5">
                  <a:lumMod val="75000"/>
                </a:schemeClr>
              </a:solidFill>
            </a:endParaRPr>
          </a:p>
        </p:txBody>
      </p:sp>
      <p:sp>
        <p:nvSpPr>
          <p:cNvPr id="8" name="ZoneTexte 7">
            <a:extLst>
              <a:ext uri="{FF2B5EF4-FFF2-40B4-BE49-F238E27FC236}">
                <a16:creationId xmlns:a16="http://schemas.microsoft.com/office/drawing/2014/main" id="{80E89919-5782-371A-A535-BCBE81465210}"/>
              </a:ext>
            </a:extLst>
          </p:cNvPr>
          <p:cNvSpPr txBox="1"/>
          <p:nvPr/>
        </p:nvSpPr>
        <p:spPr>
          <a:xfrm>
            <a:off x="1162629" y="262966"/>
            <a:ext cx="3657600" cy="369332"/>
          </a:xfrm>
          <a:prstGeom prst="rect">
            <a:avLst/>
          </a:prstGeom>
          <a:noFill/>
        </p:spPr>
        <p:txBody>
          <a:bodyPr wrap="square" rtlCol="0">
            <a:spAutoFit/>
          </a:bodyPr>
          <a:lstStyle/>
          <a:p>
            <a:r>
              <a:rPr lang="fr-FR" b="1" dirty="0">
                <a:solidFill>
                  <a:schemeClr val="accent5">
                    <a:lumMod val="75000"/>
                  </a:schemeClr>
                </a:solidFill>
              </a:rPr>
              <a:t>  La Box Wifi ZTE</a:t>
            </a:r>
          </a:p>
        </p:txBody>
      </p:sp>
      <p:sp>
        <p:nvSpPr>
          <p:cNvPr id="4" name="Rectangle 3">
            <a:extLst>
              <a:ext uri="{FF2B5EF4-FFF2-40B4-BE49-F238E27FC236}">
                <a16:creationId xmlns:a16="http://schemas.microsoft.com/office/drawing/2014/main" id="{25C36345-F369-EC51-AF14-2421D07221F2}"/>
              </a:ext>
            </a:extLst>
          </p:cNvPr>
          <p:cNvSpPr/>
          <p:nvPr/>
        </p:nvSpPr>
        <p:spPr>
          <a:xfrm>
            <a:off x="10354878" y="5021042"/>
            <a:ext cx="452387" cy="740411"/>
          </a:xfrm>
          <a:prstGeom prst="rect">
            <a:avLst/>
          </a:prstGeom>
          <a:noFill/>
          <a:ln w="381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BF"/>
          </a:p>
        </p:txBody>
      </p:sp>
      <p:sp>
        <p:nvSpPr>
          <p:cNvPr id="7" name="Rectangle 6">
            <a:extLst>
              <a:ext uri="{FF2B5EF4-FFF2-40B4-BE49-F238E27FC236}">
                <a16:creationId xmlns:a16="http://schemas.microsoft.com/office/drawing/2014/main" id="{13646E44-B024-F0B7-E983-D133902FF56C}"/>
              </a:ext>
            </a:extLst>
          </p:cNvPr>
          <p:cNvSpPr/>
          <p:nvPr/>
        </p:nvSpPr>
        <p:spPr>
          <a:xfrm>
            <a:off x="11280808" y="4985887"/>
            <a:ext cx="452388" cy="837398"/>
          </a:xfrm>
          <a:prstGeom prst="rect">
            <a:avLst/>
          </a:prstGeom>
          <a:noFill/>
          <a:ln w="38100">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BF"/>
          </a:p>
        </p:txBody>
      </p:sp>
      <p:sp>
        <p:nvSpPr>
          <p:cNvPr id="9" name="Rectangle 8">
            <a:extLst>
              <a:ext uri="{FF2B5EF4-FFF2-40B4-BE49-F238E27FC236}">
                <a16:creationId xmlns:a16="http://schemas.microsoft.com/office/drawing/2014/main" id="{2C28A0E0-9849-90F4-A6A8-A45EC76A3B5F}"/>
              </a:ext>
            </a:extLst>
          </p:cNvPr>
          <p:cNvSpPr/>
          <p:nvPr/>
        </p:nvSpPr>
        <p:spPr>
          <a:xfrm>
            <a:off x="7284231" y="5082872"/>
            <a:ext cx="2506406" cy="740412"/>
          </a:xfrm>
          <a:prstGeom prst="rect">
            <a:avLst/>
          </a:pr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BF"/>
          </a:p>
        </p:txBody>
      </p:sp>
      <p:pic>
        <p:nvPicPr>
          <p:cNvPr id="12" name="Image 11" descr="Une image contenant Appareils électroniques, Appareil électronique, intérieur, conduire&#10;&#10;Description générée automatiquement">
            <a:extLst>
              <a:ext uri="{FF2B5EF4-FFF2-40B4-BE49-F238E27FC236}">
                <a16:creationId xmlns:a16="http://schemas.microsoft.com/office/drawing/2014/main" id="{29281088-B343-AEA9-A9D4-8BBF0F64A26A}"/>
              </a:ext>
            </a:extLst>
          </p:cNvPr>
          <p:cNvPicPr>
            <a:picLocks noChangeAspect="1"/>
          </p:cNvPicPr>
          <p:nvPr/>
        </p:nvPicPr>
        <p:blipFill rotWithShape="1">
          <a:blip r:embed="rId3">
            <a:extLst>
              <a:ext uri="{28A0092B-C50C-407E-A947-70E740481C1C}">
                <a14:useLocalDpi xmlns:a14="http://schemas.microsoft.com/office/drawing/2010/main" val="0"/>
              </a:ext>
            </a:extLst>
          </a:blip>
          <a:srcRect l="3134" t="3965" r="8628" b="3523"/>
          <a:stretch/>
        </p:blipFill>
        <p:spPr>
          <a:xfrm rot="10800000">
            <a:off x="6687011" y="596951"/>
            <a:ext cx="5213182" cy="3078759"/>
          </a:xfrm>
          <a:prstGeom prst="rect">
            <a:avLst/>
          </a:prstGeom>
        </p:spPr>
      </p:pic>
    </p:spTree>
    <p:extLst>
      <p:ext uri="{BB962C8B-B14F-4D97-AF65-F5344CB8AC3E}">
        <p14:creationId xmlns:p14="http://schemas.microsoft.com/office/powerpoint/2010/main" val="20160521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 10" descr="Une image contenant Appareils électroniques, intérieur, routeur, conception&#10;&#10;Description générée automatiquement">
            <a:extLst>
              <a:ext uri="{FF2B5EF4-FFF2-40B4-BE49-F238E27FC236}">
                <a16:creationId xmlns:a16="http://schemas.microsoft.com/office/drawing/2014/main" id="{40330A3A-80BF-F32A-5AFE-0963F131D045}"/>
              </a:ext>
            </a:extLst>
          </p:cNvPr>
          <p:cNvPicPr>
            <a:picLocks noChangeAspect="1"/>
          </p:cNvPicPr>
          <p:nvPr/>
        </p:nvPicPr>
        <p:blipFill rotWithShape="1">
          <a:blip r:embed="rId2">
            <a:extLst>
              <a:ext uri="{28A0092B-C50C-407E-A947-70E740481C1C}">
                <a14:useLocalDpi xmlns:a14="http://schemas.microsoft.com/office/drawing/2010/main" val="0"/>
              </a:ext>
            </a:extLst>
          </a:blip>
          <a:srcRect t="24280" b="45404"/>
          <a:stretch/>
        </p:blipFill>
        <p:spPr>
          <a:xfrm>
            <a:off x="6666098" y="4867663"/>
            <a:ext cx="5160209" cy="1177870"/>
          </a:xfrm>
          <a:prstGeom prst="rect">
            <a:avLst/>
          </a:prstGeom>
        </p:spPr>
      </p:pic>
      <p:sp>
        <p:nvSpPr>
          <p:cNvPr id="8" name="ZoneTexte 7">
            <a:extLst>
              <a:ext uri="{FF2B5EF4-FFF2-40B4-BE49-F238E27FC236}">
                <a16:creationId xmlns:a16="http://schemas.microsoft.com/office/drawing/2014/main" id="{80E89919-5782-371A-A535-BCBE81465210}"/>
              </a:ext>
            </a:extLst>
          </p:cNvPr>
          <p:cNvSpPr txBox="1"/>
          <p:nvPr/>
        </p:nvSpPr>
        <p:spPr>
          <a:xfrm>
            <a:off x="1162629" y="262966"/>
            <a:ext cx="3657600" cy="369332"/>
          </a:xfrm>
          <a:prstGeom prst="rect">
            <a:avLst/>
          </a:prstGeom>
          <a:noFill/>
        </p:spPr>
        <p:txBody>
          <a:bodyPr wrap="square" rtlCol="0">
            <a:spAutoFit/>
          </a:bodyPr>
          <a:lstStyle/>
          <a:p>
            <a:r>
              <a:rPr lang="fr-FR" b="1" dirty="0">
                <a:solidFill>
                  <a:schemeClr val="accent5">
                    <a:lumMod val="75000"/>
                  </a:schemeClr>
                </a:solidFill>
              </a:rPr>
              <a:t>  La Box Wifi ZTE</a:t>
            </a:r>
          </a:p>
        </p:txBody>
      </p:sp>
      <p:sp>
        <p:nvSpPr>
          <p:cNvPr id="4" name="Rectangle 3">
            <a:extLst>
              <a:ext uri="{FF2B5EF4-FFF2-40B4-BE49-F238E27FC236}">
                <a16:creationId xmlns:a16="http://schemas.microsoft.com/office/drawing/2014/main" id="{25C36345-F369-EC51-AF14-2421D07221F2}"/>
              </a:ext>
            </a:extLst>
          </p:cNvPr>
          <p:cNvSpPr/>
          <p:nvPr/>
        </p:nvSpPr>
        <p:spPr>
          <a:xfrm>
            <a:off x="10354878" y="5021042"/>
            <a:ext cx="452387" cy="740411"/>
          </a:xfrm>
          <a:prstGeom prst="rect">
            <a:avLst/>
          </a:prstGeom>
          <a:noFill/>
          <a:ln w="381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BF"/>
          </a:p>
        </p:txBody>
      </p:sp>
      <p:sp>
        <p:nvSpPr>
          <p:cNvPr id="7" name="Rectangle 6">
            <a:extLst>
              <a:ext uri="{FF2B5EF4-FFF2-40B4-BE49-F238E27FC236}">
                <a16:creationId xmlns:a16="http://schemas.microsoft.com/office/drawing/2014/main" id="{13646E44-B024-F0B7-E983-D133902FF56C}"/>
              </a:ext>
            </a:extLst>
          </p:cNvPr>
          <p:cNvSpPr/>
          <p:nvPr/>
        </p:nvSpPr>
        <p:spPr>
          <a:xfrm>
            <a:off x="11280808" y="4985887"/>
            <a:ext cx="452388" cy="837398"/>
          </a:xfrm>
          <a:prstGeom prst="rect">
            <a:avLst/>
          </a:prstGeom>
          <a:noFill/>
          <a:ln w="38100">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BF"/>
          </a:p>
        </p:txBody>
      </p:sp>
      <p:sp>
        <p:nvSpPr>
          <p:cNvPr id="9" name="Rectangle 8">
            <a:extLst>
              <a:ext uri="{FF2B5EF4-FFF2-40B4-BE49-F238E27FC236}">
                <a16:creationId xmlns:a16="http://schemas.microsoft.com/office/drawing/2014/main" id="{2C28A0E0-9849-90F4-A6A8-A45EC76A3B5F}"/>
              </a:ext>
            </a:extLst>
          </p:cNvPr>
          <p:cNvSpPr/>
          <p:nvPr/>
        </p:nvSpPr>
        <p:spPr>
          <a:xfrm>
            <a:off x="7284231" y="5082872"/>
            <a:ext cx="2506406" cy="740412"/>
          </a:xfrm>
          <a:prstGeom prst="rect">
            <a:avLst/>
          </a:pr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BF"/>
          </a:p>
        </p:txBody>
      </p:sp>
      <p:pic>
        <p:nvPicPr>
          <p:cNvPr id="12" name="Image 11" descr="Une image contenant Appareils électroniques, Appareil électronique, intérieur, conduire&#10;&#10;Description générée automatiquement">
            <a:extLst>
              <a:ext uri="{FF2B5EF4-FFF2-40B4-BE49-F238E27FC236}">
                <a16:creationId xmlns:a16="http://schemas.microsoft.com/office/drawing/2014/main" id="{29281088-B343-AEA9-A9D4-8BBF0F64A26A}"/>
              </a:ext>
            </a:extLst>
          </p:cNvPr>
          <p:cNvPicPr>
            <a:picLocks noChangeAspect="1"/>
          </p:cNvPicPr>
          <p:nvPr/>
        </p:nvPicPr>
        <p:blipFill rotWithShape="1">
          <a:blip r:embed="rId3">
            <a:extLst>
              <a:ext uri="{28A0092B-C50C-407E-A947-70E740481C1C}">
                <a14:useLocalDpi xmlns:a14="http://schemas.microsoft.com/office/drawing/2010/main" val="0"/>
              </a:ext>
            </a:extLst>
          </a:blip>
          <a:srcRect l="3134" t="3965" r="8628" b="3523"/>
          <a:stretch/>
        </p:blipFill>
        <p:spPr>
          <a:xfrm rot="10800000">
            <a:off x="6687011" y="596951"/>
            <a:ext cx="5213182" cy="3078759"/>
          </a:xfrm>
          <a:prstGeom prst="rect">
            <a:avLst/>
          </a:prstGeom>
        </p:spPr>
      </p:pic>
      <p:graphicFrame>
        <p:nvGraphicFramePr>
          <p:cNvPr id="2" name="Tableau 1">
            <a:extLst>
              <a:ext uri="{FF2B5EF4-FFF2-40B4-BE49-F238E27FC236}">
                <a16:creationId xmlns:a16="http://schemas.microsoft.com/office/drawing/2014/main" id="{17D777DB-B7B6-1BDE-21BE-4C94A16445F7}"/>
              </a:ext>
            </a:extLst>
          </p:cNvPr>
          <p:cNvGraphicFramePr>
            <a:graphicFrameLocks noGrp="1"/>
          </p:cNvGraphicFramePr>
          <p:nvPr>
            <p:extLst>
              <p:ext uri="{D42A27DB-BD31-4B8C-83A1-F6EECF244321}">
                <p14:modId xmlns:p14="http://schemas.microsoft.com/office/powerpoint/2010/main" val="3086121789"/>
              </p:ext>
            </p:extLst>
          </p:nvPr>
        </p:nvGraphicFramePr>
        <p:xfrm>
          <a:off x="96197" y="1023811"/>
          <a:ext cx="6489429" cy="797560"/>
        </p:xfrm>
        <a:graphic>
          <a:graphicData uri="http://schemas.openxmlformats.org/drawingml/2006/table">
            <a:tbl>
              <a:tblPr firstRow="1" bandRow="1">
                <a:tableStyleId>{5C22544A-7EE6-4342-B048-85BDC9FD1C3A}</a:tableStyleId>
              </a:tblPr>
              <a:tblGrid>
                <a:gridCol w="2163143">
                  <a:extLst>
                    <a:ext uri="{9D8B030D-6E8A-4147-A177-3AD203B41FA5}">
                      <a16:colId xmlns:a16="http://schemas.microsoft.com/office/drawing/2014/main" val="3642455575"/>
                    </a:ext>
                  </a:extLst>
                </a:gridCol>
                <a:gridCol w="1524720">
                  <a:extLst>
                    <a:ext uri="{9D8B030D-6E8A-4147-A177-3AD203B41FA5}">
                      <a16:colId xmlns:a16="http://schemas.microsoft.com/office/drawing/2014/main" val="2760303911"/>
                    </a:ext>
                  </a:extLst>
                </a:gridCol>
                <a:gridCol w="2801566">
                  <a:extLst>
                    <a:ext uri="{9D8B030D-6E8A-4147-A177-3AD203B41FA5}">
                      <a16:colId xmlns:a16="http://schemas.microsoft.com/office/drawing/2014/main" val="1017544469"/>
                    </a:ext>
                  </a:extLst>
                </a:gridCol>
              </a:tblGrid>
              <a:tr h="370840">
                <a:tc rowSpan="2">
                  <a:txBody>
                    <a:bodyPr/>
                    <a:lstStyle/>
                    <a:p>
                      <a:pPr algn="ctr"/>
                      <a:r>
                        <a:rPr lang="fr-FR" sz="1100" dirty="0">
                          <a:solidFill>
                            <a:srgbClr val="00B050"/>
                          </a:solidFill>
                        </a:rPr>
                        <a:t>Power</a:t>
                      </a:r>
                      <a:endParaRPr lang="fr-BF" sz="1100" dirty="0">
                        <a:solidFill>
                          <a:srgbClr val="00B05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fr-FR" sz="1100" dirty="0">
                          <a:solidFill>
                            <a:schemeClr val="tx1"/>
                          </a:solidFill>
                        </a:rPr>
                        <a:t>Eteint</a:t>
                      </a:r>
                      <a:endParaRPr lang="fr-BF" sz="11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fr-FR" sz="1100" dirty="0">
                          <a:solidFill>
                            <a:schemeClr val="tx1"/>
                          </a:solidFill>
                        </a:rPr>
                        <a:t>L’appareil n’est pas alimenté ou l’</a:t>
                      </a:r>
                      <a:r>
                        <a:rPr lang="fr-FR" sz="1100" dirty="0" err="1">
                          <a:solidFill>
                            <a:schemeClr val="tx1"/>
                          </a:solidFill>
                        </a:rPr>
                        <a:t>interrupeur</a:t>
                      </a:r>
                      <a:r>
                        <a:rPr lang="fr-FR" sz="1100" dirty="0">
                          <a:solidFill>
                            <a:schemeClr val="tx1"/>
                          </a:solidFill>
                        </a:rPr>
                        <a:t> d’alimentation est sur off</a:t>
                      </a:r>
                      <a:endParaRPr lang="fr-BF"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25658578"/>
                  </a:ext>
                </a:extLst>
              </a:tr>
              <a:tr h="370840">
                <a:tc vMerge="1">
                  <a:txBody>
                    <a:bodyPr/>
                    <a:lstStyle/>
                    <a:p>
                      <a:endParaRPr lang="fr-BF" dirty="0"/>
                    </a:p>
                  </a:txBody>
                  <a:tcPr/>
                </a:tc>
                <a:tc>
                  <a:txBody>
                    <a:bodyPr/>
                    <a:lstStyle/>
                    <a:p>
                      <a:r>
                        <a:rPr lang="fr-FR" sz="1100" dirty="0">
                          <a:solidFill>
                            <a:schemeClr val="tx1"/>
                          </a:solidFill>
                        </a:rPr>
                        <a:t>Vert fixe</a:t>
                      </a:r>
                      <a:endParaRPr lang="fr-BF" sz="11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fr-BF"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94565984"/>
                  </a:ext>
                </a:extLst>
              </a:tr>
            </a:tbl>
          </a:graphicData>
        </a:graphic>
      </p:graphicFrame>
    </p:spTree>
    <p:extLst>
      <p:ext uri="{BB962C8B-B14F-4D97-AF65-F5344CB8AC3E}">
        <p14:creationId xmlns:p14="http://schemas.microsoft.com/office/powerpoint/2010/main" val="22549633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Une image contenant ordinateur portable, ordinateur, jouet, intérieur&#10;&#10;Description générée automatiquement">
            <a:extLst>
              <a:ext uri="{FF2B5EF4-FFF2-40B4-BE49-F238E27FC236}">
                <a16:creationId xmlns:a16="http://schemas.microsoft.com/office/drawing/2014/main" id="{104D6535-C0B4-9E81-2D90-55C9D065A3C1}"/>
              </a:ext>
            </a:extLst>
          </p:cNvPr>
          <p:cNvPicPr>
            <a:picLocks noChangeAspect="1"/>
          </p:cNvPicPr>
          <p:nvPr/>
        </p:nvPicPr>
        <p:blipFill rotWithShape="1">
          <a:blip r:embed="rId2">
            <a:extLst>
              <a:ext uri="{28A0092B-C50C-407E-A947-70E740481C1C}">
                <a14:useLocalDpi xmlns:a14="http://schemas.microsoft.com/office/drawing/2010/main" val="0"/>
              </a:ext>
            </a:extLst>
          </a:blip>
          <a:srcRect l="14694" t="8707" r="24617" b="40272"/>
          <a:stretch/>
        </p:blipFill>
        <p:spPr>
          <a:xfrm>
            <a:off x="1849663" y="597158"/>
            <a:ext cx="4163268" cy="1968759"/>
          </a:xfrm>
          <a:prstGeom prst="rect">
            <a:avLst/>
          </a:prstGeom>
        </p:spPr>
      </p:pic>
      <p:pic>
        <p:nvPicPr>
          <p:cNvPr id="7" name="Image 6" descr="Une image contenant fournitures de bureau, ordinateur, Matériel de bureau, ordinateur portable&#10;&#10;Description générée automatiquement">
            <a:extLst>
              <a:ext uri="{FF2B5EF4-FFF2-40B4-BE49-F238E27FC236}">
                <a16:creationId xmlns:a16="http://schemas.microsoft.com/office/drawing/2014/main" id="{E010BFF3-FADE-6108-17FB-291F8ED2630B}"/>
              </a:ext>
            </a:extLst>
          </p:cNvPr>
          <p:cNvPicPr>
            <a:picLocks noChangeAspect="1"/>
          </p:cNvPicPr>
          <p:nvPr/>
        </p:nvPicPr>
        <p:blipFill rotWithShape="1">
          <a:blip r:embed="rId3">
            <a:extLst>
              <a:ext uri="{28A0092B-C50C-407E-A947-70E740481C1C}">
                <a14:useLocalDpi xmlns:a14="http://schemas.microsoft.com/office/drawing/2010/main" val="0"/>
              </a:ext>
            </a:extLst>
          </a:blip>
          <a:srcRect l="11862" t="18911" r="15280" b="32109"/>
          <a:stretch/>
        </p:blipFill>
        <p:spPr>
          <a:xfrm>
            <a:off x="6549058" y="597159"/>
            <a:ext cx="5206272" cy="1968759"/>
          </a:xfrm>
          <a:prstGeom prst="rect">
            <a:avLst/>
          </a:prstGeom>
        </p:spPr>
      </p:pic>
      <p:pic>
        <p:nvPicPr>
          <p:cNvPr id="10" name="Image 9" descr="Une image contenant pince à linge, kazoo&#10;&#10;Description générée automatiquement avec une confiance moyenne">
            <a:extLst>
              <a:ext uri="{FF2B5EF4-FFF2-40B4-BE49-F238E27FC236}">
                <a16:creationId xmlns:a16="http://schemas.microsoft.com/office/drawing/2014/main" id="{A70F0CE7-0E8C-D7D2-3712-BE226789AF1E}"/>
              </a:ext>
            </a:extLst>
          </p:cNvPr>
          <p:cNvPicPr>
            <a:picLocks noChangeAspect="1"/>
          </p:cNvPicPr>
          <p:nvPr/>
        </p:nvPicPr>
        <p:blipFill rotWithShape="1">
          <a:blip r:embed="rId4">
            <a:extLst>
              <a:ext uri="{28A0092B-C50C-407E-A947-70E740481C1C}">
                <a14:useLocalDpi xmlns:a14="http://schemas.microsoft.com/office/drawing/2010/main" val="0"/>
              </a:ext>
            </a:extLst>
          </a:blip>
          <a:srcRect l="25958" t="8786" r="42541" b="12028"/>
          <a:stretch/>
        </p:blipFill>
        <p:spPr>
          <a:xfrm rot="5400000">
            <a:off x="2471055" y="2364404"/>
            <a:ext cx="2920480" cy="4163269"/>
          </a:xfrm>
          <a:prstGeom prst="rect">
            <a:avLst/>
          </a:prstGeom>
        </p:spPr>
      </p:pic>
    </p:spTree>
    <p:extLst>
      <p:ext uri="{BB962C8B-B14F-4D97-AF65-F5344CB8AC3E}">
        <p14:creationId xmlns:p14="http://schemas.microsoft.com/office/powerpoint/2010/main" val="3265259991"/>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1912</TotalTime>
  <Words>738</Words>
  <Application>Microsoft Office PowerPoint</Application>
  <PresentationFormat>Grand écran</PresentationFormat>
  <Paragraphs>117</Paragraphs>
  <Slides>6</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6</vt:i4>
      </vt:variant>
    </vt:vector>
  </HeadingPairs>
  <TitlesOfParts>
    <vt:vector size="12" baseType="lpstr">
      <vt:lpstr>Aptos</vt:lpstr>
      <vt:lpstr>Aptos Display</vt:lpstr>
      <vt:lpstr>Arial</vt:lpstr>
      <vt:lpstr>Tw Cen MT</vt:lpstr>
      <vt:lpstr>Wingdings</vt:lpstr>
      <vt:lpstr>Thème Office</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Joël OUOBA</dc:creator>
  <cp:lastModifiedBy>Joël OUOBA</cp:lastModifiedBy>
  <cp:revision>23</cp:revision>
  <dcterms:created xsi:type="dcterms:W3CDTF">2024-06-05T15:38:19Z</dcterms:created>
  <dcterms:modified xsi:type="dcterms:W3CDTF">2024-06-08T19:40:14Z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ca96e44-a127-42f2-bb2c-4b3827c9e56b_Enabled">
    <vt:lpwstr>true</vt:lpwstr>
  </property>
  <property fmtid="{D5CDD505-2E9C-101B-9397-08002B2CF9AE}" pid="3" name="MSIP_Label_fca96e44-a127-42f2-bb2c-4b3827c9e56b_SetDate">
    <vt:lpwstr>2024-06-07T12:00:03Z</vt:lpwstr>
  </property>
  <property fmtid="{D5CDD505-2E9C-101B-9397-08002B2CF9AE}" pid="4" name="MSIP_Label_fca96e44-a127-42f2-bb2c-4b3827c9e56b_Method">
    <vt:lpwstr>Standard</vt:lpwstr>
  </property>
  <property fmtid="{D5CDD505-2E9C-101B-9397-08002B2CF9AE}" pid="5" name="MSIP_Label_fca96e44-a127-42f2-bb2c-4b3827c9e56b_Name">
    <vt:lpwstr>defa4170-0d19-0005-0004-bc88714345d2</vt:lpwstr>
  </property>
  <property fmtid="{D5CDD505-2E9C-101B-9397-08002B2CF9AE}" pid="6" name="MSIP_Label_fca96e44-a127-42f2-bb2c-4b3827c9e56b_SiteId">
    <vt:lpwstr>ddab0299-dabf-4198-a277-fcf4665c5198</vt:lpwstr>
  </property>
  <property fmtid="{D5CDD505-2E9C-101B-9397-08002B2CF9AE}" pid="7" name="MSIP_Label_fca96e44-a127-42f2-bb2c-4b3827c9e56b_ActionId">
    <vt:lpwstr>8965eac5-62c2-4243-a014-4cd3a6194b5b</vt:lpwstr>
  </property>
  <property fmtid="{D5CDD505-2E9C-101B-9397-08002B2CF9AE}" pid="8" name="MSIP_Label_fca96e44-a127-42f2-bb2c-4b3827c9e56b_ContentBits">
    <vt:lpwstr>0</vt:lpwstr>
  </property>
</Properties>
</file>