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8" r:id="rId2"/>
  </p:sldMasterIdLst>
  <p:notesMasterIdLst>
    <p:notesMasterId r:id="rId16"/>
  </p:notesMasterIdLst>
  <p:handoutMasterIdLst>
    <p:handoutMasterId r:id="rId17"/>
  </p:handoutMasterIdLst>
  <p:sldIdLst>
    <p:sldId id="488" r:id="rId3"/>
    <p:sldId id="467" r:id="rId4"/>
    <p:sldId id="490" r:id="rId5"/>
    <p:sldId id="504" r:id="rId6"/>
    <p:sldId id="496" r:id="rId7"/>
    <p:sldId id="497" r:id="rId8"/>
    <p:sldId id="498" r:id="rId9"/>
    <p:sldId id="499" r:id="rId10"/>
    <p:sldId id="500" r:id="rId11"/>
    <p:sldId id="501" r:id="rId12"/>
    <p:sldId id="502" r:id="rId13"/>
    <p:sldId id="503" r:id="rId14"/>
    <p:sldId id="505" r:id="rId15"/>
  </p:sldIdLst>
  <p:sldSz cx="9144000" cy="5143500" type="screen16x9"/>
  <p:notesSz cx="6805613" cy="99441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enjamin DELAGE" initials="BD" lastIdx="1" clrIdx="0">
    <p:extLst>
      <p:ext uri="{19B8F6BF-5375-455C-9EA6-DF929625EA0E}">
        <p15:presenceInfo xmlns:p15="http://schemas.microsoft.com/office/powerpoint/2012/main" userId="Benjamin DELAGE" providerId="None"/>
      </p:ext>
    </p:extLst>
  </p:cmAuthor>
  <p:cmAuthor id="2" name="AUDOYE Xavier (Canal Plus)" initials="AX(P" lastIdx="1" clrIdx="1">
    <p:extLst>
      <p:ext uri="{19B8F6BF-5375-455C-9EA6-DF929625EA0E}">
        <p15:presenceInfo xmlns:p15="http://schemas.microsoft.com/office/powerpoint/2012/main" userId="AUDOYE Xavier (Canal Plus)" providerId="None"/>
      </p:ext>
    </p:extLst>
  </p:cmAuthor>
  <p:cmAuthor id="3" name="OUEDRAOGO Salifou" initials="OS" lastIdx="1" clrIdx="2">
    <p:extLst>
      <p:ext uri="{19B8F6BF-5375-455C-9EA6-DF929625EA0E}">
        <p15:presenceInfo xmlns:p15="http://schemas.microsoft.com/office/powerpoint/2012/main" userId="S::Salifou.OUEDRAOGO@gva.africa::9f1e4713-e8e1-4d7b-8414-393b3a4c468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EC4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33" autoAdjust="0"/>
    <p:restoredTop sz="99822" autoAdjust="0"/>
  </p:normalViewPr>
  <p:slideViewPr>
    <p:cSldViewPr>
      <p:cViewPr varScale="1">
        <p:scale>
          <a:sx n="132" d="100"/>
          <a:sy n="132" d="100"/>
        </p:scale>
        <p:origin x="82" y="2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327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commentAuthors" Target="commentAuthors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ël OUOBA" userId="08a73883-affc-4a6e-bbff-62de5c78d1b6" providerId="ADAL" clId="{5D8AFA91-009D-4E67-9D76-552A0581FCDD}"/>
    <pc:docChg chg="modSld">
      <pc:chgData name="Joël OUOBA" userId="08a73883-affc-4a6e-bbff-62de5c78d1b6" providerId="ADAL" clId="{5D8AFA91-009D-4E67-9D76-552A0581FCDD}" dt="2022-08-03T14:08:06.315" v="0" actId="1076"/>
      <pc:docMkLst>
        <pc:docMk/>
      </pc:docMkLst>
      <pc:sldChg chg="modSp mod">
        <pc:chgData name="Joël OUOBA" userId="08a73883-affc-4a6e-bbff-62de5c78d1b6" providerId="ADAL" clId="{5D8AFA91-009D-4E67-9D76-552A0581FCDD}" dt="2022-08-03T14:08:06.315" v="0" actId="1076"/>
        <pc:sldMkLst>
          <pc:docMk/>
          <pc:sldMk cId="189020537" sldId="503"/>
        </pc:sldMkLst>
      </pc:sldChg>
    </pc:docChg>
  </pc:docChgLst>
  <pc:docChgLst>
    <pc:chgData name="Dofinihan Rachelle BAYE" userId="ca0c1f5c-2381-433f-950f-7e691344d4bc" providerId="ADAL" clId="{FCD7DAB5-B8BD-497B-83BB-6C99CFCEE7E5}"/>
    <pc:docChg chg="custSel modSld">
      <pc:chgData name="Dofinihan Rachelle BAYE" userId="ca0c1f5c-2381-433f-950f-7e691344d4bc" providerId="ADAL" clId="{FCD7DAB5-B8BD-497B-83BB-6C99CFCEE7E5}" dt="2025-04-18T19:18:08.723" v="14" actId="1076"/>
      <pc:docMkLst>
        <pc:docMk/>
      </pc:docMkLst>
      <pc:sldChg chg="modSp mod">
        <pc:chgData name="Dofinihan Rachelle BAYE" userId="ca0c1f5c-2381-433f-950f-7e691344d4bc" providerId="ADAL" clId="{FCD7DAB5-B8BD-497B-83BB-6C99CFCEE7E5}" dt="2025-04-18T16:31:35.785" v="8" actId="1076"/>
        <pc:sldMkLst>
          <pc:docMk/>
          <pc:sldMk cId="2434905011" sldId="488"/>
        </pc:sldMkLst>
        <pc:spChg chg="mod">
          <ac:chgData name="Dofinihan Rachelle BAYE" userId="ca0c1f5c-2381-433f-950f-7e691344d4bc" providerId="ADAL" clId="{FCD7DAB5-B8BD-497B-83BB-6C99CFCEE7E5}" dt="2025-04-18T15:57:08.152" v="3" actId="20577"/>
          <ac:spMkLst>
            <pc:docMk/>
            <pc:sldMk cId="2434905011" sldId="488"/>
            <ac:spMk id="3" creationId="{00000000-0000-0000-0000-000000000000}"/>
          </ac:spMkLst>
        </pc:spChg>
        <pc:spChg chg="mod">
          <ac:chgData name="Dofinihan Rachelle BAYE" userId="ca0c1f5c-2381-433f-950f-7e691344d4bc" providerId="ADAL" clId="{FCD7DAB5-B8BD-497B-83BB-6C99CFCEE7E5}" dt="2025-04-18T16:31:35.785" v="8" actId="1076"/>
          <ac:spMkLst>
            <pc:docMk/>
            <pc:sldMk cId="2434905011" sldId="488"/>
            <ac:spMk id="11" creationId="{BC8C0971-17E4-4D07-AA69-466E2BC9EB91}"/>
          </ac:spMkLst>
        </pc:spChg>
      </pc:sldChg>
      <pc:sldChg chg="modSp mod">
        <pc:chgData name="Dofinihan Rachelle BAYE" userId="ca0c1f5c-2381-433f-950f-7e691344d4bc" providerId="ADAL" clId="{FCD7DAB5-B8BD-497B-83BB-6C99CFCEE7E5}" dt="2025-04-18T16:10:22.840" v="5" actId="33524"/>
        <pc:sldMkLst>
          <pc:docMk/>
          <pc:sldMk cId="3032554666" sldId="490"/>
        </pc:sldMkLst>
        <pc:spChg chg="mod">
          <ac:chgData name="Dofinihan Rachelle BAYE" userId="ca0c1f5c-2381-433f-950f-7e691344d4bc" providerId="ADAL" clId="{FCD7DAB5-B8BD-497B-83BB-6C99CFCEE7E5}" dt="2025-04-18T16:10:22.840" v="5" actId="33524"/>
          <ac:spMkLst>
            <pc:docMk/>
            <pc:sldMk cId="3032554666" sldId="490"/>
            <ac:spMk id="3" creationId="{DD183CCF-BE2A-4B95-9429-C72923876229}"/>
          </ac:spMkLst>
        </pc:spChg>
      </pc:sldChg>
      <pc:sldChg chg="modSp mod">
        <pc:chgData name="Dofinihan Rachelle BAYE" userId="ca0c1f5c-2381-433f-950f-7e691344d4bc" providerId="ADAL" clId="{FCD7DAB5-B8BD-497B-83BB-6C99CFCEE7E5}" dt="2025-04-18T19:18:08.723" v="14" actId="1076"/>
        <pc:sldMkLst>
          <pc:docMk/>
          <pc:sldMk cId="699886773" sldId="497"/>
        </pc:sldMkLst>
        <pc:spChg chg="mod">
          <ac:chgData name="Dofinihan Rachelle BAYE" userId="ca0c1f5c-2381-433f-950f-7e691344d4bc" providerId="ADAL" clId="{FCD7DAB5-B8BD-497B-83BB-6C99CFCEE7E5}" dt="2025-04-18T16:10:41.178" v="6" actId="33524"/>
          <ac:spMkLst>
            <pc:docMk/>
            <pc:sldMk cId="699886773" sldId="497"/>
            <ac:spMk id="4" creationId="{A036E96D-6600-44F8-8DEC-B4B71ED01422}"/>
          </ac:spMkLst>
        </pc:spChg>
        <pc:spChg chg="mod">
          <ac:chgData name="Dofinihan Rachelle BAYE" userId="ca0c1f5c-2381-433f-950f-7e691344d4bc" providerId="ADAL" clId="{FCD7DAB5-B8BD-497B-83BB-6C99CFCEE7E5}" dt="2025-04-18T19:13:55.884" v="13" actId="1076"/>
          <ac:spMkLst>
            <pc:docMk/>
            <pc:sldMk cId="699886773" sldId="497"/>
            <ac:spMk id="12" creationId="{27645E76-AC6E-43ED-8FCE-D69270420823}"/>
          </ac:spMkLst>
        </pc:spChg>
        <pc:spChg chg="mod">
          <ac:chgData name="Dofinihan Rachelle BAYE" userId="ca0c1f5c-2381-433f-950f-7e691344d4bc" providerId="ADAL" clId="{FCD7DAB5-B8BD-497B-83BB-6C99CFCEE7E5}" dt="2025-04-18T19:13:22.166" v="12" actId="1076"/>
          <ac:spMkLst>
            <pc:docMk/>
            <pc:sldMk cId="699886773" sldId="497"/>
            <ac:spMk id="13" creationId="{E64BFE6A-96E6-4709-9F8A-EF7D56618F73}"/>
          </ac:spMkLst>
        </pc:spChg>
        <pc:spChg chg="mod">
          <ac:chgData name="Dofinihan Rachelle BAYE" userId="ca0c1f5c-2381-433f-950f-7e691344d4bc" providerId="ADAL" clId="{FCD7DAB5-B8BD-497B-83BB-6C99CFCEE7E5}" dt="2025-04-18T19:18:08.723" v="14" actId="1076"/>
          <ac:spMkLst>
            <pc:docMk/>
            <pc:sldMk cId="699886773" sldId="497"/>
            <ac:spMk id="17" creationId="{CF55973B-F84B-457D-997C-C2A60DB86A26}"/>
          </ac:spMkLst>
        </pc:spChg>
        <pc:spChg chg="mod">
          <ac:chgData name="Dofinihan Rachelle BAYE" userId="ca0c1f5c-2381-433f-950f-7e691344d4bc" providerId="ADAL" clId="{FCD7DAB5-B8BD-497B-83BB-6C99CFCEE7E5}" dt="2025-04-18T18:10:49.791" v="11" actId="1076"/>
          <ac:spMkLst>
            <pc:docMk/>
            <pc:sldMk cId="699886773" sldId="497"/>
            <ac:spMk id="22" creationId="{39F6D373-23DC-4D6A-9508-B51190F08BD1}"/>
          </ac:spMkLst>
        </pc:spChg>
      </pc:sldChg>
      <pc:sldChg chg="modSp mod">
        <pc:chgData name="Dofinihan Rachelle BAYE" userId="ca0c1f5c-2381-433f-950f-7e691344d4bc" providerId="ADAL" clId="{FCD7DAB5-B8BD-497B-83BB-6C99CFCEE7E5}" dt="2025-04-18T17:48:44.615" v="10" actId="1076"/>
        <pc:sldMkLst>
          <pc:docMk/>
          <pc:sldMk cId="643532860" sldId="504"/>
        </pc:sldMkLst>
        <pc:spChg chg="mod">
          <ac:chgData name="Dofinihan Rachelle BAYE" userId="ca0c1f5c-2381-433f-950f-7e691344d4bc" providerId="ADAL" clId="{FCD7DAB5-B8BD-497B-83BB-6C99CFCEE7E5}" dt="2025-04-18T17:48:44.615" v="10" actId="1076"/>
          <ac:spMkLst>
            <pc:docMk/>
            <pc:sldMk cId="643532860" sldId="504"/>
            <ac:spMk id="12" creationId="{ACEE6EA2-3BAE-4F57-BB07-280D835AC6FC}"/>
          </ac:spMkLst>
        </pc:spChg>
      </pc:sldChg>
    </pc:docChg>
  </pc:docChgLst>
  <pc:docChgLst>
    <pc:chgData name="Joël OUOBA" userId="08a73883-affc-4a6e-bbff-62de5c78d1b6" providerId="ADAL" clId="{2F13F6E8-F31C-40B6-9BDB-FEA9CBF94284}"/>
    <pc:docChg chg="modSld">
      <pc:chgData name="Joël OUOBA" userId="08a73883-affc-4a6e-bbff-62de5c78d1b6" providerId="ADAL" clId="{2F13F6E8-F31C-40B6-9BDB-FEA9CBF94284}" dt="2025-04-17T16:37:20.573" v="0" actId="20577"/>
      <pc:docMkLst>
        <pc:docMk/>
      </pc:docMkLst>
      <pc:sldChg chg="modSp mod">
        <pc:chgData name="Joël OUOBA" userId="08a73883-affc-4a6e-bbff-62de5c78d1b6" providerId="ADAL" clId="{2F13F6E8-F31C-40B6-9BDB-FEA9CBF94284}" dt="2025-04-17T16:37:20.573" v="0" actId="20577"/>
        <pc:sldMkLst>
          <pc:docMk/>
          <pc:sldMk cId="2434905011" sldId="488"/>
        </pc:sldMkLst>
        <pc:spChg chg="mod">
          <ac:chgData name="Joël OUOBA" userId="08a73883-affc-4a6e-bbff-62de5c78d1b6" providerId="ADAL" clId="{2F13F6E8-F31C-40B6-9BDB-FEA9CBF94284}" dt="2025-04-17T16:37:20.573" v="0" actId="20577"/>
          <ac:spMkLst>
            <pc:docMk/>
            <pc:sldMk cId="2434905011" sldId="488"/>
            <ac:spMk id="5" creationId="{1330A685-7A04-442B-9CA7-542AD3BC5B6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48C5CC2C-C238-4BB3-9131-93128BE42EB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E6D6EF8-BF60-4854-9AD9-DC51F3CB8A9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445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46983E-E270-4B89-A04A-3AFEA1F78756}" type="datetimeFigureOut">
              <a:rPr lang="fr-FR" smtClean="0"/>
              <a:t>23/04/2025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1C5E034-EF67-4E8D-8BB5-7907B72CBA8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E824810-0276-4069-8232-9D538EA1AC3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445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90CDC7-2339-430D-BE33-1F08F16C0B6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4320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38480E-809B-44FD-8AE4-17BC5416270E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6125"/>
            <a:ext cx="6627813" cy="37290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0562" y="4723448"/>
            <a:ext cx="5444490" cy="447484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45169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4939" y="9445169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54374-A78E-40A2-A4CA-2DCF0D04923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604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|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9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Freeform 5"/>
          <p:cNvSpPr>
            <a:spLocks/>
          </p:cNvSpPr>
          <p:nvPr/>
        </p:nvSpPr>
        <p:spPr bwMode="gray">
          <a:xfrm>
            <a:off x="7543801" y="308508"/>
            <a:ext cx="1184035" cy="866525"/>
          </a:xfrm>
          <a:custGeom>
            <a:avLst/>
            <a:gdLst>
              <a:gd name="T0" fmla="*/ 0 w 2970"/>
              <a:gd name="T1" fmla="*/ 1517 h 2630"/>
              <a:gd name="T2" fmla="*/ 6 w 2970"/>
              <a:gd name="T3" fmla="*/ 1378 h 2630"/>
              <a:gd name="T4" fmla="*/ 19 w 2970"/>
              <a:gd name="T5" fmla="*/ 1234 h 2630"/>
              <a:gd name="T6" fmla="*/ 40 w 2970"/>
              <a:gd name="T7" fmla="*/ 1099 h 2630"/>
              <a:gd name="T8" fmla="*/ 71 w 2970"/>
              <a:gd name="T9" fmla="*/ 963 h 2630"/>
              <a:gd name="T10" fmla="*/ 115 w 2970"/>
              <a:gd name="T11" fmla="*/ 830 h 2630"/>
              <a:gd name="T12" fmla="*/ 167 w 2970"/>
              <a:gd name="T13" fmla="*/ 705 h 2630"/>
              <a:gd name="T14" fmla="*/ 233 w 2970"/>
              <a:gd name="T15" fmla="*/ 587 h 2630"/>
              <a:gd name="T16" fmla="*/ 310 w 2970"/>
              <a:gd name="T17" fmla="*/ 476 h 2630"/>
              <a:gd name="T18" fmla="*/ 403 w 2970"/>
              <a:gd name="T19" fmla="*/ 376 h 2630"/>
              <a:gd name="T20" fmla="*/ 512 w 2970"/>
              <a:gd name="T21" fmla="*/ 283 h 2630"/>
              <a:gd name="T22" fmla="*/ 636 w 2970"/>
              <a:gd name="T23" fmla="*/ 200 h 2630"/>
              <a:gd name="T24" fmla="*/ 775 w 2970"/>
              <a:gd name="T25" fmla="*/ 132 h 2630"/>
              <a:gd name="T26" fmla="*/ 933 w 2970"/>
              <a:gd name="T27" fmla="*/ 75 h 2630"/>
              <a:gd name="T28" fmla="*/ 1110 w 2970"/>
              <a:gd name="T29" fmla="*/ 36 h 2630"/>
              <a:gd name="T30" fmla="*/ 1305 w 2970"/>
              <a:gd name="T31" fmla="*/ 11 h 2630"/>
              <a:gd name="T32" fmla="*/ 1522 w 2970"/>
              <a:gd name="T33" fmla="*/ 0 h 2630"/>
              <a:gd name="T34" fmla="*/ 1615 w 2970"/>
              <a:gd name="T35" fmla="*/ 4 h 2630"/>
              <a:gd name="T36" fmla="*/ 1798 w 2970"/>
              <a:gd name="T37" fmla="*/ 18 h 2630"/>
              <a:gd name="T38" fmla="*/ 1972 w 2970"/>
              <a:gd name="T39" fmla="*/ 47 h 2630"/>
              <a:gd name="T40" fmla="*/ 2136 w 2970"/>
              <a:gd name="T41" fmla="*/ 89 h 2630"/>
              <a:gd name="T42" fmla="*/ 2288 w 2970"/>
              <a:gd name="T43" fmla="*/ 154 h 2630"/>
              <a:gd name="T44" fmla="*/ 2427 w 2970"/>
              <a:gd name="T45" fmla="*/ 233 h 2630"/>
              <a:gd name="T46" fmla="*/ 2558 w 2970"/>
              <a:gd name="T47" fmla="*/ 329 h 2630"/>
              <a:gd name="T48" fmla="*/ 2675 w 2970"/>
              <a:gd name="T49" fmla="*/ 447 h 2630"/>
              <a:gd name="T50" fmla="*/ 2728 w 2970"/>
              <a:gd name="T51" fmla="*/ 512 h 2630"/>
              <a:gd name="T52" fmla="*/ 2830 w 2970"/>
              <a:gd name="T53" fmla="*/ 669 h 2630"/>
              <a:gd name="T54" fmla="*/ 2905 w 2970"/>
              <a:gd name="T55" fmla="*/ 834 h 2630"/>
              <a:gd name="T56" fmla="*/ 2951 w 2970"/>
              <a:gd name="T57" fmla="*/ 1005 h 2630"/>
              <a:gd name="T58" fmla="*/ 2970 w 2970"/>
              <a:gd name="T59" fmla="*/ 1181 h 2630"/>
              <a:gd name="T60" fmla="*/ 2970 w 2970"/>
              <a:gd name="T61" fmla="*/ 1256 h 2630"/>
              <a:gd name="T62" fmla="*/ 2961 w 2970"/>
              <a:gd name="T63" fmla="*/ 1403 h 2630"/>
              <a:gd name="T64" fmla="*/ 2936 w 2970"/>
              <a:gd name="T65" fmla="*/ 1542 h 2630"/>
              <a:gd name="T66" fmla="*/ 2902 w 2970"/>
              <a:gd name="T67" fmla="*/ 1675 h 2630"/>
              <a:gd name="T68" fmla="*/ 2855 w 2970"/>
              <a:gd name="T69" fmla="*/ 1796 h 2630"/>
              <a:gd name="T70" fmla="*/ 2796 w 2970"/>
              <a:gd name="T71" fmla="*/ 1914 h 2630"/>
              <a:gd name="T72" fmla="*/ 2728 w 2970"/>
              <a:gd name="T73" fmla="*/ 2022 h 2630"/>
              <a:gd name="T74" fmla="*/ 2648 w 2970"/>
              <a:gd name="T75" fmla="*/ 2122 h 2630"/>
              <a:gd name="T76" fmla="*/ 2604 w 2970"/>
              <a:gd name="T77" fmla="*/ 2168 h 2630"/>
              <a:gd name="T78" fmla="*/ 2486 w 2970"/>
              <a:gd name="T79" fmla="*/ 2272 h 2630"/>
              <a:gd name="T80" fmla="*/ 2356 w 2970"/>
              <a:gd name="T81" fmla="*/ 2365 h 2630"/>
              <a:gd name="T82" fmla="*/ 2214 w 2970"/>
              <a:gd name="T83" fmla="*/ 2448 h 2630"/>
              <a:gd name="T84" fmla="*/ 2059 w 2970"/>
              <a:gd name="T85" fmla="*/ 2512 h 2630"/>
              <a:gd name="T86" fmla="*/ 1894 w 2970"/>
              <a:gd name="T87" fmla="*/ 2566 h 2630"/>
              <a:gd name="T88" fmla="*/ 1724 w 2970"/>
              <a:gd name="T89" fmla="*/ 2601 h 2630"/>
              <a:gd name="T90" fmla="*/ 1547 w 2970"/>
              <a:gd name="T91" fmla="*/ 2623 h 2630"/>
              <a:gd name="T92" fmla="*/ 1361 w 2970"/>
              <a:gd name="T93" fmla="*/ 2630 h 2630"/>
              <a:gd name="T94" fmla="*/ 0 w 2970"/>
              <a:gd name="T95" fmla="*/ 2630 h 26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970" h="2630">
                <a:moveTo>
                  <a:pt x="0" y="1517"/>
                </a:moveTo>
                <a:lnTo>
                  <a:pt x="0" y="1517"/>
                </a:lnTo>
                <a:lnTo>
                  <a:pt x="3" y="1446"/>
                </a:lnTo>
                <a:lnTo>
                  <a:pt x="6" y="1378"/>
                </a:lnTo>
                <a:lnTo>
                  <a:pt x="12" y="1306"/>
                </a:lnTo>
                <a:lnTo>
                  <a:pt x="19" y="1234"/>
                </a:lnTo>
                <a:lnTo>
                  <a:pt x="28" y="1167"/>
                </a:lnTo>
                <a:lnTo>
                  <a:pt x="40" y="1099"/>
                </a:lnTo>
                <a:lnTo>
                  <a:pt x="56" y="1031"/>
                </a:lnTo>
                <a:lnTo>
                  <a:pt x="71" y="963"/>
                </a:lnTo>
                <a:lnTo>
                  <a:pt x="93" y="895"/>
                </a:lnTo>
                <a:lnTo>
                  <a:pt x="115" y="830"/>
                </a:lnTo>
                <a:lnTo>
                  <a:pt x="140" y="769"/>
                </a:lnTo>
                <a:lnTo>
                  <a:pt x="167" y="705"/>
                </a:lnTo>
                <a:lnTo>
                  <a:pt x="198" y="644"/>
                </a:lnTo>
                <a:lnTo>
                  <a:pt x="233" y="587"/>
                </a:lnTo>
                <a:lnTo>
                  <a:pt x="270" y="530"/>
                </a:lnTo>
                <a:lnTo>
                  <a:pt x="310" y="476"/>
                </a:lnTo>
                <a:lnTo>
                  <a:pt x="357" y="426"/>
                </a:lnTo>
                <a:lnTo>
                  <a:pt x="403" y="376"/>
                </a:lnTo>
                <a:lnTo>
                  <a:pt x="456" y="326"/>
                </a:lnTo>
                <a:lnTo>
                  <a:pt x="512" y="283"/>
                </a:lnTo>
                <a:lnTo>
                  <a:pt x="570" y="240"/>
                </a:lnTo>
                <a:lnTo>
                  <a:pt x="636" y="200"/>
                </a:lnTo>
                <a:lnTo>
                  <a:pt x="704" y="165"/>
                </a:lnTo>
                <a:lnTo>
                  <a:pt x="775" y="132"/>
                </a:lnTo>
                <a:lnTo>
                  <a:pt x="853" y="104"/>
                </a:lnTo>
                <a:lnTo>
                  <a:pt x="933" y="75"/>
                </a:lnTo>
                <a:lnTo>
                  <a:pt x="1020" y="54"/>
                </a:lnTo>
                <a:lnTo>
                  <a:pt x="1110" y="36"/>
                </a:lnTo>
                <a:lnTo>
                  <a:pt x="1206" y="21"/>
                </a:lnTo>
                <a:lnTo>
                  <a:pt x="1305" y="11"/>
                </a:lnTo>
                <a:lnTo>
                  <a:pt x="1411" y="4"/>
                </a:lnTo>
                <a:lnTo>
                  <a:pt x="1522" y="0"/>
                </a:lnTo>
                <a:lnTo>
                  <a:pt x="1522" y="0"/>
                </a:lnTo>
                <a:lnTo>
                  <a:pt x="1615" y="4"/>
                </a:lnTo>
                <a:lnTo>
                  <a:pt x="1708" y="7"/>
                </a:lnTo>
                <a:lnTo>
                  <a:pt x="1798" y="18"/>
                </a:lnTo>
                <a:lnTo>
                  <a:pt x="1888" y="29"/>
                </a:lnTo>
                <a:lnTo>
                  <a:pt x="1972" y="47"/>
                </a:lnTo>
                <a:lnTo>
                  <a:pt x="2055" y="68"/>
                </a:lnTo>
                <a:lnTo>
                  <a:pt x="2136" y="89"/>
                </a:lnTo>
                <a:lnTo>
                  <a:pt x="2214" y="118"/>
                </a:lnTo>
                <a:lnTo>
                  <a:pt x="2288" y="154"/>
                </a:lnTo>
                <a:lnTo>
                  <a:pt x="2359" y="190"/>
                </a:lnTo>
                <a:lnTo>
                  <a:pt x="2427" y="233"/>
                </a:lnTo>
                <a:lnTo>
                  <a:pt x="2493" y="279"/>
                </a:lnTo>
                <a:lnTo>
                  <a:pt x="2558" y="329"/>
                </a:lnTo>
                <a:lnTo>
                  <a:pt x="2617" y="386"/>
                </a:lnTo>
                <a:lnTo>
                  <a:pt x="2675" y="447"/>
                </a:lnTo>
                <a:lnTo>
                  <a:pt x="2728" y="512"/>
                </a:lnTo>
                <a:lnTo>
                  <a:pt x="2728" y="512"/>
                </a:lnTo>
                <a:lnTo>
                  <a:pt x="2784" y="590"/>
                </a:lnTo>
                <a:lnTo>
                  <a:pt x="2830" y="669"/>
                </a:lnTo>
                <a:lnTo>
                  <a:pt x="2871" y="748"/>
                </a:lnTo>
                <a:lnTo>
                  <a:pt x="2905" y="834"/>
                </a:lnTo>
                <a:lnTo>
                  <a:pt x="2933" y="916"/>
                </a:lnTo>
                <a:lnTo>
                  <a:pt x="2951" y="1005"/>
                </a:lnTo>
                <a:lnTo>
                  <a:pt x="2964" y="1091"/>
                </a:lnTo>
                <a:lnTo>
                  <a:pt x="2970" y="1181"/>
                </a:lnTo>
                <a:lnTo>
                  <a:pt x="2970" y="1181"/>
                </a:lnTo>
                <a:lnTo>
                  <a:pt x="2970" y="1256"/>
                </a:lnTo>
                <a:lnTo>
                  <a:pt x="2967" y="1331"/>
                </a:lnTo>
                <a:lnTo>
                  <a:pt x="2961" y="1403"/>
                </a:lnTo>
                <a:lnTo>
                  <a:pt x="2951" y="1474"/>
                </a:lnTo>
                <a:lnTo>
                  <a:pt x="2936" y="1542"/>
                </a:lnTo>
                <a:lnTo>
                  <a:pt x="2920" y="1610"/>
                </a:lnTo>
                <a:lnTo>
                  <a:pt x="2902" y="1675"/>
                </a:lnTo>
                <a:lnTo>
                  <a:pt x="2880" y="1735"/>
                </a:lnTo>
                <a:lnTo>
                  <a:pt x="2855" y="1796"/>
                </a:lnTo>
                <a:lnTo>
                  <a:pt x="2827" y="1857"/>
                </a:lnTo>
                <a:lnTo>
                  <a:pt x="2796" y="1914"/>
                </a:lnTo>
                <a:lnTo>
                  <a:pt x="2762" y="1968"/>
                </a:lnTo>
                <a:lnTo>
                  <a:pt x="2728" y="2022"/>
                </a:lnTo>
                <a:lnTo>
                  <a:pt x="2688" y="2072"/>
                </a:lnTo>
                <a:lnTo>
                  <a:pt x="2648" y="2122"/>
                </a:lnTo>
                <a:lnTo>
                  <a:pt x="2604" y="2168"/>
                </a:lnTo>
                <a:lnTo>
                  <a:pt x="2604" y="2168"/>
                </a:lnTo>
                <a:lnTo>
                  <a:pt x="2548" y="2222"/>
                </a:lnTo>
                <a:lnTo>
                  <a:pt x="2486" y="2272"/>
                </a:lnTo>
                <a:lnTo>
                  <a:pt x="2424" y="2322"/>
                </a:lnTo>
                <a:lnTo>
                  <a:pt x="2356" y="2365"/>
                </a:lnTo>
                <a:lnTo>
                  <a:pt x="2285" y="2408"/>
                </a:lnTo>
                <a:lnTo>
                  <a:pt x="2214" y="2448"/>
                </a:lnTo>
                <a:lnTo>
                  <a:pt x="2136" y="2480"/>
                </a:lnTo>
                <a:lnTo>
                  <a:pt x="2059" y="2512"/>
                </a:lnTo>
                <a:lnTo>
                  <a:pt x="1978" y="2541"/>
                </a:lnTo>
                <a:lnTo>
                  <a:pt x="1894" y="2566"/>
                </a:lnTo>
                <a:lnTo>
                  <a:pt x="1811" y="2587"/>
                </a:lnTo>
                <a:lnTo>
                  <a:pt x="1724" y="2601"/>
                </a:lnTo>
                <a:lnTo>
                  <a:pt x="1637" y="2616"/>
                </a:lnTo>
                <a:lnTo>
                  <a:pt x="1547" y="2623"/>
                </a:lnTo>
                <a:lnTo>
                  <a:pt x="1454" y="2630"/>
                </a:lnTo>
                <a:lnTo>
                  <a:pt x="1361" y="2630"/>
                </a:lnTo>
                <a:lnTo>
                  <a:pt x="1361" y="2630"/>
                </a:lnTo>
                <a:lnTo>
                  <a:pt x="0" y="2630"/>
                </a:lnTo>
                <a:lnTo>
                  <a:pt x="0" y="1517"/>
                </a:lnTo>
                <a:close/>
              </a:path>
            </a:pathLst>
          </a:custGeom>
          <a:solidFill>
            <a:srgbClr val="80276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solidFill>
                <a:srgbClr val="63666A"/>
              </a:solidFill>
            </a:endParaRPr>
          </a:p>
        </p:txBody>
      </p:sp>
      <p:sp>
        <p:nvSpPr>
          <p:cNvPr id="17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-1798" y="2404399"/>
            <a:ext cx="7920253" cy="1247471"/>
          </a:xfrm>
          <a:custGeom>
            <a:avLst/>
            <a:gdLst>
              <a:gd name="connsiteX0" fmla="*/ 229178 w 7918450"/>
              <a:gd name="connsiteY0" fmla="*/ 0 h 1375039"/>
              <a:gd name="connsiteX1" fmla="*/ 7918450 w 7918450"/>
              <a:gd name="connsiteY1" fmla="*/ 0 h 1375039"/>
              <a:gd name="connsiteX2" fmla="*/ 7918450 w 7918450"/>
              <a:gd name="connsiteY2" fmla="*/ 0 h 1375039"/>
              <a:gd name="connsiteX3" fmla="*/ 7918450 w 7918450"/>
              <a:gd name="connsiteY3" fmla="*/ 1145861 h 1375039"/>
              <a:gd name="connsiteX4" fmla="*/ 7689272 w 7918450"/>
              <a:gd name="connsiteY4" fmla="*/ 1375039 h 1375039"/>
              <a:gd name="connsiteX5" fmla="*/ 0 w 7918450"/>
              <a:gd name="connsiteY5" fmla="*/ 1375039 h 1375039"/>
              <a:gd name="connsiteX6" fmla="*/ 0 w 7918450"/>
              <a:gd name="connsiteY6" fmla="*/ 1375039 h 1375039"/>
              <a:gd name="connsiteX7" fmla="*/ 0 w 7918450"/>
              <a:gd name="connsiteY7" fmla="*/ 229178 h 1375039"/>
              <a:gd name="connsiteX8" fmla="*/ 229178 w 7918450"/>
              <a:gd name="connsiteY8" fmla="*/ 0 h 1375039"/>
              <a:gd name="connsiteX0" fmla="*/ 229178 w 7918450"/>
              <a:gd name="connsiteY0" fmla="*/ 0 h 1375039"/>
              <a:gd name="connsiteX1" fmla="*/ 7918450 w 7918450"/>
              <a:gd name="connsiteY1" fmla="*/ 0 h 1375039"/>
              <a:gd name="connsiteX2" fmla="*/ 7918450 w 7918450"/>
              <a:gd name="connsiteY2" fmla="*/ 0 h 1375039"/>
              <a:gd name="connsiteX3" fmla="*/ 7918450 w 7918450"/>
              <a:gd name="connsiteY3" fmla="*/ 1145861 h 1375039"/>
              <a:gd name="connsiteX4" fmla="*/ 7689272 w 7918450"/>
              <a:gd name="connsiteY4" fmla="*/ 1375039 h 1375039"/>
              <a:gd name="connsiteX5" fmla="*/ 0 w 7918450"/>
              <a:gd name="connsiteY5" fmla="*/ 1375039 h 1375039"/>
              <a:gd name="connsiteX6" fmla="*/ 0 w 7918450"/>
              <a:gd name="connsiteY6" fmla="*/ 1375039 h 1375039"/>
              <a:gd name="connsiteX7" fmla="*/ 229178 w 7918450"/>
              <a:gd name="connsiteY7" fmla="*/ 0 h 1375039"/>
              <a:gd name="connsiteX0" fmla="*/ 0 w 7920253"/>
              <a:gd name="connsiteY0" fmla="*/ 2381 h 1375039"/>
              <a:gd name="connsiteX1" fmla="*/ 7920253 w 7920253"/>
              <a:gd name="connsiteY1" fmla="*/ 0 h 1375039"/>
              <a:gd name="connsiteX2" fmla="*/ 7920253 w 7920253"/>
              <a:gd name="connsiteY2" fmla="*/ 0 h 1375039"/>
              <a:gd name="connsiteX3" fmla="*/ 7920253 w 7920253"/>
              <a:gd name="connsiteY3" fmla="*/ 1145861 h 1375039"/>
              <a:gd name="connsiteX4" fmla="*/ 7691075 w 7920253"/>
              <a:gd name="connsiteY4" fmla="*/ 1375039 h 1375039"/>
              <a:gd name="connsiteX5" fmla="*/ 1803 w 7920253"/>
              <a:gd name="connsiteY5" fmla="*/ 1375039 h 1375039"/>
              <a:gd name="connsiteX6" fmla="*/ 1803 w 7920253"/>
              <a:gd name="connsiteY6" fmla="*/ 1375039 h 1375039"/>
              <a:gd name="connsiteX7" fmla="*/ 0 w 7920253"/>
              <a:gd name="connsiteY7" fmla="*/ 2381 h 1375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920253" h="1375039">
                <a:moveTo>
                  <a:pt x="0" y="2381"/>
                </a:moveTo>
                <a:lnTo>
                  <a:pt x="7920253" y="0"/>
                </a:lnTo>
                <a:lnTo>
                  <a:pt x="7920253" y="0"/>
                </a:lnTo>
                <a:lnTo>
                  <a:pt x="7920253" y="1145861"/>
                </a:lnTo>
                <a:cubicBezTo>
                  <a:pt x="7920253" y="1272433"/>
                  <a:pt x="7817647" y="1375039"/>
                  <a:pt x="7691075" y="1375039"/>
                </a:cubicBezTo>
                <a:lnTo>
                  <a:pt x="1803" y="1375039"/>
                </a:lnTo>
                <a:lnTo>
                  <a:pt x="1803" y="1375039"/>
                </a:lnTo>
                <a:lnTo>
                  <a:pt x="0" y="2381"/>
                </a:lnTo>
                <a:close/>
              </a:path>
            </a:pathLst>
          </a:custGeom>
          <a:solidFill>
            <a:srgbClr val="80276C"/>
          </a:solidFill>
        </p:spPr>
        <p:txBody>
          <a:bodyPr lIns="288000" tIns="144000" rIns="288000" bIns="72000" anchor="ctr" anchorCtr="0">
            <a:normAutofit/>
          </a:bodyPr>
          <a:lstStyle>
            <a:lvl1pPr algn="r">
              <a:lnSpc>
                <a:spcPct val="85000"/>
              </a:lnSpc>
              <a:spcBef>
                <a:spcPts val="450"/>
              </a:spcBef>
              <a:defRPr sz="3375" b="1" cap="all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Modifiez le </a:t>
            </a:r>
            <a:br>
              <a:rPr lang="fr-FR" dirty="0"/>
            </a:br>
            <a:r>
              <a:rPr lang="fr-FR" dirty="0"/>
              <a:t>style du titre</a:t>
            </a:r>
          </a:p>
        </p:txBody>
      </p:sp>
      <p:sp>
        <p:nvSpPr>
          <p:cNvPr id="18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7543801" y="600105"/>
            <a:ext cx="115782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000" b="1">
                <a:solidFill>
                  <a:schemeClr val="bg1"/>
                </a:solidFill>
              </a:defRPr>
            </a:lvl1pPr>
          </a:lstStyle>
          <a:p>
            <a:fld id="{2F999973-DAAB-4687-B4B4-75DA6A298F11}" type="datetimeFigureOut">
              <a:rPr lang="fr-FR" smtClean="0"/>
              <a:t>23/04/2025</a:t>
            </a:fld>
            <a:endParaRPr lang="fr-FR"/>
          </a:p>
        </p:txBody>
      </p:sp>
      <p:sp>
        <p:nvSpPr>
          <p:cNvPr id="19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467544" y="1949309"/>
            <a:ext cx="2160587" cy="946514"/>
          </a:xfrm>
          <a:solidFill>
            <a:schemeClr val="bg1"/>
          </a:solidFill>
        </p:spPr>
        <p:txBody>
          <a:bodyPr wrap="square" lIns="108000" tIns="108000" rIns="108000" bIns="108000" rtlCol="0" anchor="b">
            <a:spAutoFit/>
          </a:bodyPr>
          <a:lstStyle>
            <a:lvl1pPr marL="342900" indent="0">
              <a:spcBef>
                <a:spcPts val="900"/>
              </a:spcBef>
              <a:spcAft>
                <a:spcPts val="75"/>
              </a:spcAft>
              <a:buFontTx/>
              <a:buNone/>
              <a:defRPr lang="fr-FR" sz="1350" b="1" dirty="0" smtClean="0">
                <a:solidFill>
                  <a:schemeClr val="accent5"/>
                </a:solidFill>
                <a:latin typeface="Arial Narrow" pitchFamily="34" charset="0"/>
              </a:defRPr>
            </a:lvl1pPr>
            <a:lvl2pPr marL="27000" indent="-54000" algn="l" defTabSz="27000">
              <a:spcBef>
                <a:spcPts val="75"/>
              </a:spcBef>
              <a:spcAft>
                <a:spcPts val="75"/>
              </a:spcAft>
              <a:buFontTx/>
              <a:buNone/>
              <a:defRPr lang="fr-FR" sz="1200" dirty="0">
                <a:latin typeface="Arial Narrow" pitchFamily="34" charset="0"/>
              </a:defRPr>
            </a:lvl2pPr>
          </a:lstStyle>
          <a:p>
            <a:pPr marL="0" lvl="0">
              <a:spcBef>
                <a:spcPts val="900"/>
              </a:spcBef>
              <a:spcAft>
                <a:spcPts val="75"/>
              </a:spcAft>
            </a:pPr>
            <a:r>
              <a:rPr lang="fr-FR"/>
              <a:t>Modifiez les styles du texte du masque</a:t>
            </a:r>
          </a:p>
          <a:p>
            <a:pPr marL="0" lvl="1">
              <a:spcBef>
                <a:spcPts val="900"/>
              </a:spcBef>
              <a:spcAft>
                <a:spcPts val="75"/>
              </a:spcAft>
            </a:pPr>
            <a:r>
              <a:rPr lang="fr-FR"/>
              <a:t>Deuxième niveau</a:t>
            </a:r>
          </a:p>
        </p:txBody>
      </p:sp>
      <p:pic>
        <p:nvPicPr>
          <p:cNvPr id="12" name="F25E1CD4-A583-4BB2-82B1-EA8448AABC97" descr="95C080D9-D9F9-4764-A9F0-7C86F910EFA5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3091" y="4443958"/>
            <a:ext cx="935023" cy="5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45CDAB95-9054-4C68-9D54-7CE0BBC560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50" t="20601" r="10523" b="22000"/>
          <a:stretch/>
        </p:blipFill>
        <p:spPr>
          <a:xfrm>
            <a:off x="5868144" y="4279354"/>
            <a:ext cx="1675657" cy="837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193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conten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9525"/>
          </a:xfrm>
          <a:prstGeom prst="octagon">
            <a:avLst/>
          </a:prstGeom>
          <a:noFill/>
          <a:ln w="3175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175" cap="flat" cmpd="sng" algn="ctr">
                <a:solidFill>
                  <a:schemeClr val="accent1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200" b="1" dirty="0">
              <a:solidFill>
                <a:srgbClr val="6D6D6D"/>
              </a:solidFill>
            </a:endParaRPr>
          </a:p>
        </p:txBody>
      </p:sp>
      <p:sp>
        <p:nvSpPr>
          <p:cNvPr id="10" name="Textplatzhalter 2"/>
          <p:cNvSpPr>
            <a:spLocks noGrp="1"/>
          </p:cNvSpPr>
          <p:nvPr>
            <p:ph idx="1" hasCustomPrompt="1"/>
          </p:nvPr>
        </p:nvSpPr>
        <p:spPr bwMode="gray">
          <a:xfrm>
            <a:off x="252000" y="1120500"/>
            <a:ext cx="8640000" cy="346697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 dirty="0"/>
              <a:t>Click here to add the headline</a:t>
            </a: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640508" y="4729759"/>
            <a:ext cx="4011613" cy="332924"/>
          </a:xfrm>
        </p:spPr>
        <p:txBody>
          <a:bodyPr anchor="b" anchorCtr="0"/>
          <a:lstStyle>
            <a:lvl1pPr>
              <a:spcAft>
                <a:spcPts val="0"/>
              </a:spcAft>
              <a:buFontTx/>
              <a:buNone/>
              <a:defRPr sz="80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Source:</a:t>
            </a:r>
          </a:p>
        </p:txBody>
      </p:sp>
    </p:spTree>
    <p:extLst>
      <p:ext uri="{BB962C8B-B14F-4D97-AF65-F5344CB8AC3E}">
        <p14:creationId xmlns:p14="http://schemas.microsoft.com/office/powerpoint/2010/main" val="2886348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general + Sub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nhaltsplatzhalter 8"/>
          <p:cNvSpPr>
            <a:spLocks noGrp="1"/>
          </p:cNvSpPr>
          <p:nvPr>
            <p:ph sz="quarter" idx="15" hasCustomPrompt="1"/>
          </p:nvPr>
        </p:nvSpPr>
        <p:spPr bwMode="gray">
          <a:xfrm>
            <a:off x="252000" y="1444229"/>
            <a:ext cx="8639175" cy="314325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noProof="0" dirty="0"/>
              <a:t>Click the content icon you want to use</a:t>
            </a:r>
          </a:p>
        </p:txBody>
      </p:sp>
      <p:sp>
        <p:nvSpPr>
          <p:cNvPr id="11" name="Textplatzhalter 7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252413" y="1120500"/>
            <a:ext cx="8638762" cy="232200"/>
          </a:xfrm>
        </p:spPr>
        <p:txBody>
          <a:bodyPr wrap="square"/>
          <a:lstStyle>
            <a:lvl1pPr>
              <a:defRPr baseline="0"/>
            </a:lvl1pPr>
          </a:lstStyle>
          <a:p>
            <a:pPr lvl="0"/>
            <a:r>
              <a:rPr lang="en-US" noProof="0" dirty="0"/>
              <a:t>Click here to add your text</a:t>
            </a:r>
          </a:p>
        </p:txBody>
      </p:sp>
      <p:sp>
        <p:nvSpPr>
          <p:cNvPr id="7" name="Textplatzhalter 11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640508" y="4729759"/>
            <a:ext cx="4011613" cy="332924"/>
          </a:xfrm>
        </p:spPr>
        <p:txBody>
          <a:bodyPr anchor="b" anchorCtr="0"/>
          <a:lstStyle>
            <a:lvl1pPr>
              <a:spcAft>
                <a:spcPts val="0"/>
              </a:spcAft>
              <a:buFontTx/>
              <a:buNone/>
              <a:defRPr sz="80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Source:</a:t>
            </a:r>
          </a:p>
        </p:txBody>
      </p:sp>
      <p:sp>
        <p:nvSpPr>
          <p:cNvPr id="8" name="Titel 8"/>
          <p:cNvSpPr>
            <a:spLocks noGrp="1"/>
          </p:cNvSpPr>
          <p:nvPr>
            <p:ph type="title" hasCustomPrompt="1"/>
          </p:nvPr>
        </p:nvSpPr>
        <p:spPr bwMode="gray">
          <a:xfrm>
            <a:off x="252001" y="30375"/>
            <a:ext cx="8639588" cy="6777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874322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Conten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nhaltsplatzhalter 8"/>
          <p:cNvSpPr>
            <a:spLocks noGrp="1"/>
          </p:cNvSpPr>
          <p:nvPr>
            <p:ph sz="quarter" idx="15" hasCustomPrompt="1"/>
          </p:nvPr>
        </p:nvSpPr>
        <p:spPr bwMode="gray">
          <a:xfrm>
            <a:off x="251999" y="2044461"/>
            <a:ext cx="8639175" cy="2543018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noProof="0" dirty="0"/>
              <a:t>Click the content icon you want to use</a:t>
            </a:r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251999" y="1120501"/>
            <a:ext cx="8639587" cy="854153"/>
          </a:xfrm>
        </p:spPr>
        <p:txBody>
          <a:bodyPr/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</p:txBody>
      </p:sp>
      <p:sp>
        <p:nvSpPr>
          <p:cNvPr id="7" name="Textplatzhalter 11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763689" y="4731991"/>
            <a:ext cx="4011613" cy="332924"/>
          </a:xfrm>
        </p:spPr>
        <p:txBody>
          <a:bodyPr anchor="b" anchorCtr="0"/>
          <a:lstStyle>
            <a:lvl1pPr>
              <a:spcAft>
                <a:spcPts val="0"/>
              </a:spcAft>
              <a:buFontTx/>
              <a:buNone/>
              <a:defRPr sz="80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Source:</a:t>
            </a:r>
          </a:p>
        </p:txBody>
      </p:sp>
      <p:sp>
        <p:nvSpPr>
          <p:cNvPr id="8" name="Titel 8"/>
          <p:cNvSpPr>
            <a:spLocks noGrp="1"/>
          </p:cNvSpPr>
          <p:nvPr>
            <p:ph type="title" hasCustomPrompt="1"/>
          </p:nvPr>
        </p:nvSpPr>
        <p:spPr bwMode="gray">
          <a:xfrm>
            <a:off x="252001" y="30375"/>
            <a:ext cx="8639588" cy="6777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4141515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haltsplatzhalter 6"/>
          <p:cNvSpPr>
            <a:spLocks noGrp="1"/>
          </p:cNvSpPr>
          <p:nvPr>
            <p:ph sz="quarter" idx="17" hasCustomPrompt="1"/>
          </p:nvPr>
        </p:nvSpPr>
        <p:spPr bwMode="gray">
          <a:xfrm>
            <a:off x="4660450" y="1120500"/>
            <a:ext cx="4229100" cy="3461400"/>
          </a:xfrm>
        </p:spPr>
        <p:txBody>
          <a:bodyPr/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  <a:p>
            <a:pPr lvl="6"/>
            <a:r>
              <a:rPr lang="en-US" noProof="0" dirty="0"/>
              <a:t>Seventh text level</a:t>
            </a:r>
          </a:p>
          <a:p>
            <a:pPr lvl="7"/>
            <a:r>
              <a:rPr lang="en-US" noProof="0" dirty="0"/>
              <a:t>Eight text level</a:t>
            </a:r>
          </a:p>
          <a:p>
            <a:pPr lvl="8"/>
            <a:r>
              <a:rPr lang="en-US" noProof="0" dirty="0"/>
              <a:t>Ninth text level</a:t>
            </a:r>
          </a:p>
        </p:txBody>
      </p:sp>
      <p:sp>
        <p:nvSpPr>
          <p:cNvPr id="9" name="Inhaltsplatzhalter 6"/>
          <p:cNvSpPr>
            <a:spLocks noGrp="1"/>
          </p:cNvSpPr>
          <p:nvPr>
            <p:ph sz="quarter" idx="19" hasCustomPrompt="1"/>
          </p:nvPr>
        </p:nvSpPr>
        <p:spPr bwMode="gray">
          <a:xfrm>
            <a:off x="252000" y="1120500"/>
            <a:ext cx="4229100" cy="3461400"/>
          </a:xfrm>
        </p:spPr>
        <p:txBody>
          <a:bodyPr/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  <a:p>
            <a:pPr lvl="6"/>
            <a:r>
              <a:rPr lang="en-US" noProof="0" dirty="0"/>
              <a:t>Seventh text level</a:t>
            </a:r>
          </a:p>
          <a:p>
            <a:pPr lvl="7"/>
            <a:r>
              <a:rPr lang="en-US" noProof="0" dirty="0"/>
              <a:t>Eight text level</a:t>
            </a:r>
          </a:p>
          <a:p>
            <a:pPr lvl="8"/>
            <a:r>
              <a:rPr lang="en-US" noProof="0" dirty="0"/>
              <a:t>Ninth text level</a:t>
            </a:r>
          </a:p>
        </p:txBody>
      </p:sp>
      <p:sp>
        <p:nvSpPr>
          <p:cNvPr id="11" name="Textplatzhalter 11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252413" y="4729759"/>
            <a:ext cx="4011613" cy="332924"/>
          </a:xfrm>
        </p:spPr>
        <p:txBody>
          <a:bodyPr anchor="b" anchorCtr="0"/>
          <a:lstStyle>
            <a:lvl1pPr>
              <a:spcAft>
                <a:spcPts val="0"/>
              </a:spcAft>
              <a:buFontTx/>
              <a:buNone/>
              <a:defRPr sz="80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Source:</a:t>
            </a:r>
          </a:p>
        </p:txBody>
      </p:sp>
      <p:sp>
        <p:nvSpPr>
          <p:cNvPr id="8" name="Titel 8"/>
          <p:cNvSpPr>
            <a:spLocks noGrp="1"/>
          </p:cNvSpPr>
          <p:nvPr>
            <p:ph type="title" hasCustomPrompt="1"/>
          </p:nvPr>
        </p:nvSpPr>
        <p:spPr bwMode="gray">
          <a:xfrm>
            <a:off x="252001" y="30375"/>
            <a:ext cx="8639588" cy="6777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3099113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nhaltsplatzhalter 8"/>
          <p:cNvSpPr>
            <a:spLocks noGrp="1"/>
          </p:cNvSpPr>
          <p:nvPr>
            <p:ph sz="quarter" idx="15" hasCustomPrompt="1"/>
          </p:nvPr>
        </p:nvSpPr>
        <p:spPr bwMode="gray">
          <a:xfrm>
            <a:off x="251999" y="2044461"/>
            <a:ext cx="4231100" cy="2543018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noProof="0" dirty="0"/>
              <a:t>Click the content icon you want to use</a:t>
            </a:r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251999" y="1120501"/>
            <a:ext cx="8639587" cy="854153"/>
          </a:xfrm>
        </p:spPr>
        <p:txBody>
          <a:bodyPr/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</p:txBody>
      </p:sp>
      <p:sp>
        <p:nvSpPr>
          <p:cNvPr id="11" name="Inhaltsplatzhalter 8"/>
          <p:cNvSpPr>
            <a:spLocks noGrp="1"/>
          </p:cNvSpPr>
          <p:nvPr>
            <p:ph sz="quarter" idx="17" hasCustomPrompt="1"/>
          </p:nvPr>
        </p:nvSpPr>
        <p:spPr bwMode="gray">
          <a:xfrm>
            <a:off x="4659900" y="2044461"/>
            <a:ext cx="4231100" cy="2543018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noProof="0" dirty="0"/>
              <a:t>Click the content icon you want to use</a:t>
            </a:r>
          </a:p>
        </p:txBody>
      </p:sp>
      <p:sp>
        <p:nvSpPr>
          <p:cNvPr id="8" name="Textplatzhalter 11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252413" y="4729759"/>
            <a:ext cx="4011613" cy="332924"/>
          </a:xfrm>
        </p:spPr>
        <p:txBody>
          <a:bodyPr anchor="b" anchorCtr="0"/>
          <a:lstStyle>
            <a:lvl1pPr>
              <a:spcAft>
                <a:spcPts val="0"/>
              </a:spcAft>
              <a:buFontTx/>
              <a:buNone/>
              <a:defRPr sz="80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Source:</a:t>
            </a:r>
          </a:p>
        </p:txBody>
      </p:sp>
      <p:sp>
        <p:nvSpPr>
          <p:cNvPr id="12" name="Titel 8"/>
          <p:cNvSpPr>
            <a:spLocks noGrp="1"/>
          </p:cNvSpPr>
          <p:nvPr>
            <p:ph type="title" hasCustomPrompt="1"/>
          </p:nvPr>
        </p:nvSpPr>
        <p:spPr bwMode="gray">
          <a:xfrm>
            <a:off x="252001" y="30375"/>
            <a:ext cx="8639588" cy="6777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1190784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 Conten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9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4662488" y="1168004"/>
            <a:ext cx="4481512" cy="3419475"/>
          </a:xfrm>
          <a:noFill/>
        </p:spPr>
        <p:txBody>
          <a:bodyPr lIns="72000" tIns="0" bIns="0" anchor="t" anchorCtr="0"/>
          <a:lstStyle>
            <a:lvl1pPr>
              <a:defRPr/>
            </a:lvl1pPr>
          </a:lstStyle>
          <a:p>
            <a:r>
              <a:rPr lang="fr-FR" noProof="0" dirty="0"/>
              <a:t>Image</a:t>
            </a:r>
          </a:p>
        </p:txBody>
      </p:sp>
      <p:sp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252000" y="1120500"/>
            <a:ext cx="4230000" cy="3461579"/>
          </a:xfrm>
        </p:spPr>
        <p:txBody>
          <a:bodyPr/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  <a:p>
            <a:pPr lvl="6"/>
            <a:r>
              <a:rPr lang="en-US" noProof="0" dirty="0"/>
              <a:t>Seventh text level</a:t>
            </a:r>
          </a:p>
          <a:p>
            <a:pPr lvl="7"/>
            <a:r>
              <a:rPr lang="en-US" noProof="0" dirty="0"/>
              <a:t>Eight text level</a:t>
            </a:r>
          </a:p>
          <a:p>
            <a:pPr lvl="8"/>
            <a:r>
              <a:rPr lang="en-US" noProof="0" dirty="0"/>
              <a:t>Ninth text level</a:t>
            </a:r>
          </a:p>
        </p:txBody>
      </p:sp>
      <p:sp>
        <p:nvSpPr>
          <p:cNvPr id="8" name="Textplatzhalter 11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252413" y="4729759"/>
            <a:ext cx="4011613" cy="332924"/>
          </a:xfrm>
        </p:spPr>
        <p:txBody>
          <a:bodyPr anchor="b" anchorCtr="0"/>
          <a:lstStyle>
            <a:lvl1pPr>
              <a:spcAft>
                <a:spcPts val="0"/>
              </a:spcAft>
              <a:buFontTx/>
              <a:buNone/>
              <a:defRPr sz="80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Source: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 bwMode="gray">
          <a:xfrm>
            <a:off x="252001" y="30375"/>
            <a:ext cx="8639588" cy="6777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3811325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+ Image +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252000" y="1120500"/>
            <a:ext cx="4230000" cy="3461579"/>
          </a:xfrm>
        </p:spPr>
        <p:txBody>
          <a:bodyPr/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  <a:p>
            <a:pPr lvl="6"/>
            <a:r>
              <a:rPr lang="en-US" noProof="0" dirty="0"/>
              <a:t>Seventh text level</a:t>
            </a:r>
          </a:p>
          <a:p>
            <a:pPr lvl="7"/>
            <a:r>
              <a:rPr lang="en-US" noProof="0" dirty="0"/>
              <a:t>Eight text level</a:t>
            </a:r>
          </a:p>
          <a:p>
            <a:pPr lvl="8"/>
            <a:r>
              <a:rPr lang="en-US" noProof="0" dirty="0"/>
              <a:t>Ninth text level</a:t>
            </a:r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4662488" y="4354830"/>
            <a:ext cx="4481512" cy="232649"/>
          </a:xfrm>
          <a:solidFill>
            <a:schemeClr val="bg1"/>
          </a:solidFill>
        </p:spPr>
        <p:txBody>
          <a:bodyPr rIns="108000" anchor="ctr" anchorCtr="0"/>
          <a:lstStyle>
            <a:lvl1pPr algn="r">
              <a:defRPr sz="1200"/>
            </a:lvl1pPr>
          </a:lstStyle>
          <a:p>
            <a:pPr lvl="0"/>
            <a:r>
              <a:rPr lang="en-US" noProof="0" dirty="0"/>
              <a:t>Image description</a:t>
            </a:r>
          </a:p>
        </p:txBody>
      </p:sp>
      <p:sp>
        <p:nvSpPr>
          <p:cNvPr id="8" name="Textplatzhalter 11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252413" y="4729759"/>
            <a:ext cx="4011613" cy="332924"/>
          </a:xfrm>
        </p:spPr>
        <p:txBody>
          <a:bodyPr anchor="b" anchorCtr="0"/>
          <a:lstStyle>
            <a:lvl1pPr>
              <a:spcAft>
                <a:spcPts val="0"/>
              </a:spcAft>
              <a:buFontTx/>
              <a:buNone/>
              <a:defRPr sz="80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Source:</a:t>
            </a:r>
          </a:p>
        </p:txBody>
      </p:sp>
      <p:sp>
        <p:nvSpPr>
          <p:cNvPr id="10" name="Bildplatzhalter 9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4662488" y="1169100"/>
            <a:ext cx="4481512" cy="3185730"/>
          </a:xfrm>
          <a:noFill/>
        </p:spPr>
        <p:txBody>
          <a:bodyPr lIns="72000" tIns="0" bIns="0" anchor="t" anchorCtr="0"/>
          <a:lstStyle>
            <a:lvl1pPr>
              <a:defRPr/>
            </a:lvl1pPr>
          </a:lstStyle>
          <a:p>
            <a:r>
              <a:rPr lang="fr-FR" noProof="0" dirty="0"/>
              <a:t>Image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 bwMode="gray">
          <a:xfrm>
            <a:off x="252001" y="30375"/>
            <a:ext cx="8639588" cy="6777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1957262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 Headline + Sub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9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251999" y="1120500"/>
            <a:ext cx="8639175" cy="232200"/>
          </a:xfrm>
        </p:spPr>
        <p:txBody>
          <a:bodyPr anchor="b" anchorCtr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Click here to add text for the </a:t>
            </a:r>
            <a:r>
              <a:rPr lang="en-US" noProof="0" dirty="0" err="1"/>
              <a:t>subheadline</a:t>
            </a:r>
            <a:r>
              <a:rPr lang="en-US" noProof="0" dirty="0"/>
              <a:t> </a:t>
            </a:r>
          </a:p>
        </p:txBody>
      </p:sp>
      <p:sp>
        <p:nvSpPr>
          <p:cNvPr id="6" name="Textplatzhalter 11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252413" y="4729759"/>
            <a:ext cx="4011613" cy="332924"/>
          </a:xfrm>
        </p:spPr>
        <p:txBody>
          <a:bodyPr anchor="b" anchorCtr="0"/>
          <a:lstStyle>
            <a:lvl1pPr>
              <a:spcAft>
                <a:spcPts val="0"/>
              </a:spcAft>
              <a:buFontTx/>
              <a:buNone/>
              <a:defRPr sz="80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Source:</a:t>
            </a:r>
          </a:p>
        </p:txBody>
      </p:sp>
      <p:sp>
        <p:nvSpPr>
          <p:cNvPr id="5" name="Titel 8"/>
          <p:cNvSpPr>
            <a:spLocks noGrp="1"/>
          </p:cNvSpPr>
          <p:nvPr>
            <p:ph type="title" hasCustomPrompt="1"/>
          </p:nvPr>
        </p:nvSpPr>
        <p:spPr bwMode="gray">
          <a:xfrm>
            <a:off x="252001" y="30375"/>
            <a:ext cx="8639588" cy="6777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1482252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11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252413" y="4729759"/>
            <a:ext cx="4011613" cy="332924"/>
          </a:xfrm>
        </p:spPr>
        <p:txBody>
          <a:bodyPr anchor="b" anchorCtr="0"/>
          <a:lstStyle>
            <a:lvl1pPr>
              <a:spcAft>
                <a:spcPts val="0"/>
              </a:spcAft>
              <a:buFontTx/>
              <a:buNone/>
              <a:defRPr sz="80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Source:</a:t>
            </a:r>
          </a:p>
        </p:txBody>
      </p:sp>
      <p:sp>
        <p:nvSpPr>
          <p:cNvPr id="6" name="Titel 8"/>
          <p:cNvSpPr>
            <a:spLocks noGrp="1"/>
          </p:cNvSpPr>
          <p:nvPr>
            <p:ph type="title" hasCustomPrompt="1"/>
          </p:nvPr>
        </p:nvSpPr>
        <p:spPr bwMode="gray">
          <a:xfrm>
            <a:off x="252001" y="30375"/>
            <a:ext cx="8639588" cy="6777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734084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51208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 b="1" dirty="0">
              <a:solidFill>
                <a:srgbClr val="6D6D6D"/>
              </a:solidFill>
            </a:endParaRPr>
          </a:p>
        </p:txBody>
      </p:sp>
      <p:pic>
        <p:nvPicPr>
          <p:cNvPr id="3" name="F25E1CD4-A583-4BB2-82B1-EA8448AABC97" descr="95C080D9-D9F9-4764-A9F0-7C86F910EFA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2976" y="3310088"/>
            <a:ext cx="2879850" cy="12635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446006" y="1695889"/>
            <a:ext cx="6432963" cy="6777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fr-FR" sz="3400"/>
              <a:t>Modifiez le style du titre</a:t>
            </a:r>
            <a:endParaRPr lang="fr-FR" sz="3400" dirty="0"/>
          </a:p>
        </p:txBody>
      </p:sp>
    </p:spTree>
    <p:extLst>
      <p:ext uri="{BB962C8B-B14F-4D97-AF65-F5344CB8AC3E}">
        <p14:creationId xmlns:p14="http://schemas.microsoft.com/office/powerpoint/2010/main" val="20818045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General conten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2"/>
          <p:cNvSpPr>
            <a:spLocks noGrp="1"/>
          </p:cNvSpPr>
          <p:nvPr>
            <p:ph idx="1" hasCustomPrompt="1"/>
          </p:nvPr>
        </p:nvSpPr>
        <p:spPr bwMode="gray">
          <a:xfrm>
            <a:off x="252000" y="1120500"/>
            <a:ext cx="8640000" cy="346697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>
                <a:latin typeface="Canal+" pitchFamily="2" charset="0"/>
              </a:defRPr>
            </a:lvl1pPr>
          </a:lstStyle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3232811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General conten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2"/>
          <p:cNvSpPr>
            <a:spLocks noGrp="1"/>
          </p:cNvSpPr>
          <p:nvPr>
            <p:ph idx="1" hasCustomPrompt="1"/>
          </p:nvPr>
        </p:nvSpPr>
        <p:spPr bwMode="gray">
          <a:xfrm>
            <a:off x="252000" y="1120500"/>
            <a:ext cx="8640000" cy="346697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>
                <a:latin typeface="Canal+" pitchFamily="2" charset="0"/>
              </a:defRPr>
            </a:lvl1pPr>
          </a:lstStyle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1751333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General conten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2"/>
          <p:cNvSpPr>
            <a:spLocks noGrp="1"/>
          </p:cNvSpPr>
          <p:nvPr>
            <p:ph idx="1" hasCustomPrompt="1"/>
          </p:nvPr>
        </p:nvSpPr>
        <p:spPr bwMode="gray">
          <a:xfrm>
            <a:off x="252000" y="1120500"/>
            <a:ext cx="8640000" cy="346697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>
                <a:latin typeface="Canal+" pitchFamily="2" charset="0"/>
              </a:defRPr>
            </a:lvl1pPr>
          </a:lstStyle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2598671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3_General conten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2"/>
          <p:cNvSpPr>
            <a:spLocks noGrp="1"/>
          </p:cNvSpPr>
          <p:nvPr>
            <p:ph idx="1" hasCustomPrompt="1"/>
          </p:nvPr>
        </p:nvSpPr>
        <p:spPr bwMode="gray">
          <a:xfrm>
            <a:off x="252000" y="1120500"/>
            <a:ext cx="8640000" cy="346697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</a:lstStyle>
          <a:p>
            <a:pPr lvl="0"/>
            <a:r>
              <a:rPr lang="fr-FR" noProof="0" dirty="0"/>
              <a:t>First </a:t>
            </a:r>
            <a:r>
              <a:rPr lang="fr-FR" noProof="0" dirty="0" err="1"/>
              <a:t>text</a:t>
            </a:r>
            <a:r>
              <a:rPr lang="fr-FR" noProof="0" dirty="0"/>
              <a:t> </a:t>
            </a:r>
            <a:r>
              <a:rPr lang="fr-FR" noProof="0" dirty="0" err="1"/>
              <a:t>level</a:t>
            </a:r>
            <a:endParaRPr lang="fr-FR" noProof="0" dirty="0"/>
          </a:p>
          <a:p>
            <a:pPr lvl="1"/>
            <a:r>
              <a:rPr lang="fr-FR" noProof="0" dirty="0"/>
              <a:t>Second </a:t>
            </a:r>
            <a:r>
              <a:rPr lang="fr-FR" noProof="0" dirty="0" err="1"/>
              <a:t>text</a:t>
            </a:r>
            <a:r>
              <a:rPr lang="fr-FR" noProof="0" dirty="0"/>
              <a:t> </a:t>
            </a:r>
            <a:r>
              <a:rPr lang="fr-FR" noProof="0" dirty="0" err="1"/>
              <a:t>level</a:t>
            </a:r>
            <a:endParaRPr lang="fr-FR" noProof="0" dirty="0"/>
          </a:p>
          <a:p>
            <a:pPr lvl="2"/>
            <a:r>
              <a:rPr lang="fr-FR" noProof="0" dirty="0" err="1"/>
              <a:t>Third</a:t>
            </a:r>
            <a:r>
              <a:rPr lang="fr-FR" noProof="0" dirty="0"/>
              <a:t> </a:t>
            </a:r>
            <a:r>
              <a:rPr lang="fr-FR" noProof="0" dirty="0" err="1"/>
              <a:t>text</a:t>
            </a:r>
            <a:r>
              <a:rPr lang="fr-FR" noProof="0" dirty="0"/>
              <a:t> </a:t>
            </a:r>
            <a:r>
              <a:rPr lang="fr-FR" noProof="0" dirty="0" err="1"/>
              <a:t>level</a:t>
            </a:r>
            <a:endParaRPr lang="fr-FR" noProof="0" dirty="0"/>
          </a:p>
          <a:p>
            <a:pPr lvl="3"/>
            <a:r>
              <a:rPr lang="fr-FR" noProof="0" dirty="0" err="1"/>
              <a:t>Fourth</a:t>
            </a:r>
            <a:r>
              <a:rPr lang="fr-FR" noProof="0" dirty="0"/>
              <a:t> </a:t>
            </a:r>
            <a:r>
              <a:rPr lang="fr-FR" noProof="0" dirty="0" err="1"/>
              <a:t>text</a:t>
            </a:r>
            <a:r>
              <a:rPr lang="fr-FR" noProof="0" dirty="0"/>
              <a:t> </a:t>
            </a:r>
            <a:r>
              <a:rPr lang="fr-FR" noProof="0" dirty="0" err="1"/>
              <a:t>level</a:t>
            </a:r>
            <a:endParaRPr lang="fr-FR" noProof="0" dirty="0"/>
          </a:p>
          <a:p>
            <a:pPr lvl="4"/>
            <a:r>
              <a:rPr lang="fr-FR" noProof="0" dirty="0" err="1"/>
              <a:t>Fifth</a:t>
            </a:r>
            <a:r>
              <a:rPr lang="fr-FR" noProof="0" dirty="0"/>
              <a:t> </a:t>
            </a:r>
            <a:r>
              <a:rPr lang="fr-FR" noProof="0" dirty="0" err="1"/>
              <a:t>text</a:t>
            </a:r>
            <a:r>
              <a:rPr lang="fr-FR" noProof="0" dirty="0"/>
              <a:t> </a:t>
            </a:r>
            <a:r>
              <a:rPr lang="fr-FR" noProof="0" dirty="0" err="1"/>
              <a:t>level</a:t>
            </a:r>
            <a:endParaRPr lang="fr-FR" noProof="0" dirty="0"/>
          </a:p>
          <a:p>
            <a:pPr lvl="5"/>
            <a:r>
              <a:rPr lang="fr-FR" noProof="0" dirty="0" err="1"/>
              <a:t>Sixth</a:t>
            </a:r>
            <a:r>
              <a:rPr lang="fr-FR" noProof="0" dirty="0"/>
              <a:t> </a:t>
            </a:r>
            <a:r>
              <a:rPr lang="fr-FR" noProof="0" dirty="0" err="1"/>
              <a:t>text</a:t>
            </a:r>
            <a:r>
              <a:rPr lang="fr-FR" noProof="0" dirty="0"/>
              <a:t> </a:t>
            </a:r>
            <a:r>
              <a:rPr lang="fr-FR" noProof="0" dirty="0" err="1"/>
              <a:t>level</a:t>
            </a:r>
            <a:endParaRPr lang="fr-FR" noProof="0" dirty="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252413" y="4729759"/>
            <a:ext cx="4011613" cy="332924"/>
          </a:xfrm>
        </p:spPr>
        <p:txBody>
          <a:bodyPr anchor="b" anchorCtr="0"/>
          <a:lstStyle>
            <a:lvl1pPr>
              <a:spcAft>
                <a:spcPts val="0"/>
              </a:spcAft>
              <a:buFontTx/>
              <a:buNone/>
              <a:defRPr sz="80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fr-FR" noProof="0" dirty="0"/>
              <a:t>Source:</a:t>
            </a:r>
          </a:p>
        </p:txBody>
      </p:sp>
      <p:sp>
        <p:nvSpPr>
          <p:cNvPr id="5" name="Titel 8"/>
          <p:cNvSpPr>
            <a:spLocks noGrp="1"/>
          </p:cNvSpPr>
          <p:nvPr>
            <p:ph type="title" hasCustomPrompt="1"/>
          </p:nvPr>
        </p:nvSpPr>
        <p:spPr bwMode="gray">
          <a:xfrm>
            <a:off x="252001" y="30375"/>
            <a:ext cx="8639588" cy="6777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8328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General conten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2"/>
          <p:cNvSpPr>
            <a:spLocks noGrp="1"/>
          </p:cNvSpPr>
          <p:nvPr>
            <p:ph idx="1" hasCustomPrompt="1"/>
          </p:nvPr>
        </p:nvSpPr>
        <p:spPr bwMode="gray">
          <a:xfrm>
            <a:off x="252000" y="1120500"/>
            <a:ext cx="8640000" cy="346697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>
                <a:latin typeface="Canal+" pitchFamily="2" charset="0"/>
              </a:defRPr>
            </a:lvl1pPr>
          </a:lstStyle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309619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General conten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2"/>
          <p:cNvSpPr>
            <a:spLocks noGrp="1"/>
          </p:cNvSpPr>
          <p:nvPr>
            <p:ph idx="1" hasCustomPrompt="1"/>
          </p:nvPr>
        </p:nvSpPr>
        <p:spPr bwMode="gray">
          <a:xfrm>
            <a:off x="252000" y="1120500"/>
            <a:ext cx="8640000" cy="346697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>
                <a:latin typeface="Canal+" pitchFamily="2" charset="0"/>
              </a:defRPr>
            </a:lvl1pPr>
          </a:lstStyle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3944004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General conten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2"/>
          <p:cNvSpPr>
            <a:spLocks noGrp="1"/>
          </p:cNvSpPr>
          <p:nvPr>
            <p:ph idx="1" hasCustomPrompt="1"/>
          </p:nvPr>
        </p:nvSpPr>
        <p:spPr bwMode="gray">
          <a:xfrm>
            <a:off x="252000" y="1120500"/>
            <a:ext cx="8640000" cy="346697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>
                <a:latin typeface="Canal+" pitchFamily="2" charset="0"/>
              </a:defRPr>
            </a:lvl1pPr>
          </a:lstStyle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3677774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General conten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2"/>
          <p:cNvSpPr>
            <a:spLocks noGrp="1"/>
          </p:cNvSpPr>
          <p:nvPr>
            <p:ph idx="1" hasCustomPrompt="1"/>
          </p:nvPr>
        </p:nvSpPr>
        <p:spPr bwMode="gray">
          <a:xfrm>
            <a:off x="252000" y="1120500"/>
            <a:ext cx="8640000" cy="346697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>
                <a:latin typeface="Canal+" pitchFamily="2" charset="0"/>
              </a:defRPr>
            </a:lvl1pPr>
          </a:lstStyle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2711205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0170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4_General conten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2"/>
          <p:cNvSpPr>
            <a:spLocks noGrp="1"/>
          </p:cNvSpPr>
          <p:nvPr>
            <p:ph idx="1" hasCustomPrompt="1"/>
          </p:nvPr>
        </p:nvSpPr>
        <p:spPr bwMode="gray">
          <a:xfrm>
            <a:off x="252000" y="1120500"/>
            <a:ext cx="8640000" cy="346697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384450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2_General conten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2"/>
          <p:cNvSpPr>
            <a:spLocks noGrp="1"/>
          </p:cNvSpPr>
          <p:nvPr>
            <p:ph idx="1" hasCustomPrompt="1"/>
          </p:nvPr>
        </p:nvSpPr>
        <p:spPr bwMode="gray">
          <a:xfrm>
            <a:off x="252000" y="1120500"/>
            <a:ext cx="8640000" cy="346697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1426303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x1 Box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AU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1"/>
          </p:nvPr>
        </p:nvSpPr>
        <p:spPr>
          <a:xfrm>
            <a:off x="285750" y="1343025"/>
            <a:ext cx="8569325" cy="3030141"/>
          </a:xfrm>
        </p:spPr>
        <p:txBody>
          <a:bodyPr tIns="0">
            <a:noAutofit/>
          </a:bodyPr>
          <a:lstStyle>
            <a:lvl1pPr>
              <a:defRPr b="0"/>
            </a:lvl1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AU" dirty="0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285750" y="773880"/>
            <a:ext cx="8569324" cy="569146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fr-FR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858459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8_General conten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2"/>
          <p:cNvSpPr>
            <a:spLocks noGrp="1"/>
          </p:cNvSpPr>
          <p:nvPr>
            <p:ph idx="1" hasCustomPrompt="1"/>
          </p:nvPr>
        </p:nvSpPr>
        <p:spPr bwMode="gray">
          <a:xfrm>
            <a:off x="252000" y="1120500"/>
            <a:ext cx="8640000" cy="346697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noProof="0" dirty="0"/>
              <a:t>Click here to add the headline</a:t>
            </a: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252413" y="4729759"/>
            <a:ext cx="4011613" cy="332924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buFontTx/>
              <a:buNone/>
              <a:defRPr sz="80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Source: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4"/>
          </p:nvPr>
        </p:nvSpPr>
        <p:spPr>
          <a:xfrm>
            <a:off x="6553200" y="4894008"/>
            <a:ext cx="2133600" cy="273844"/>
          </a:xfrm>
          <a:prstGeom prst="rect">
            <a:avLst/>
          </a:prstGeom>
        </p:spPr>
        <p:txBody>
          <a:bodyPr/>
          <a:lstStyle>
            <a:lvl1pPr algn="r">
              <a:defRPr sz="1100" i="1">
                <a:latin typeface="Canal+" pitchFamily="50" charset="0"/>
              </a:defRPr>
            </a:lvl1pPr>
          </a:lstStyle>
          <a:p>
            <a:fld id="{47AFB671-B60B-4FD7-A4B2-341A32C1B7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7665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4_General conten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2"/>
          <p:cNvSpPr>
            <a:spLocks noGrp="1"/>
          </p:cNvSpPr>
          <p:nvPr>
            <p:ph idx="1" hasCustomPrompt="1"/>
          </p:nvPr>
        </p:nvSpPr>
        <p:spPr bwMode="gray">
          <a:xfrm>
            <a:off x="252000" y="1120500"/>
            <a:ext cx="8640000" cy="346697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874777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5_General conten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2"/>
          <p:cNvSpPr>
            <a:spLocks noGrp="1"/>
          </p:cNvSpPr>
          <p:nvPr>
            <p:ph idx="1" hasCustomPrompt="1"/>
          </p:nvPr>
        </p:nvSpPr>
        <p:spPr bwMode="gray">
          <a:xfrm>
            <a:off x="252000" y="1120500"/>
            <a:ext cx="8640000" cy="346697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4051083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9FE5A7-9158-4744-961C-C558C08DE7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53CA30A-A762-4DDA-A362-86E3C1B649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5A6874D-EFD8-4476-9372-639407106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75E37-AD59-4AA6-B148-0CD950211670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0493E97-9199-4EB7-86C6-F78F5AAD5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D108B1C-FFDE-48E0-9214-892D7EA73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2EA35-3CBF-4640-90B1-E28351DBD21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7561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34C51D-23F4-4472-AD02-6CA595752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D86EF9A-4CF5-47FC-AE57-077F6993F0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B5E60F8-01B6-4FDF-87FE-9BF1BE5C2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75E37-AD59-4AA6-B148-0CD950211670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AD5B4BC-D4D3-4B3D-8C4E-1803F8BB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EC0B72-32D5-4717-98AE-86490D3C1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2EA35-3CBF-4640-90B1-E28351DBD21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0237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020346-F804-4CE3-B151-D1A7ABF5C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5B5555B-5D83-4B40-87ED-1680ED2AC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A8C9042-0876-4FE8-859A-11E99D016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75E37-AD59-4AA6-B148-0CD950211670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A0FB32-5B0B-4797-9D80-583EF86BC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3162DAD-AA06-4F72-AF45-BF7BCC50B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2EA35-3CBF-4640-90B1-E28351DBD21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39158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6F13AA-4DA0-4A7B-B35D-2B599E048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9C3E53-69DC-4190-B9BD-12ECF80147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69EE53D-EDDC-48B1-8BB9-C6EF6FF2FA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9667D49-8A29-4F32-81B0-F9445A4D1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75E37-AD59-4AA6-B148-0CD950211670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7F30D2F-5DF4-4E4F-BE97-C5C148775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9917916-FBEE-4D67-AB09-F889BE4AA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2EA35-3CBF-4640-90B1-E28351DBD21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98549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B0B626-A6B9-45F1-A441-EE907011F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656789A-41A8-46DB-A082-E44CA3F56F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4B03A7B-F8C8-4B4E-82AF-F0D0DB043D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FF89E27-2E9A-4BFF-9C3F-FFE6EB88D1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686BC34-D8DF-47E4-9EBF-6296C14D7B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6B33F06-7F24-4466-AB75-136588247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75E37-AD59-4AA6-B148-0CD950211670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7B5DC90-67F0-424B-82BB-CA458F3A5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2A84D91-6401-49A9-88B3-3D62991A7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2EA35-3CBF-4640-90B1-E28351DBD21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67491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601274-C8F8-4D08-AFFE-A40E74109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383BAFA-C4CE-471D-B354-2C0A39642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75E37-AD59-4AA6-B148-0CD950211670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A532505-720E-44F2-BBE8-DDB23E8EA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BA7E89B-2A01-46DF-8FA7-C597F24F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2EA35-3CBF-4640-90B1-E28351DBD21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60444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F34C60A-A519-4808-B53B-E493959B9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75E37-AD59-4AA6-B148-0CD950211670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C5314D0-2A45-4B64-BD2F-ECDE8AC5F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7FFE9CB-CBCA-4FA2-AE93-C581D5ABE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2EA35-3CBF-4640-90B1-E28351DBD21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87711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166284-B69C-41AD-A443-E7EE61CB5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221411F-E327-4F18-8F00-CF808B9109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B8CD70B-19C0-4CCB-8B3F-31441BBAD1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DE43586-246E-46F3-B571-6783AB35D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75E37-AD59-4AA6-B148-0CD950211670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4371CF8-D318-4A98-BF27-C3D359CB5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ACA1FAB-269F-444A-8233-F9AE2A8D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2EA35-3CBF-4640-90B1-E28351DBD21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04888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358343-2C14-4BC2-AFA6-94A331A6E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9284858-9A10-4CFF-B55D-5D5D48A894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BE15D86-6E69-43A2-B1EB-CE150CFA55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C7D9215-6902-454A-81FD-2E3E7A619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75E37-AD59-4AA6-B148-0CD950211670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64F5FCC-841F-4F3A-818B-903BCDC33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29C7F1A-1E00-4197-A739-408FCBE10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2EA35-3CBF-4640-90B1-E28351DBD21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2080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41217C-A1D7-4229-9B5D-7D543D29C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12E6CA1-6647-48AE-ABC6-1F376F928A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CDA75B2-48B7-4713-9F42-B59DBE2DF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75E37-AD59-4AA6-B148-0CD950211670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37D10F0-24FC-40C6-8184-320822F3A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C616A0B-67E2-48CB-B818-64E6DFC7E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2EA35-3CBF-4640-90B1-E28351DBD21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0409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7BC25A0-C016-453B-8121-E366DA435F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FCF492A-5509-4001-8E66-608007702C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EE38D3A-8FC1-407B-9EFA-90056C4ED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75E37-AD59-4AA6-B148-0CD950211670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6B62307-87AD-4A4C-ABA0-B674497AA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5CC43D7-C5AA-49C7-9FAE-05AB74CE4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2EA35-3CBF-4640-90B1-E28351DBD21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6446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|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-1798" y="2404399"/>
            <a:ext cx="7920253" cy="1247471"/>
          </a:xfrm>
          <a:custGeom>
            <a:avLst/>
            <a:gdLst>
              <a:gd name="connsiteX0" fmla="*/ 229178 w 7918450"/>
              <a:gd name="connsiteY0" fmla="*/ 0 h 1375039"/>
              <a:gd name="connsiteX1" fmla="*/ 7918450 w 7918450"/>
              <a:gd name="connsiteY1" fmla="*/ 0 h 1375039"/>
              <a:gd name="connsiteX2" fmla="*/ 7918450 w 7918450"/>
              <a:gd name="connsiteY2" fmla="*/ 0 h 1375039"/>
              <a:gd name="connsiteX3" fmla="*/ 7918450 w 7918450"/>
              <a:gd name="connsiteY3" fmla="*/ 1145861 h 1375039"/>
              <a:gd name="connsiteX4" fmla="*/ 7689272 w 7918450"/>
              <a:gd name="connsiteY4" fmla="*/ 1375039 h 1375039"/>
              <a:gd name="connsiteX5" fmla="*/ 0 w 7918450"/>
              <a:gd name="connsiteY5" fmla="*/ 1375039 h 1375039"/>
              <a:gd name="connsiteX6" fmla="*/ 0 w 7918450"/>
              <a:gd name="connsiteY6" fmla="*/ 1375039 h 1375039"/>
              <a:gd name="connsiteX7" fmla="*/ 0 w 7918450"/>
              <a:gd name="connsiteY7" fmla="*/ 229178 h 1375039"/>
              <a:gd name="connsiteX8" fmla="*/ 229178 w 7918450"/>
              <a:gd name="connsiteY8" fmla="*/ 0 h 1375039"/>
              <a:gd name="connsiteX0" fmla="*/ 229178 w 7918450"/>
              <a:gd name="connsiteY0" fmla="*/ 0 h 1375039"/>
              <a:gd name="connsiteX1" fmla="*/ 7918450 w 7918450"/>
              <a:gd name="connsiteY1" fmla="*/ 0 h 1375039"/>
              <a:gd name="connsiteX2" fmla="*/ 7918450 w 7918450"/>
              <a:gd name="connsiteY2" fmla="*/ 0 h 1375039"/>
              <a:gd name="connsiteX3" fmla="*/ 7918450 w 7918450"/>
              <a:gd name="connsiteY3" fmla="*/ 1145861 h 1375039"/>
              <a:gd name="connsiteX4" fmla="*/ 7689272 w 7918450"/>
              <a:gd name="connsiteY4" fmla="*/ 1375039 h 1375039"/>
              <a:gd name="connsiteX5" fmla="*/ 0 w 7918450"/>
              <a:gd name="connsiteY5" fmla="*/ 1375039 h 1375039"/>
              <a:gd name="connsiteX6" fmla="*/ 0 w 7918450"/>
              <a:gd name="connsiteY6" fmla="*/ 1375039 h 1375039"/>
              <a:gd name="connsiteX7" fmla="*/ 229178 w 7918450"/>
              <a:gd name="connsiteY7" fmla="*/ 0 h 1375039"/>
              <a:gd name="connsiteX0" fmla="*/ 0 w 7920253"/>
              <a:gd name="connsiteY0" fmla="*/ 2381 h 1375039"/>
              <a:gd name="connsiteX1" fmla="*/ 7920253 w 7920253"/>
              <a:gd name="connsiteY1" fmla="*/ 0 h 1375039"/>
              <a:gd name="connsiteX2" fmla="*/ 7920253 w 7920253"/>
              <a:gd name="connsiteY2" fmla="*/ 0 h 1375039"/>
              <a:gd name="connsiteX3" fmla="*/ 7920253 w 7920253"/>
              <a:gd name="connsiteY3" fmla="*/ 1145861 h 1375039"/>
              <a:gd name="connsiteX4" fmla="*/ 7691075 w 7920253"/>
              <a:gd name="connsiteY4" fmla="*/ 1375039 h 1375039"/>
              <a:gd name="connsiteX5" fmla="*/ 1803 w 7920253"/>
              <a:gd name="connsiteY5" fmla="*/ 1375039 h 1375039"/>
              <a:gd name="connsiteX6" fmla="*/ 1803 w 7920253"/>
              <a:gd name="connsiteY6" fmla="*/ 1375039 h 1375039"/>
              <a:gd name="connsiteX7" fmla="*/ 0 w 7920253"/>
              <a:gd name="connsiteY7" fmla="*/ 2381 h 1375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920253" h="1375039">
                <a:moveTo>
                  <a:pt x="0" y="2381"/>
                </a:moveTo>
                <a:lnTo>
                  <a:pt x="7920253" y="0"/>
                </a:lnTo>
                <a:lnTo>
                  <a:pt x="7920253" y="0"/>
                </a:lnTo>
                <a:lnTo>
                  <a:pt x="7920253" y="1145861"/>
                </a:lnTo>
                <a:cubicBezTo>
                  <a:pt x="7920253" y="1272433"/>
                  <a:pt x="7817647" y="1375039"/>
                  <a:pt x="7691075" y="1375039"/>
                </a:cubicBezTo>
                <a:lnTo>
                  <a:pt x="1803" y="1375039"/>
                </a:lnTo>
                <a:lnTo>
                  <a:pt x="1803" y="1375039"/>
                </a:lnTo>
                <a:lnTo>
                  <a:pt x="0" y="2381"/>
                </a:lnTo>
                <a:close/>
              </a:path>
            </a:pathLst>
          </a:custGeom>
          <a:solidFill>
            <a:srgbClr val="80276C"/>
          </a:solidFill>
        </p:spPr>
        <p:txBody>
          <a:bodyPr lIns="288000" tIns="144000" rIns="288000" bIns="72000" anchor="ctr" anchorCtr="0">
            <a:normAutofit/>
          </a:bodyPr>
          <a:lstStyle>
            <a:lvl1pPr algn="r">
              <a:lnSpc>
                <a:spcPct val="85000"/>
              </a:lnSpc>
              <a:spcBef>
                <a:spcPts val="450"/>
              </a:spcBef>
              <a:defRPr sz="3375" b="1" cap="all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Modifiez le </a:t>
            </a:r>
            <a:br>
              <a:rPr lang="fr-FR" dirty="0"/>
            </a:br>
            <a:r>
              <a:rPr lang="fr-FR" dirty="0"/>
              <a:t>style du titre</a:t>
            </a:r>
          </a:p>
        </p:txBody>
      </p:sp>
      <p:sp>
        <p:nvSpPr>
          <p:cNvPr id="18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7543801" y="600105"/>
            <a:ext cx="115782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000" b="1">
                <a:solidFill>
                  <a:schemeClr val="bg1"/>
                </a:solidFill>
              </a:defRPr>
            </a:lvl1pPr>
          </a:lstStyle>
          <a:p>
            <a:fld id="{2F999973-DAAB-4687-B4B4-75DA6A298F11}" type="datetimeFigureOut">
              <a:rPr lang="fr-FR" smtClean="0"/>
              <a:t>23/04/2025</a:t>
            </a:fld>
            <a:endParaRPr lang="fr-FR"/>
          </a:p>
        </p:txBody>
      </p:sp>
      <p:sp>
        <p:nvSpPr>
          <p:cNvPr id="19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467544" y="1949309"/>
            <a:ext cx="2160587" cy="946514"/>
          </a:xfrm>
          <a:solidFill>
            <a:schemeClr val="bg1"/>
          </a:solidFill>
        </p:spPr>
        <p:txBody>
          <a:bodyPr wrap="square" lIns="108000" tIns="108000" rIns="108000" bIns="108000" rtlCol="0" anchor="b">
            <a:spAutoFit/>
          </a:bodyPr>
          <a:lstStyle>
            <a:lvl1pPr marL="342900" indent="0">
              <a:spcBef>
                <a:spcPts val="900"/>
              </a:spcBef>
              <a:spcAft>
                <a:spcPts val="75"/>
              </a:spcAft>
              <a:buFontTx/>
              <a:buNone/>
              <a:defRPr lang="fr-FR" sz="1350" b="1" dirty="0" smtClean="0">
                <a:solidFill>
                  <a:schemeClr val="accent5"/>
                </a:solidFill>
                <a:latin typeface="Arial Narrow" pitchFamily="34" charset="0"/>
              </a:defRPr>
            </a:lvl1pPr>
            <a:lvl2pPr marL="27000" indent="-54000" algn="l" defTabSz="27000">
              <a:spcBef>
                <a:spcPts val="75"/>
              </a:spcBef>
              <a:spcAft>
                <a:spcPts val="75"/>
              </a:spcAft>
              <a:buFontTx/>
              <a:buNone/>
              <a:defRPr lang="fr-FR" sz="1200" dirty="0">
                <a:latin typeface="Arial Narrow" pitchFamily="34" charset="0"/>
              </a:defRPr>
            </a:lvl2pPr>
          </a:lstStyle>
          <a:p>
            <a:pPr marL="0" lvl="0">
              <a:spcBef>
                <a:spcPts val="900"/>
              </a:spcBef>
              <a:spcAft>
                <a:spcPts val="75"/>
              </a:spcAft>
            </a:pPr>
            <a:r>
              <a:rPr lang="fr-FR"/>
              <a:t>Modifiez les styles du texte du masque</a:t>
            </a:r>
          </a:p>
          <a:p>
            <a:pPr marL="0" lvl="1">
              <a:spcBef>
                <a:spcPts val="900"/>
              </a:spcBef>
              <a:spcAft>
                <a:spcPts val="75"/>
              </a:spcAft>
            </a:pPr>
            <a:r>
              <a:rPr lang="fr-FR"/>
              <a:t>Deuxième niveau</a:t>
            </a:r>
          </a:p>
        </p:txBody>
      </p:sp>
      <p:pic>
        <p:nvPicPr>
          <p:cNvPr id="12" name="F25E1CD4-A583-4BB2-82B1-EA8448AABC97" descr="95C080D9-D9F9-4764-A9F0-7C86F910EFA5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3091" y="4443958"/>
            <a:ext cx="935023" cy="5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45CDAB95-9054-4C68-9D54-7CE0BBC560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50" t="20601" r="10523" b="22000"/>
          <a:stretch/>
        </p:blipFill>
        <p:spPr>
          <a:xfrm>
            <a:off x="5868144" y="4279354"/>
            <a:ext cx="1675657" cy="837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78906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eneral conten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>
            <p:custDataLst>
              <p:tags r:id="rId1"/>
            </p:custDataLst>
          </p:nvPr>
        </p:nvSpPr>
        <p:spPr>
          <a:xfrm>
            <a:off x="0" y="0"/>
            <a:ext cx="12700" cy="9525"/>
          </a:xfrm>
          <a:prstGeom prst="octagon">
            <a:avLst/>
          </a:prstGeom>
          <a:noFill/>
          <a:ln w="3175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175" cap="flat" cmpd="sng" algn="ctr">
                <a:solidFill>
                  <a:schemeClr val="accent1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200" b="1" dirty="0">
              <a:solidFill>
                <a:srgbClr val="6D6D6D"/>
              </a:solidFill>
            </a:endParaRPr>
          </a:p>
        </p:txBody>
      </p:sp>
      <p:sp>
        <p:nvSpPr>
          <p:cNvPr id="10" name="Textplatzhalter 2"/>
          <p:cNvSpPr>
            <a:spLocks noGrp="1"/>
          </p:cNvSpPr>
          <p:nvPr>
            <p:ph idx="1" hasCustomPrompt="1"/>
          </p:nvPr>
        </p:nvSpPr>
        <p:spPr bwMode="gray">
          <a:xfrm>
            <a:off x="252000" y="1120500"/>
            <a:ext cx="8640000" cy="346697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 dirty="0"/>
              <a:t>Click here to add the headline</a:t>
            </a: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640508" y="4729759"/>
            <a:ext cx="4011613" cy="332924"/>
          </a:xfrm>
        </p:spPr>
        <p:txBody>
          <a:bodyPr anchor="b" anchorCtr="0"/>
          <a:lstStyle>
            <a:lvl1pPr>
              <a:spcAft>
                <a:spcPts val="0"/>
              </a:spcAft>
              <a:buFontTx/>
              <a:buNone/>
              <a:defRPr sz="80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Source:</a:t>
            </a:r>
          </a:p>
        </p:txBody>
      </p:sp>
    </p:spTree>
    <p:extLst>
      <p:ext uri="{BB962C8B-B14F-4D97-AF65-F5344CB8AC3E}">
        <p14:creationId xmlns:p14="http://schemas.microsoft.com/office/powerpoint/2010/main" val="375842639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General conten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2"/>
          <p:cNvSpPr>
            <a:spLocks noGrp="1"/>
          </p:cNvSpPr>
          <p:nvPr>
            <p:ph idx="1" hasCustomPrompt="1"/>
          </p:nvPr>
        </p:nvSpPr>
        <p:spPr bwMode="gray">
          <a:xfrm>
            <a:off x="252000" y="1120500"/>
            <a:ext cx="8640000" cy="346697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>
                <a:latin typeface="Canal+" pitchFamily="2" charset="0"/>
              </a:defRPr>
            </a:lvl1pPr>
          </a:lstStyle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1249763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3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ags" Target="../tags/tag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oleObject" Target="../embeddings/oleObject2.bin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oleObject" Target="../embeddings/oleObject1.bin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/>
          </p:cNvGraphicFramePr>
          <p:nvPr>
            <p:custDataLst>
              <p:tags r:id="rId29"/>
            </p:custDataLst>
          </p:nvPr>
        </p:nvGraphicFramePr>
        <p:xfrm>
          <a:off x="1589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0" imgW="270" imgH="270" progId="TCLayout.ActiveDocument.1">
                  <p:embed/>
                </p:oleObj>
              </mc:Choice>
              <mc:Fallback>
                <p:oleObj name="think-cell Slide" r:id="rId30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589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gray">
          <a:xfrm>
            <a:off x="252001" y="30375"/>
            <a:ext cx="8639588" cy="453143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 noProof="0" dirty="0"/>
              <a:t>Click here to add the headline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252000" y="948929"/>
            <a:ext cx="8640000" cy="36382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  <a:p>
            <a:pPr lvl="6"/>
            <a:r>
              <a:rPr lang="en-US" noProof="0" dirty="0"/>
              <a:t>Seventh text level</a:t>
            </a:r>
          </a:p>
          <a:p>
            <a:pPr lvl="7"/>
            <a:r>
              <a:rPr lang="en-US" noProof="0" dirty="0"/>
              <a:t>Eight text level</a:t>
            </a:r>
          </a:p>
          <a:p>
            <a:pPr lvl="8"/>
            <a:r>
              <a:rPr lang="en-US" noProof="0" dirty="0"/>
              <a:t>Ninth text level</a:t>
            </a:r>
          </a:p>
        </p:txBody>
      </p:sp>
      <p:cxnSp>
        <p:nvCxnSpPr>
          <p:cNvPr id="48" name="Gerade Verbindung 47"/>
          <p:cNvCxnSpPr/>
          <p:nvPr/>
        </p:nvCxnSpPr>
        <p:spPr bwMode="gray">
          <a:xfrm flipV="1">
            <a:off x="4570415" y="-92869"/>
            <a:ext cx="0" cy="80367"/>
          </a:xfrm>
          <a:prstGeom prst="line">
            <a:avLst/>
          </a:prstGeom>
          <a:ln>
            <a:solidFill>
              <a:schemeClr val="bg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48"/>
          <p:cNvCxnSpPr/>
          <p:nvPr/>
        </p:nvCxnSpPr>
        <p:spPr bwMode="gray">
          <a:xfrm flipV="1">
            <a:off x="4479928" y="-92869"/>
            <a:ext cx="0" cy="80367"/>
          </a:xfrm>
          <a:prstGeom prst="line">
            <a:avLst/>
          </a:prstGeom>
          <a:ln>
            <a:solidFill>
              <a:schemeClr val="bg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49"/>
          <p:cNvCxnSpPr/>
          <p:nvPr/>
        </p:nvCxnSpPr>
        <p:spPr bwMode="gray">
          <a:xfrm flipV="1">
            <a:off x="4660903" y="-92869"/>
            <a:ext cx="0" cy="80367"/>
          </a:xfrm>
          <a:prstGeom prst="line">
            <a:avLst/>
          </a:prstGeom>
          <a:ln>
            <a:solidFill>
              <a:schemeClr val="bg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feld 50"/>
          <p:cNvSpPr txBox="1"/>
          <p:nvPr/>
        </p:nvSpPr>
        <p:spPr bwMode="gray">
          <a:xfrm>
            <a:off x="4457748" y="-215295"/>
            <a:ext cx="203156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600" dirty="0">
                <a:solidFill>
                  <a:prstClr val="white"/>
                </a:solidFill>
              </a:rPr>
              <a:t>0.00</a:t>
            </a:r>
          </a:p>
        </p:txBody>
      </p:sp>
      <p:sp>
        <p:nvSpPr>
          <p:cNvPr id="52" name="Textfeld 51"/>
          <p:cNvSpPr txBox="1"/>
          <p:nvPr/>
        </p:nvSpPr>
        <p:spPr bwMode="gray">
          <a:xfrm>
            <a:off x="4216448" y="-146045"/>
            <a:ext cx="203156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600" dirty="0">
                <a:solidFill>
                  <a:prstClr val="white"/>
                </a:solidFill>
              </a:rPr>
              <a:t>0.10</a:t>
            </a:r>
          </a:p>
        </p:txBody>
      </p:sp>
      <p:sp>
        <p:nvSpPr>
          <p:cNvPr id="53" name="Textfeld 52"/>
          <p:cNvSpPr txBox="1"/>
          <p:nvPr/>
        </p:nvSpPr>
        <p:spPr bwMode="gray">
          <a:xfrm>
            <a:off x="4710158" y="-146045"/>
            <a:ext cx="203156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600" dirty="0">
                <a:solidFill>
                  <a:prstClr val="white"/>
                </a:solidFill>
              </a:rPr>
              <a:t>0.10</a:t>
            </a:r>
          </a:p>
        </p:txBody>
      </p:sp>
      <p:cxnSp>
        <p:nvCxnSpPr>
          <p:cNvPr id="60" name="Gerade Verbindung 59"/>
          <p:cNvCxnSpPr/>
          <p:nvPr/>
        </p:nvCxnSpPr>
        <p:spPr bwMode="gray">
          <a:xfrm flipH="1">
            <a:off x="-149226" y="948928"/>
            <a:ext cx="117476" cy="0"/>
          </a:xfrm>
          <a:prstGeom prst="line">
            <a:avLst/>
          </a:prstGeom>
          <a:ln>
            <a:solidFill>
              <a:schemeClr val="bg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feld 60"/>
          <p:cNvSpPr txBox="1"/>
          <p:nvPr/>
        </p:nvSpPr>
        <p:spPr bwMode="gray">
          <a:xfrm>
            <a:off x="-404018" y="1133379"/>
            <a:ext cx="180975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600" dirty="0">
                <a:solidFill>
                  <a:prstClr val="white"/>
                </a:solidFill>
              </a:rPr>
              <a:t>2.05</a:t>
            </a:r>
          </a:p>
        </p:txBody>
      </p:sp>
      <p:cxnSp>
        <p:nvCxnSpPr>
          <p:cNvPr id="62" name="Gerade Verbindung 61"/>
          <p:cNvCxnSpPr/>
          <p:nvPr/>
        </p:nvCxnSpPr>
        <p:spPr bwMode="gray">
          <a:xfrm flipH="1">
            <a:off x="-149226" y="2880122"/>
            <a:ext cx="117476" cy="0"/>
          </a:xfrm>
          <a:prstGeom prst="line">
            <a:avLst/>
          </a:prstGeom>
          <a:ln>
            <a:solidFill>
              <a:schemeClr val="bg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feld 62"/>
          <p:cNvSpPr txBox="1"/>
          <p:nvPr/>
        </p:nvSpPr>
        <p:spPr bwMode="gray">
          <a:xfrm>
            <a:off x="-404018" y="2842770"/>
            <a:ext cx="180975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600" dirty="0">
                <a:solidFill>
                  <a:prstClr val="white"/>
                </a:solidFill>
              </a:rPr>
              <a:t>0.45</a:t>
            </a:r>
          </a:p>
        </p:txBody>
      </p:sp>
      <p:cxnSp>
        <p:nvCxnSpPr>
          <p:cNvPr id="64" name="Gerade Verbindung 63"/>
          <p:cNvCxnSpPr/>
          <p:nvPr/>
        </p:nvCxnSpPr>
        <p:spPr bwMode="gray">
          <a:xfrm flipH="1">
            <a:off x="-149226" y="2946797"/>
            <a:ext cx="117476" cy="0"/>
          </a:xfrm>
          <a:prstGeom prst="line">
            <a:avLst/>
          </a:prstGeom>
          <a:ln>
            <a:solidFill>
              <a:schemeClr val="bg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feld 64"/>
          <p:cNvSpPr txBox="1"/>
          <p:nvPr/>
        </p:nvSpPr>
        <p:spPr bwMode="gray">
          <a:xfrm>
            <a:off x="-404018" y="2911673"/>
            <a:ext cx="180975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600" dirty="0">
                <a:solidFill>
                  <a:prstClr val="white"/>
                </a:solidFill>
              </a:rPr>
              <a:t>0.55</a:t>
            </a:r>
          </a:p>
        </p:txBody>
      </p:sp>
      <p:cxnSp>
        <p:nvCxnSpPr>
          <p:cNvPr id="69" name="Gerade Verbindung 68"/>
          <p:cNvCxnSpPr/>
          <p:nvPr/>
        </p:nvCxnSpPr>
        <p:spPr bwMode="gray">
          <a:xfrm flipH="1">
            <a:off x="-149226" y="2808490"/>
            <a:ext cx="117476" cy="0"/>
          </a:xfrm>
          <a:prstGeom prst="line">
            <a:avLst/>
          </a:prstGeom>
          <a:ln>
            <a:solidFill>
              <a:schemeClr val="bg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feld 69"/>
          <p:cNvSpPr txBox="1"/>
          <p:nvPr/>
        </p:nvSpPr>
        <p:spPr bwMode="gray">
          <a:xfrm>
            <a:off x="-404018" y="2773866"/>
            <a:ext cx="180975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600" dirty="0">
                <a:solidFill>
                  <a:prstClr val="white"/>
                </a:solidFill>
              </a:rPr>
              <a:t>0.35</a:t>
            </a:r>
          </a:p>
        </p:txBody>
      </p:sp>
      <p:cxnSp>
        <p:nvCxnSpPr>
          <p:cNvPr id="71" name="Gerade Verbindung 70"/>
          <p:cNvCxnSpPr/>
          <p:nvPr/>
        </p:nvCxnSpPr>
        <p:spPr bwMode="gray">
          <a:xfrm flipH="1">
            <a:off x="-149226" y="4587479"/>
            <a:ext cx="117476" cy="0"/>
          </a:xfrm>
          <a:prstGeom prst="line">
            <a:avLst/>
          </a:prstGeom>
          <a:ln>
            <a:solidFill>
              <a:schemeClr val="bg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feld 71"/>
          <p:cNvSpPr txBox="1"/>
          <p:nvPr/>
        </p:nvSpPr>
        <p:spPr bwMode="gray">
          <a:xfrm>
            <a:off x="-404018" y="4552854"/>
            <a:ext cx="180975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600" dirty="0">
                <a:solidFill>
                  <a:prstClr val="white"/>
                </a:solidFill>
              </a:rPr>
              <a:t>2.94</a:t>
            </a:r>
          </a:p>
        </p:txBody>
      </p:sp>
      <p:cxnSp>
        <p:nvCxnSpPr>
          <p:cNvPr id="54" name="Gerade Verbindung 39"/>
          <p:cNvCxnSpPr/>
          <p:nvPr/>
        </p:nvCxnSpPr>
        <p:spPr bwMode="gray">
          <a:xfrm flipV="1">
            <a:off x="8892480" y="-92869"/>
            <a:ext cx="0" cy="80367"/>
          </a:xfrm>
          <a:prstGeom prst="line">
            <a:avLst/>
          </a:prstGeom>
          <a:ln>
            <a:solidFill>
              <a:schemeClr val="bg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feld 44"/>
          <p:cNvSpPr txBox="1"/>
          <p:nvPr/>
        </p:nvSpPr>
        <p:spPr bwMode="gray">
          <a:xfrm>
            <a:off x="8779813" y="-215295"/>
            <a:ext cx="203156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600" dirty="0">
                <a:solidFill>
                  <a:prstClr val="white"/>
                </a:solidFill>
              </a:rPr>
              <a:t>4.72</a:t>
            </a:r>
          </a:p>
        </p:txBody>
      </p:sp>
      <p:cxnSp>
        <p:nvCxnSpPr>
          <p:cNvPr id="57" name="Gerade Verbindung 39"/>
          <p:cNvCxnSpPr/>
          <p:nvPr/>
        </p:nvCxnSpPr>
        <p:spPr bwMode="gray">
          <a:xfrm flipV="1">
            <a:off x="253043" y="-92869"/>
            <a:ext cx="0" cy="80367"/>
          </a:xfrm>
          <a:prstGeom prst="line">
            <a:avLst/>
          </a:prstGeom>
          <a:ln>
            <a:solidFill>
              <a:schemeClr val="bg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feld 44"/>
          <p:cNvSpPr txBox="1"/>
          <p:nvPr/>
        </p:nvSpPr>
        <p:spPr bwMode="gray">
          <a:xfrm>
            <a:off x="140376" y="-215295"/>
            <a:ext cx="203156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600" dirty="0">
                <a:solidFill>
                  <a:prstClr val="white"/>
                </a:solidFill>
              </a:rPr>
              <a:t>4.72</a:t>
            </a:r>
          </a:p>
        </p:txBody>
      </p:sp>
      <p:sp>
        <p:nvSpPr>
          <p:cNvPr id="7" name="Textfeld 6"/>
          <p:cNvSpPr txBox="1"/>
          <p:nvPr/>
        </p:nvSpPr>
        <p:spPr bwMode="gray">
          <a:xfrm>
            <a:off x="6172292" y="4948997"/>
            <a:ext cx="2719709" cy="12311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r">
              <a:defRPr/>
            </a:pPr>
            <a:r>
              <a:rPr lang="en-US" sz="800" b="0" dirty="0" err="1">
                <a:solidFill>
                  <a:srgbClr val="6D6D6D"/>
                </a:solidFill>
              </a:rPr>
              <a:t>Décembre</a:t>
            </a:r>
            <a:r>
              <a:rPr lang="en-US" sz="800" b="0" baseline="0" dirty="0">
                <a:solidFill>
                  <a:srgbClr val="6D6D6D"/>
                </a:solidFill>
              </a:rPr>
              <a:t> </a:t>
            </a:r>
            <a:r>
              <a:rPr lang="en-US" sz="800" b="0" dirty="0">
                <a:solidFill>
                  <a:srgbClr val="6D6D6D"/>
                </a:solidFill>
              </a:rPr>
              <a:t>2018 |2</a:t>
            </a:r>
          </a:p>
        </p:txBody>
      </p:sp>
      <p:graphicFrame>
        <p:nvGraphicFramePr>
          <p:cNvPr id="31" name="Object 30" hidden="1"/>
          <p:cNvGraphicFramePr>
            <a:graphicFrameLocks noChangeAspect="1"/>
          </p:cNvGraphicFramePr>
          <p:nvPr/>
        </p:nvGraphicFramePr>
        <p:xfrm>
          <a:off x="1589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2" imgW="270" imgH="270" progId="TCLayout.ActiveDocument.1">
                  <p:embed/>
                </p:oleObj>
              </mc:Choice>
              <mc:Fallback>
                <p:oleObj name="think-cell Slide" r:id="rId32" imgW="270" imgH="270" progId="TCLayout.ActiveDocument.1">
                  <p:embed/>
                  <p:pic>
                    <p:nvPicPr>
                      <p:cNvPr id="31" name="Object 30" hidden="1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589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Straight Connector 5"/>
          <p:cNvCxnSpPr>
            <a:cxnSpLocks/>
          </p:cNvCxnSpPr>
          <p:nvPr/>
        </p:nvCxnSpPr>
        <p:spPr>
          <a:xfrm>
            <a:off x="-1585" y="483518"/>
            <a:ext cx="914558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F25E1CD4-A583-4BB2-82B1-EA8448AABC97" descr="95C080D9-D9F9-4764-A9F0-7C86F910EFA5"/>
          <p:cNvPicPr>
            <a:picLocks noChangeAspect="1" noChangeArrowheads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4809399"/>
            <a:ext cx="360040" cy="210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F9E6D77E-5751-47EC-98C0-E8846717A1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50" t="20601" r="10523" b="22000"/>
          <a:stretch/>
        </p:blipFill>
        <p:spPr>
          <a:xfrm>
            <a:off x="112620" y="4752407"/>
            <a:ext cx="581098" cy="290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548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spcBef>
          <a:spcPct val="0"/>
        </a:spcBef>
        <a:buNone/>
        <a:defRPr sz="2400" kern="1200" cap="none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ts val="0"/>
        </a:spcBef>
        <a:spcAft>
          <a:spcPts val="500"/>
        </a:spcAft>
        <a:buFont typeface="Arial" panose="020B0604020202020204" pitchFamily="34" charset="0"/>
        <a:buNone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spcBef>
          <a:spcPts val="500"/>
        </a:spcBef>
        <a:buClr>
          <a:schemeClr val="tx2"/>
        </a:buClr>
        <a:buSzPct val="105000"/>
        <a:buFontTx/>
        <a:buNone/>
        <a:defRPr sz="1800" kern="1200">
          <a:solidFill>
            <a:srgbClr val="6D6D6D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spcBef>
          <a:spcPts val="500"/>
        </a:spcBef>
        <a:buClr>
          <a:schemeClr val="tx1"/>
        </a:buClr>
        <a:buFont typeface="Calibri" panose="020F0502020204030204" pitchFamily="34" charset="0"/>
        <a:buChar char="›"/>
        <a:defRPr sz="1600" kern="1200">
          <a:solidFill>
            <a:srgbClr val="6D6D6D"/>
          </a:solidFill>
          <a:latin typeface="+mn-lt"/>
          <a:ea typeface="+mn-ea"/>
          <a:cs typeface="+mn-cs"/>
        </a:defRPr>
      </a:lvl3pPr>
      <a:lvl4pPr marL="367200" indent="-187200" algn="l" defTabSz="914400" rtl="0" eaLnBrk="1" latinLnBrk="0" hangingPunct="1">
        <a:spcBef>
          <a:spcPts val="500"/>
        </a:spcBef>
        <a:buClr>
          <a:schemeClr val="tx1"/>
        </a:buClr>
        <a:buFont typeface="Symbol" panose="05050102010706020507" pitchFamily="18" charset="2"/>
        <a:buChar char="-"/>
        <a:defRPr sz="1600" kern="1200">
          <a:solidFill>
            <a:srgbClr val="6D6D6D"/>
          </a:solidFill>
          <a:latin typeface="+mn-lt"/>
          <a:ea typeface="+mn-ea"/>
          <a:cs typeface="+mn-cs"/>
        </a:defRPr>
      </a:lvl4pPr>
      <a:lvl5pPr marL="576000" indent="-187200" algn="l" defTabSz="914400" rtl="0" eaLnBrk="1" latinLnBrk="0" hangingPunct="1">
        <a:spcBef>
          <a:spcPts val="500"/>
        </a:spcBef>
        <a:buClr>
          <a:schemeClr val="tx1"/>
        </a:buClr>
        <a:buFont typeface="Symbol" panose="05050102010706020507" pitchFamily="18" charset="2"/>
        <a:buChar char="-"/>
        <a:defRPr sz="1400" kern="1200">
          <a:solidFill>
            <a:srgbClr val="6D6D6D"/>
          </a:solidFill>
          <a:latin typeface="+mn-lt"/>
          <a:ea typeface="+mn-ea"/>
          <a:cs typeface="+mn-cs"/>
        </a:defRPr>
      </a:lvl5pPr>
      <a:lvl6pPr marL="766763" indent="-185738" algn="l" defTabSz="914400" rtl="0" eaLnBrk="1" latinLnBrk="0" hangingPunct="1">
        <a:spcBef>
          <a:spcPts val="500"/>
        </a:spcBef>
        <a:buClr>
          <a:schemeClr val="tx1"/>
        </a:buClr>
        <a:buFont typeface="Calibri" panose="020F0502020204030204" pitchFamily="34" charset="0"/>
        <a:buChar char="»"/>
        <a:defRPr sz="1400" kern="1200">
          <a:solidFill>
            <a:srgbClr val="6D6D6D"/>
          </a:solidFill>
          <a:latin typeface="+mn-lt"/>
          <a:ea typeface="+mn-ea"/>
          <a:cs typeface="+mn-cs"/>
        </a:defRPr>
      </a:lvl6pPr>
      <a:lvl7pPr marL="766800" indent="-187200" algn="l" defTabSz="914400" rtl="0" eaLnBrk="1" latinLnBrk="0" hangingPunct="1">
        <a:spcBef>
          <a:spcPts val="500"/>
        </a:spcBef>
        <a:buClr>
          <a:schemeClr val="tx1"/>
        </a:buClr>
        <a:buFont typeface="Calibri" panose="020F0502020204030204" pitchFamily="34" charset="0"/>
        <a:buChar char="»"/>
        <a:defRPr sz="1400" kern="1200" baseline="0">
          <a:solidFill>
            <a:srgbClr val="6D6D6D"/>
          </a:solidFill>
          <a:latin typeface="+mn-lt"/>
          <a:ea typeface="+mn-ea"/>
          <a:cs typeface="+mn-cs"/>
        </a:defRPr>
      </a:lvl7pPr>
      <a:lvl8pPr marL="766800" indent="-187200" algn="l" defTabSz="914400" rtl="0" eaLnBrk="1" latinLnBrk="0" hangingPunct="1">
        <a:spcBef>
          <a:spcPts val="500"/>
        </a:spcBef>
        <a:buClr>
          <a:schemeClr val="tx1"/>
        </a:buClr>
        <a:buFont typeface="Calibri" panose="020F0502020204030204" pitchFamily="34" charset="0"/>
        <a:buChar char="»"/>
        <a:defRPr sz="1400" kern="1200" baseline="0">
          <a:solidFill>
            <a:srgbClr val="6D6D6D"/>
          </a:solidFill>
          <a:latin typeface="+mn-lt"/>
          <a:ea typeface="+mn-ea"/>
          <a:cs typeface="+mn-cs"/>
        </a:defRPr>
      </a:lvl8pPr>
      <a:lvl9pPr marL="766800" indent="-187200" algn="l" defTabSz="914400" rtl="0" eaLnBrk="1" latinLnBrk="0" hangingPunct="1">
        <a:spcBef>
          <a:spcPts val="500"/>
        </a:spcBef>
        <a:buClr>
          <a:schemeClr val="tx1"/>
        </a:buClr>
        <a:buFont typeface="Calibri" panose="020F0502020204030204" pitchFamily="34" charset="0"/>
        <a:buChar char="»"/>
        <a:defRPr sz="1400" kern="1200" baseline="0">
          <a:solidFill>
            <a:srgbClr val="6D6D6D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A8DBEC3-605D-42FD-B7B1-AE41F47A4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1F6D113-C84B-4085-A9F5-B11BDFE988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A4D0DCC-DBC1-4019-82DD-555D91C3F4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D75E37-AD59-4AA6-B148-0CD950211670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CD733D8-51EC-453E-AF33-373681B33C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31B74F7-FC3E-4C9C-B183-4DD0AAEC05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72EA35-3CBF-4640-90B1-E28351DBD21B}" type="slidenum">
              <a:rPr lang="en-US" smtClean="0"/>
              <a:t>‹N°›</a:t>
            </a:fld>
            <a:endParaRPr lang="en-US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7E74E67-AC34-434F-B8C0-B0213BAEA2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50" t="20601" r="10523" b="22000"/>
          <a:stretch/>
        </p:blipFill>
        <p:spPr>
          <a:xfrm>
            <a:off x="112620" y="4752407"/>
            <a:ext cx="581098" cy="290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667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9.xml"/><Relationship Id="rId4" Type="http://schemas.openxmlformats.org/officeDocument/2006/relationships/hyperlink" Target="https://commons.wikimedia.org/wiki/File:Logo_vivendi.svg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ersonal.psu.edu/bxb11/Objectives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technofaq.org/posts/2018/05/call-tracking-technology-how-does-it-work/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mathix.org/linux/archives/9642" TargetMode="External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30.xml"/><Relationship Id="rId4" Type="http://schemas.openxmlformats.org/officeDocument/2006/relationships/hyperlink" Target="https://creativecommons.org/licenses/by-nc-sa/3.0/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Graphical user interface&#10;&#10;Description automatically generated">
            <a:extLst>
              <a:ext uri="{FF2B5EF4-FFF2-40B4-BE49-F238E27FC236}">
                <a16:creationId xmlns:a16="http://schemas.microsoft.com/office/drawing/2014/main" id="{65F7F02F-AA6A-4D1F-9581-E6C3E37690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22162"/>
            <a:ext cx="2808312" cy="2808312"/>
          </a:xfrm>
          <a:prstGeom prst="rect">
            <a:avLst/>
          </a:prstGeom>
        </p:spPr>
      </p:pic>
      <p:sp>
        <p:nvSpPr>
          <p:cNvPr id="3" name="Espace réservé du texte 2"/>
          <p:cNvSpPr>
            <a:spLocks noGrp="1"/>
          </p:cNvSpPr>
          <p:nvPr>
            <p:ph type="body" sz="quarter" idx="10"/>
          </p:nvPr>
        </p:nvSpPr>
        <p:spPr>
          <a:xfrm>
            <a:off x="7447879" y="2627932"/>
            <a:ext cx="1872208" cy="405084"/>
          </a:xfrm>
        </p:spPr>
        <p:txBody>
          <a:bodyPr anchor="ctr"/>
          <a:lstStyle/>
          <a:p>
            <a:pPr defTabSz="914157">
              <a:defRPr/>
            </a:pPr>
            <a:r>
              <a:rPr lang="fr-FR" dirty="0">
                <a:solidFill>
                  <a:schemeClr val="tx1"/>
                </a:solidFill>
                <a:latin typeface="Arial Narrow"/>
              </a:rPr>
              <a:t>25/05/2021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330A685-7A04-442B-9CA7-542AD3BC5B67}"/>
              </a:ext>
            </a:extLst>
          </p:cNvPr>
          <p:cNvSpPr txBox="1"/>
          <p:nvPr/>
        </p:nvSpPr>
        <p:spPr>
          <a:xfrm>
            <a:off x="-925" y="4866501"/>
            <a:ext cx="22322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Mai 2021 –</a:t>
            </a:r>
            <a:endParaRPr lang="fr-BF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8C0971-17E4-4D07-AA69-466E2BC9EB91}"/>
              </a:ext>
            </a:extLst>
          </p:cNvPr>
          <p:cNvSpPr txBox="1"/>
          <p:nvPr/>
        </p:nvSpPr>
        <p:spPr>
          <a:xfrm>
            <a:off x="827584" y="2420604"/>
            <a:ext cx="73448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104020204" pitchFamily="34" charset="0"/>
              </a:rPr>
              <a:t>INSTALLATION PROCES DE LA TEAM DISPATCH BURKINA FASO</a:t>
            </a:r>
            <a:endParaRPr lang="fr-BF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badi" panose="020B0604020104020204" pitchFamily="34" charset="0"/>
            </a:endParaRPr>
          </a:p>
        </p:txBody>
      </p:sp>
      <p:pic>
        <p:nvPicPr>
          <p:cNvPr id="15" name="Picture 1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9590B9F-D7E9-498E-8091-77CA5E01A6A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076056" y="1338209"/>
            <a:ext cx="2555776" cy="539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905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2A377DE-4356-4BDE-86C5-6CEEFD56D53D}"/>
              </a:ext>
            </a:extLst>
          </p:cNvPr>
          <p:cNvSpPr/>
          <p:nvPr/>
        </p:nvSpPr>
        <p:spPr>
          <a:xfrm>
            <a:off x="119422" y="129334"/>
            <a:ext cx="8557034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1350" b="1" dirty="0">
              <a:solidFill>
                <a:srgbClr val="0070C0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D021A24-3214-4262-88A3-105ABA8CF534}"/>
              </a:ext>
            </a:extLst>
          </p:cNvPr>
          <p:cNvSpPr txBox="1"/>
          <p:nvPr/>
        </p:nvSpPr>
        <p:spPr>
          <a:xfrm>
            <a:off x="323528" y="59523"/>
            <a:ext cx="8496944" cy="63016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fr-FR" sz="4400" b="1" dirty="0"/>
              <a:t>   </a:t>
            </a:r>
            <a:r>
              <a:rPr lang="fr-FR" sz="4000" b="1" dirty="0">
                <a:solidFill>
                  <a:schemeClr val="bg2">
                    <a:lumMod val="25000"/>
                  </a:schemeClr>
                </a:solidFill>
              </a:rPr>
              <a:t>SOMMAIRE</a:t>
            </a:r>
            <a:endParaRPr lang="fr-FR" sz="4000" b="1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9A51649-D588-48CB-9CAB-C9E44C8ED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422" y="759500"/>
            <a:ext cx="8701050" cy="3687768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fr-FR" sz="1800" b="1" dirty="0"/>
              <a:t>Présentation des rôles et missions de l’équipe planification</a:t>
            </a:r>
            <a:endParaRPr lang="fr-FR" dirty="0"/>
          </a:p>
          <a:p>
            <a:pPr marL="0" indent="0">
              <a:buNone/>
            </a:pPr>
            <a:r>
              <a:rPr lang="fr-FR" sz="1800" b="1" dirty="0"/>
              <a:t>2.    Gestion des appels</a:t>
            </a:r>
          </a:p>
          <a:p>
            <a:pPr marL="0" indent="0">
              <a:buNone/>
            </a:pPr>
            <a:r>
              <a:rPr lang="fr-FR" sz="1600" b="1" dirty="0"/>
              <a:t>                   </a:t>
            </a:r>
            <a:r>
              <a:rPr lang="fr-FR" sz="1600" dirty="0"/>
              <a:t>2.1. SLA de traitement</a:t>
            </a:r>
          </a:p>
          <a:p>
            <a:pPr marL="0" indent="0">
              <a:buNone/>
            </a:pPr>
            <a:r>
              <a:rPr lang="fr-FR" sz="1600" dirty="0"/>
              <a:t>                   2.2. Discours client et procédure de prise en charge</a:t>
            </a:r>
          </a:p>
          <a:p>
            <a:pPr marL="0" indent="0">
              <a:buNone/>
            </a:pPr>
            <a:r>
              <a:rPr lang="fr-FR" sz="1600" dirty="0"/>
              <a:t>                          2.2.1 Premier appel</a:t>
            </a:r>
          </a:p>
          <a:p>
            <a:pPr marL="0" indent="0">
              <a:buNone/>
            </a:pPr>
            <a:r>
              <a:rPr lang="fr-FR" sz="1600" dirty="0"/>
              <a:t>                          2.2.2 Deuxième appel</a:t>
            </a:r>
          </a:p>
          <a:p>
            <a:pPr marL="0" indent="0">
              <a:buNone/>
            </a:pPr>
            <a:r>
              <a:rPr lang="fr-FR" sz="1600" b="1" dirty="0"/>
              <a:t>3. </a:t>
            </a:r>
            <a:r>
              <a:rPr lang="fr-FR" sz="1800" b="1" dirty="0"/>
              <a:t>Procédure de gestion des difficultés </a:t>
            </a:r>
          </a:p>
          <a:p>
            <a:pPr marL="0" indent="0">
              <a:buNone/>
            </a:pPr>
            <a:r>
              <a:rPr lang="fr-FR" sz="1800" b="1" dirty="0"/>
              <a:t>              </a:t>
            </a:r>
            <a:r>
              <a:rPr lang="fr-FR" sz="1600" dirty="0"/>
              <a:t>3.1. Client absent</a:t>
            </a:r>
          </a:p>
          <a:p>
            <a:pPr marL="0" indent="0">
              <a:buNone/>
            </a:pPr>
            <a:r>
              <a:rPr lang="fr-FR" sz="1600" dirty="0"/>
              <a:t>          3.2 Client injoignable</a:t>
            </a:r>
          </a:p>
          <a:p>
            <a:pPr marL="0" indent="0">
              <a:buNone/>
            </a:pPr>
            <a:r>
              <a:rPr lang="fr-FR" sz="1600" dirty="0"/>
              <a:t>             3.3  OTB ou  building </a:t>
            </a:r>
          </a:p>
          <a:p>
            <a:pPr marL="0" indent="0">
              <a:buNone/>
            </a:pPr>
            <a:r>
              <a:rPr lang="fr-FR" sz="1600" dirty="0"/>
              <a:t>             3.4 Client KO</a:t>
            </a:r>
          </a:p>
          <a:p>
            <a:pPr marL="0" indent="0">
              <a:buNone/>
            </a:pPr>
            <a:r>
              <a:rPr lang="fr-FR" sz="1600" dirty="0"/>
              <a:t>     Préplanifier</a:t>
            </a:r>
          </a:p>
          <a:p>
            <a:pPr marL="0" indent="0">
              <a:buNone/>
            </a:pPr>
            <a:r>
              <a:rPr lang="fr-FR" sz="1600" b="1" dirty="0"/>
              <a:t>5. Clôture des tickets</a:t>
            </a:r>
          </a:p>
          <a:p>
            <a:pPr marL="0" indent="0">
              <a:buNone/>
            </a:pPr>
            <a:endParaRPr lang="fr-FR" sz="1600" b="1" dirty="0"/>
          </a:p>
        </p:txBody>
      </p:sp>
      <p:pic>
        <p:nvPicPr>
          <p:cNvPr id="4" name="Picture 3" descr="Graphical user interface&#10;&#10;Description automatically generated">
            <a:extLst>
              <a:ext uri="{FF2B5EF4-FFF2-40B4-BE49-F238E27FC236}">
                <a16:creationId xmlns:a16="http://schemas.microsoft.com/office/drawing/2014/main" id="{976326BF-F1FB-4B6E-8284-E38682EBB30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8052" y="4707541"/>
            <a:ext cx="376436" cy="376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121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text, sign, dark&#10;&#10;Description automatically generated">
            <a:extLst>
              <a:ext uri="{FF2B5EF4-FFF2-40B4-BE49-F238E27FC236}">
                <a16:creationId xmlns:a16="http://schemas.microsoft.com/office/drawing/2014/main" id="{656845BB-6768-4C1A-B937-069A2824E4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644008" y="1491630"/>
            <a:ext cx="5616624" cy="2838696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D183CCF-BE2A-4B95-9429-C729238762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627534"/>
            <a:ext cx="8352928" cy="4392488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endParaRPr lang="fr-FR" sz="1800" b="1" dirty="0"/>
          </a:p>
          <a:p>
            <a:pPr marL="0" indent="0" algn="ctr">
              <a:lnSpc>
                <a:spcPct val="170000"/>
              </a:lnSpc>
              <a:buNone/>
            </a:pPr>
            <a:r>
              <a:rPr lang="fr-FR" b="1" dirty="0"/>
              <a:t>      </a:t>
            </a:r>
            <a:r>
              <a:rPr lang="fr-FR" sz="4300" dirty="0"/>
              <a:t>L’équipe planification a pour mission de garantir la planification efficiente des opérations clients  C</a:t>
            </a:r>
            <a:r>
              <a:rPr lang="fr-FR" sz="4300" b="1" dirty="0"/>
              <a:t>ANALBOX</a:t>
            </a:r>
            <a:r>
              <a:rPr lang="fr-FR" sz="4300" dirty="0"/>
              <a:t>.</a:t>
            </a:r>
          </a:p>
          <a:p>
            <a:pPr marL="0" indent="0" algn="ctr">
              <a:lnSpc>
                <a:spcPct val="170000"/>
              </a:lnSpc>
              <a:buNone/>
            </a:pPr>
            <a:r>
              <a:rPr lang="fr-FR" sz="4300" dirty="0"/>
              <a:t>      De garantir la </a:t>
            </a:r>
            <a:r>
              <a:rPr lang="fr-FR" sz="4300" b="1" dirty="0"/>
              <a:t>SATISFACTION</a:t>
            </a:r>
            <a:r>
              <a:rPr lang="fr-FR" sz="4300" dirty="0"/>
              <a:t> client à travers une bonne </a:t>
            </a:r>
            <a:r>
              <a:rPr lang="fr-FR" sz="4300" b="1" dirty="0"/>
              <a:t>MAITRISE DU DISCOURS </a:t>
            </a:r>
            <a:r>
              <a:rPr lang="fr-FR" sz="4300" dirty="0"/>
              <a:t>client, de l’offre CANABOX et toutes les informations nécessaires pour une excellente prise en charge </a:t>
            </a:r>
          </a:p>
          <a:p>
            <a:pPr marL="0" indent="0" algn="ctr">
              <a:lnSpc>
                <a:spcPct val="170000"/>
              </a:lnSpc>
              <a:buNone/>
            </a:pPr>
            <a:r>
              <a:rPr lang="fr-FR" sz="4300" dirty="0"/>
              <a:t>De travailler en étroite collaboration avec les différents départements afin d’atteindre les objectifs</a:t>
            </a:r>
          </a:p>
          <a:p>
            <a:pPr marL="0" indent="0">
              <a:buNone/>
            </a:pPr>
            <a:endParaRPr lang="fr-FR" sz="3500" b="1" dirty="0"/>
          </a:p>
          <a:p>
            <a:pPr marL="0" indent="0">
              <a:buNone/>
            </a:pPr>
            <a:endParaRPr lang="fr-FR" sz="3500" b="1" dirty="0"/>
          </a:p>
          <a:p>
            <a:pPr marL="0" indent="0">
              <a:buNone/>
            </a:pPr>
            <a:r>
              <a:rPr lang="fr-FR" sz="4300" b="1" dirty="0"/>
              <a:t>POUR CE FAIRE DISPATCH AURA POUR TACHES QUOTIDIENNES</a:t>
            </a:r>
            <a:r>
              <a:rPr lang="fr-FR" sz="3500" dirty="0"/>
              <a:t>:</a:t>
            </a:r>
          </a:p>
          <a:p>
            <a:pPr marL="0" indent="0">
              <a:buNone/>
            </a:pPr>
            <a:endParaRPr lang="fr-FR" sz="3500" dirty="0"/>
          </a:p>
          <a:p>
            <a:pPr>
              <a:buFont typeface="Wingdings" panose="05000000000000000000" pitchFamily="2" charset="2"/>
              <a:buChar char="q"/>
            </a:pPr>
            <a:r>
              <a:rPr lang="fr-FR" sz="4300" dirty="0"/>
              <a:t>Emettre les appels clients de planification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4300" dirty="0"/>
              <a:t>Renseigner et conseiller les abonnés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4300" dirty="0"/>
              <a:t>Résoudre en direct certaines requêtes et réclamations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4300" dirty="0"/>
              <a:t>Garantir la fiabilité des données de planification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4300" dirty="0"/>
              <a:t>Planifier dans le respect des procédures et de manière optimale les interventions selon le créneau disponible chez nos prestataires opérations…</a:t>
            </a:r>
          </a:p>
          <a:p>
            <a:pPr marL="0" indent="0">
              <a:buNone/>
            </a:pPr>
            <a:endParaRPr lang="fr-FR" sz="1800" b="1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5FEAD0-B96E-409D-8A10-9F5344BA57C3}"/>
              </a:ext>
            </a:extLst>
          </p:cNvPr>
          <p:cNvSpPr txBox="1"/>
          <p:nvPr/>
        </p:nvSpPr>
        <p:spPr>
          <a:xfrm>
            <a:off x="899592" y="32887"/>
            <a:ext cx="71287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1.  </a:t>
            </a:r>
            <a:r>
              <a:rPr lang="fr-FR" b="1" dirty="0"/>
              <a:t>PRÉSENTATION DES RÔLES ET MISSIONS DE L’ÉQUIPE PLANIFICATION</a:t>
            </a:r>
          </a:p>
        </p:txBody>
      </p:sp>
      <p:pic>
        <p:nvPicPr>
          <p:cNvPr id="10" name="Picture 9" descr="Graphical user interface&#10;&#10;Description automatically generated">
            <a:extLst>
              <a:ext uri="{FF2B5EF4-FFF2-40B4-BE49-F238E27FC236}">
                <a16:creationId xmlns:a16="http://schemas.microsoft.com/office/drawing/2014/main" id="{1B0D76F3-49A5-41D9-9EC2-C7E5401F834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440" y="4692204"/>
            <a:ext cx="448444" cy="448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554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picture containing electronics, cellphone&#10;&#10;Description automatically generated">
            <a:extLst>
              <a:ext uri="{FF2B5EF4-FFF2-40B4-BE49-F238E27FC236}">
                <a16:creationId xmlns:a16="http://schemas.microsoft.com/office/drawing/2014/main" id="{655B9698-BD36-461B-BDE3-D99DA94741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9091" r="23297" b="-2"/>
          <a:stretch/>
        </p:blipFill>
        <p:spPr>
          <a:xfrm>
            <a:off x="3131840" y="-77448"/>
            <a:ext cx="6501384" cy="51434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317450" cy="51435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819855-C3CC-428A-BED8-BD23A7CC6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770165"/>
            <a:ext cx="3605959" cy="44574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 defTabSz="914400"/>
            <a:r>
              <a:rPr lang="en-US" sz="3600" b="1" dirty="0"/>
              <a:t>GESTION DES APPELS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69941" y="260093"/>
            <a:ext cx="109728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3410190"/>
            <a:ext cx="298323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EE6EA2-3BAE-4F57-BB07-280D835AC6FC}"/>
              </a:ext>
            </a:extLst>
          </p:cNvPr>
          <p:cNvSpPr txBox="1"/>
          <p:nvPr/>
        </p:nvSpPr>
        <p:spPr>
          <a:xfrm>
            <a:off x="644346" y="1222422"/>
            <a:ext cx="3354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2.1. SLA de traitement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9C9467-204B-4CC6-91EC-69ADE6C8FC2D}"/>
              </a:ext>
            </a:extLst>
          </p:cNvPr>
          <p:cNvSpPr txBox="1"/>
          <p:nvPr/>
        </p:nvSpPr>
        <p:spPr>
          <a:xfrm>
            <a:off x="400964" y="1821796"/>
            <a:ext cx="705135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1</a:t>
            </a:r>
            <a:r>
              <a:rPr lang="fr-FR" baseline="30000" dirty="0"/>
              <a:t>er</a:t>
            </a:r>
            <a:r>
              <a:rPr lang="fr-FR" dirty="0"/>
              <a:t> APPEL :PRISE EN COMPTE DE LA SOUSCRIPTION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SLA : 24H</a:t>
            </a:r>
          </a:p>
          <a:p>
            <a:endParaRPr lang="fr-FR" dirty="0"/>
          </a:p>
          <a:p>
            <a:r>
              <a:rPr lang="fr-FR" dirty="0"/>
              <a:t>2</a:t>
            </a:r>
            <a:r>
              <a:rPr lang="fr-FR" baseline="30000" dirty="0"/>
              <a:t>ème</a:t>
            </a:r>
            <a:r>
              <a:rPr lang="fr-FR" dirty="0"/>
              <a:t> APPEL DISCOURS D’INSTALLATION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SLA : 72H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CAS SVA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SLA coupure franche :24H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SLA cas de forte atténuation : 72H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fr-FR" dirty="0"/>
          </a:p>
          <a:p>
            <a:r>
              <a:rPr lang="fr-FR" dirty="0"/>
              <a:t>SLA D’INSTALLATION : 7 JOURS</a:t>
            </a:r>
          </a:p>
        </p:txBody>
      </p:sp>
    </p:spTree>
    <p:extLst>
      <p:ext uri="{BB962C8B-B14F-4D97-AF65-F5344CB8AC3E}">
        <p14:creationId xmlns:p14="http://schemas.microsoft.com/office/powerpoint/2010/main" val="643532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">
            <a:extLst>
              <a:ext uri="{FF2B5EF4-FFF2-40B4-BE49-F238E27FC236}">
                <a16:creationId xmlns:a16="http://schemas.microsoft.com/office/drawing/2014/main" id="{F56291DA-81F8-497B-A5F4-C360CA02D3FC}"/>
              </a:ext>
            </a:extLst>
          </p:cNvPr>
          <p:cNvSpPr txBox="1"/>
          <p:nvPr/>
        </p:nvSpPr>
        <p:spPr>
          <a:xfrm>
            <a:off x="2677586" y="548750"/>
            <a:ext cx="3096344" cy="43204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lnSpc>
                <a:spcPct val="90000"/>
              </a:lnSpc>
              <a:spcAft>
                <a:spcPts val="600"/>
              </a:spcAft>
            </a:pPr>
            <a:r>
              <a:rPr lang="en-US" sz="1600" b="1" dirty="0"/>
              <a:t>1</a:t>
            </a:r>
            <a:r>
              <a:rPr lang="en-US" sz="1600" b="1" baseline="30000" dirty="0"/>
              <a:t>ER</a:t>
            </a:r>
            <a:r>
              <a:rPr lang="en-US" sz="1600" b="1" dirty="0"/>
              <a:t> APPEL </a:t>
            </a:r>
          </a:p>
          <a:p>
            <a:pPr algn="ctr" defTabSz="914400">
              <a:lnSpc>
                <a:spcPct val="90000"/>
              </a:lnSpc>
              <a:spcAft>
                <a:spcPts val="600"/>
              </a:spcAft>
            </a:pPr>
            <a:r>
              <a:rPr lang="en-US" sz="1600" b="1" dirty="0"/>
              <a:t>PRISE EN COMPTE DE LA SOUSCRIPTION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3ECDBEE-5DB6-4E1B-8969-F633AF0F764C}"/>
              </a:ext>
            </a:extLst>
          </p:cNvPr>
          <p:cNvSpPr>
            <a:spLocks noGrp="1"/>
          </p:cNvSpPr>
          <p:nvPr/>
        </p:nvSpPr>
        <p:spPr>
          <a:xfrm>
            <a:off x="1453450" y="81132"/>
            <a:ext cx="5544616" cy="43204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latin typeface="Abadi" panose="020B0604020104020204" pitchFamily="34" charset="0"/>
              </a:rPr>
              <a:t>TRAITEMENT DES APPELS 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074394B-C5B4-4562-9A83-C903E54F573B}"/>
              </a:ext>
            </a:extLst>
          </p:cNvPr>
          <p:cNvSpPr txBox="1"/>
          <p:nvPr/>
        </p:nvSpPr>
        <p:spPr>
          <a:xfrm>
            <a:off x="584304" y="1823852"/>
            <a:ext cx="13681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Bonjour/Bonsoir, je m’appelle …AWI de Canal Box, est-ce bien Mr X ?</a:t>
            </a:r>
            <a:endParaRPr lang="fr-BF" sz="1200" dirty="0"/>
          </a:p>
        </p:txBody>
      </p:sp>
      <p:sp>
        <p:nvSpPr>
          <p:cNvPr id="14" name="Flèche : droite 13">
            <a:extLst>
              <a:ext uri="{FF2B5EF4-FFF2-40B4-BE49-F238E27FC236}">
                <a16:creationId xmlns:a16="http://schemas.microsoft.com/office/drawing/2014/main" id="{C7158E3D-88CC-407B-BEC7-DF7CEED979A9}"/>
              </a:ext>
            </a:extLst>
          </p:cNvPr>
          <p:cNvSpPr/>
          <p:nvPr/>
        </p:nvSpPr>
        <p:spPr>
          <a:xfrm>
            <a:off x="2296387" y="2199224"/>
            <a:ext cx="504056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F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72520DF6-F34A-4D52-ABD5-B65BBC26ADAA}"/>
              </a:ext>
            </a:extLst>
          </p:cNvPr>
          <p:cNvSpPr txBox="1"/>
          <p:nvPr/>
        </p:nvSpPr>
        <p:spPr>
          <a:xfrm>
            <a:off x="3076562" y="2156878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Oui</a:t>
            </a:r>
            <a:endParaRPr lang="fr-BF" sz="1200" dirty="0"/>
          </a:p>
        </p:txBody>
      </p:sp>
      <p:sp>
        <p:nvSpPr>
          <p:cNvPr id="16" name="Flèche : droite 15">
            <a:extLst>
              <a:ext uri="{FF2B5EF4-FFF2-40B4-BE49-F238E27FC236}">
                <a16:creationId xmlns:a16="http://schemas.microsoft.com/office/drawing/2014/main" id="{2FC8EBEA-2A56-443F-96FE-AAAF7F4E26AB}"/>
              </a:ext>
            </a:extLst>
          </p:cNvPr>
          <p:cNvSpPr/>
          <p:nvPr/>
        </p:nvSpPr>
        <p:spPr>
          <a:xfrm>
            <a:off x="3951950" y="2199224"/>
            <a:ext cx="504056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F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A92EA4CE-48A3-445A-92DA-6BCE806F360B}"/>
              </a:ext>
            </a:extLst>
          </p:cNvPr>
          <p:cNvSpPr txBox="1"/>
          <p:nvPr/>
        </p:nvSpPr>
        <p:spPr>
          <a:xfrm>
            <a:off x="4860032" y="1369751"/>
            <a:ext cx="2808312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0" fontAlgn="base"/>
            <a:r>
              <a:rPr lang="fr-FR" sz="1200" dirty="0"/>
              <a:t>Je vous appelle concernant votre souscription au service internet de canal box, nous avons le plaisir de vous informer qu’elle a bien été prise en compte. </a:t>
            </a:r>
          </a:p>
          <a:p>
            <a:pPr algn="just" rtl="0" fontAlgn="base"/>
            <a:r>
              <a:rPr lang="fr-FR" sz="1200" dirty="0"/>
              <a:t> Le délai maximum d’installations est de 7jours, cependant, vous serez recontacté dans un délai de 72h afin de programmer avec vous une date pour installation de votre box. </a:t>
            </a:r>
          </a:p>
          <a:p>
            <a:pPr algn="just" rtl="0" fontAlgn="base"/>
            <a:r>
              <a:rPr lang="fr-FR" sz="1200" dirty="0"/>
              <a:t>Avez-vous des questions Mr X ?  </a:t>
            </a:r>
          </a:p>
          <a:p>
            <a:pPr algn="just" rtl="0" fontAlgn="base"/>
            <a:r>
              <a:rPr lang="fr-FR" sz="1200" dirty="0"/>
              <a:t>Passez une excellente journée et merci d’avoir choisir canal box. </a:t>
            </a:r>
          </a:p>
          <a:p>
            <a:endParaRPr lang="fr-BF" dirty="0"/>
          </a:p>
        </p:txBody>
      </p:sp>
      <p:sp>
        <p:nvSpPr>
          <p:cNvPr id="18" name="Flèche : droite 17">
            <a:extLst>
              <a:ext uri="{FF2B5EF4-FFF2-40B4-BE49-F238E27FC236}">
                <a16:creationId xmlns:a16="http://schemas.microsoft.com/office/drawing/2014/main" id="{442F9830-2817-43D4-A5E6-8127B3DEDF03}"/>
              </a:ext>
            </a:extLst>
          </p:cNvPr>
          <p:cNvSpPr/>
          <p:nvPr/>
        </p:nvSpPr>
        <p:spPr>
          <a:xfrm rot="5400000">
            <a:off x="971705" y="2733135"/>
            <a:ext cx="340159" cy="165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F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72A4331D-DAD9-4D39-9978-1A09E4414B8D}"/>
              </a:ext>
            </a:extLst>
          </p:cNvPr>
          <p:cNvSpPr txBox="1"/>
          <p:nvPr/>
        </p:nvSpPr>
        <p:spPr>
          <a:xfrm>
            <a:off x="853752" y="3142249"/>
            <a:ext cx="5760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Non</a:t>
            </a:r>
            <a:endParaRPr lang="fr-BF" sz="1200" dirty="0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5A7CD6DC-F380-4D25-98F8-1792D1B5AB17}"/>
              </a:ext>
            </a:extLst>
          </p:cNvPr>
          <p:cNvSpPr txBox="1"/>
          <p:nvPr/>
        </p:nvSpPr>
        <p:spPr>
          <a:xfrm>
            <a:off x="97955" y="3537732"/>
            <a:ext cx="27024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Pourrais-je avoir le numéro de Mr/Mme X, nous aurons besoin d’entrer en contact avec elle afin de confirmer certaines informations relatives à l’installation</a:t>
            </a:r>
            <a:r>
              <a:rPr lang="fr-FR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. </a:t>
            </a:r>
            <a:endParaRPr lang="fr-BF" dirty="0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A7FC3CC9-1A08-434E-ACA9-A008649955BE}"/>
              </a:ext>
            </a:extLst>
          </p:cNvPr>
          <p:cNvSpPr txBox="1"/>
          <p:nvPr/>
        </p:nvSpPr>
        <p:spPr>
          <a:xfrm>
            <a:off x="2040999" y="4610651"/>
            <a:ext cx="54455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FF0000"/>
                </a:solidFill>
              </a:rPr>
              <a:t>PLANIFIER UNE HEURE POUR RAPPELER LE CLIENT OU DANS L’IMMEDIAT  </a:t>
            </a:r>
            <a:endParaRPr lang="fr-BF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8611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6">
            <a:extLst>
              <a:ext uri="{FF2B5EF4-FFF2-40B4-BE49-F238E27FC236}">
                <a16:creationId xmlns:a16="http://schemas.microsoft.com/office/drawing/2014/main" id="{1A70CA39-8157-451D-9356-C7A3D588A8E1}"/>
              </a:ext>
            </a:extLst>
          </p:cNvPr>
          <p:cNvSpPr txBox="1"/>
          <p:nvPr/>
        </p:nvSpPr>
        <p:spPr>
          <a:xfrm>
            <a:off x="272372" y="830996"/>
            <a:ext cx="2016224" cy="21602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fr-FR" sz="1200" dirty="0"/>
              <a:t>Exemple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fr-FR" sz="1200" dirty="0"/>
              <a:t>Bonjour Mr OUEDRAOGO, je suis xxx de Canal Box, nous vous appelons pour programmer l’installation de votre service internet.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fr-FR" sz="1200" dirty="0"/>
              <a:t>Pourrions-nous savoir si notre commercial vous a remis votre box?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036E96D-6600-44F8-8DEC-B4B71ED01422}"/>
              </a:ext>
            </a:extLst>
          </p:cNvPr>
          <p:cNvSpPr txBox="1"/>
          <p:nvPr/>
        </p:nvSpPr>
        <p:spPr>
          <a:xfrm>
            <a:off x="178377" y="3312522"/>
            <a:ext cx="32403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0" fontAlgn="base"/>
            <a:r>
              <a:rPr lang="fr-FR" sz="1200" dirty="0"/>
              <a:t>Toutes nos excuses, nous ferons le nécessaire afin que vous puissiez entrer en procession de votre box.  </a:t>
            </a:r>
          </a:p>
          <a:p>
            <a:pPr algn="just" rtl="0" fontAlgn="base"/>
            <a:r>
              <a:rPr lang="fr-FR" sz="1200" dirty="0"/>
              <a:t>Nous allons vous inviter à patienter, nous vous recontacterons dans de plus brefs délais afin de programmer l'installation du service internet.</a:t>
            </a:r>
          </a:p>
          <a:p>
            <a:endParaRPr lang="fr-BF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F32E9E9-2811-4225-8014-0DA6FB0F0590}"/>
              </a:ext>
            </a:extLst>
          </p:cNvPr>
          <p:cNvSpPr txBox="1"/>
          <p:nvPr/>
        </p:nvSpPr>
        <p:spPr>
          <a:xfrm>
            <a:off x="2286693" y="921081"/>
            <a:ext cx="5753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rgbClr val="00B050"/>
                </a:solidFill>
              </a:rPr>
              <a:t>oui</a:t>
            </a:r>
            <a:endParaRPr lang="fr-BF" sz="1200" dirty="0">
              <a:solidFill>
                <a:srgbClr val="00B050"/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9F12C86-2E15-4923-89B6-2572EE5824CF}"/>
              </a:ext>
            </a:extLst>
          </p:cNvPr>
          <p:cNvSpPr txBox="1"/>
          <p:nvPr/>
        </p:nvSpPr>
        <p:spPr>
          <a:xfrm>
            <a:off x="2684212" y="955747"/>
            <a:ext cx="1872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D’accord Mr/Mme X le (date), à (heure) vous conviendrais ?</a:t>
            </a:r>
            <a:endParaRPr lang="fr-BF" sz="1200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29562DC-85CA-47B3-BA8A-6C2D4DFF04BF}"/>
              </a:ext>
            </a:extLst>
          </p:cNvPr>
          <p:cNvSpPr txBox="1"/>
          <p:nvPr/>
        </p:nvSpPr>
        <p:spPr>
          <a:xfrm>
            <a:off x="1331640" y="3023561"/>
            <a:ext cx="5753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rgbClr val="FF0000"/>
                </a:solidFill>
              </a:rPr>
              <a:t>non</a:t>
            </a:r>
            <a:endParaRPr lang="fr-BF" sz="1200" dirty="0">
              <a:solidFill>
                <a:srgbClr val="FF0000"/>
              </a:solidFill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7645E76-AC6E-43ED-8FCE-D69270420823}"/>
              </a:ext>
            </a:extLst>
          </p:cNvPr>
          <p:cNvSpPr txBox="1"/>
          <p:nvPr/>
        </p:nvSpPr>
        <p:spPr>
          <a:xfrm>
            <a:off x="4186029" y="946182"/>
            <a:ext cx="5753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rgbClr val="FF0000"/>
                </a:solidFill>
              </a:rPr>
              <a:t>non</a:t>
            </a:r>
            <a:endParaRPr lang="fr-BF" sz="1200" dirty="0">
              <a:solidFill>
                <a:srgbClr val="FF0000"/>
              </a:solidFill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64BFE6A-96E6-4709-9F8A-EF7D56618F73}"/>
              </a:ext>
            </a:extLst>
          </p:cNvPr>
          <p:cNvSpPr txBox="1"/>
          <p:nvPr/>
        </p:nvSpPr>
        <p:spPr>
          <a:xfrm>
            <a:off x="4698198" y="808704"/>
            <a:ext cx="16561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Y’a t’il possibilité de déléguer quelqu’un d’autre pour être sur le lieu le jours de l’installation ?</a:t>
            </a:r>
            <a:endParaRPr lang="fr-BF" sz="1200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80F60B5-F24A-4365-A970-71D45DD9AAB7}"/>
              </a:ext>
            </a:extLst>
          </p:cNvPr>
          <p:cNvSpPr txBox="1"/>
          <p:nvPr/>
        </p:nvSpPr>
        <p:spPr>
          <a:xfrm>
            <a:off x="7221365" y="736416"/>
            <a:ext cx="18526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r>
              <a:rPr lang="fr-FR" sz="1200" dirty="0"/>
              <a:t>D’accord, nous avons d’autres dates disponibles comme le (date) à entre heure, et le (date) à (heure) laquelle de ces dates vous conviendrais ?  </a:t>
            </a:r>
            <a:endParaRPr lang="fr-BF" sz="1200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937D0066-EECB-474C-981B-8D1C947751BF}"/>
              </a:ext>
            </a:extLst>
          </p:cNvPr>
          <p:cNvSpPr txBox="1"/>
          <p:nvPr/>
        </p:nvSpPr>
        <p:spPr>
          <a:xfrm>
            <a:off x="6350703" y="864586"/>
            <a:ext cx="5753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rgbClr val="FF0000"/>
                </a:solidFill>
              </a:rPr>
              <a:t>non</a:t>
            </a:r>
            <a:endParaRPr lang="fr-BF" sz="1200" dirty="0">
              <a:solidFill>
                <a:srgbClr val="FF0000"/>
              </a:solidFill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230A5669-3116-4617-BE14-C80F0F37EA11}"/>
              </a:ext>
            </a:extLst>
          </p:cNvPr>
          <p:cNvSpPr txBox="1"/>
          <p:nvPr/>
        </p:nvSpPr>
        <p:spPr>
          <a:xfrm>
            <a:off x="4571999" y="2262128"/>
            <a:ext cx="201622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0" fontAlgn="base"/>
            <a:r>
              <a:rPr lang="fr-FR" sz="1200" dirty="0"/>
              <a:t>D’accord :Pourrions-nous avoir  </a:t>
            </a:r>
          </a:p>
          <a:p>
            <a:pPr algn="just" rtl="0" fontAlgn="base">
              <a:buFont typeface="Arial" panose="020B0604020202020204" pitchFamily="34" charset="0"/>
              <a:buChar char="•"/>
            </a:pPr>
            <a:r>
              <a:rPr lang="fr-FR" sz="1200" dirty="0"/>
              <a:t>Nom et prénoms  </a:t>
            </a:r>
          </a:p>
          <a:p>
            <a:pPr algn="just" rtl="0" fontAlgn="base">
              <a:buFont typeface="Arial" panose="020B0604020202020204" pitchFamily="34" charset="0"/>
              <a:buChar char="•"/>
            </a:pPr>
            <a:r>
              <a:rPr lang="fr-FR" sz="1200" dirty="0"/>
              <a:t>Numéro de téléphone  </a:t>
            </a:r>
          </a:p>
          <a:p>
            <a:pPr algn="just" rtl="0" fontAlgn="base">
              <a:buFont typeface="Arial" panose="020B0604020202020204" pitchFamily="34" charset="0"/>
              <a:buChar char="•"/>
            </a:pPr>
            <a:r>
              <a:rPr lang="fr-FR" sz="1200" dirty="0"/>
              <a:t>Pouvez-vous nous assurer qu’il s’agit bien d’une personne adulte pouvant superviser les travaux des techniciens au domicile ? </a:t>
            </a:r>
          </a:p>
          <a:p>
            <a:endParaRPr lang="fr-BF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F55973B-F84B-457D-997C-C2A60DB86A26}"/>
              </a:ext>
            </a:extLst>
          </p:cNvPr>
          <p:cNvSpPr txBox="1"/>
          <p:nvPr/>
        </p:nvSpPr>
        <p:spPr>
          <a:xfrm>
            <a:off x="5156035" y="1985129"/>
            <a:ext cx="5753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rgbClr val="00B050"/>
                </a:solidFill>
              </a:rPr>
              <a:t>oui</a:t>
            </a:r>
            <a:endParaRPr lang="fr-BF" sz="1200" dirty="0">
              <a:solidFill>
                <a:srgbClr val="00B050"/>
              </a:solidFill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527E898D-6279-4D3D-978F-067757EE9528}"/>
              </a:ext>
            </a:extLst>
          </p:cNvPr>
          <p:cNvSpPr txBox="1"/>
          <p:nvPr/>
        </p:nvSpPr>
        <p:spPr>
          <a:xfrm>
            <a:off x="7221365" y="2632926"/>
            <a:ext cx="158417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D’accord Mr X les dates précédemment communiquer sont celles disponibles pour cette semaine, cependant, nous vous recontacterons très bientôt avec d’autres dates pour vérifier votre disponibilité.</a:t>
            </a:r>
            <a:endParaRPr lang="fr-BF" sz="1200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0791974C-1068-46D6-8C67-B5D53BD4C1CF}"/>
              </a:ext>
            </a:extLst>
          </p:cNvPr>
          <p:cNvSpPr txBox="1"/>
          <p:nvPr/>
        </p:nvSpPr>
        <p:spPr>
          <a:xfrm>
            <a:off x="7725799" y="2262128"/>
            <a:ext cx="5753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rgbClr val="FF0000"/>
                </a:solidFill>
              </a:rPr>
              <a:t>non</a:t>
            </a:r>
            <a:endParaRPr lang="fr-BF" sz="1200" dirty="0">
              <a:solidFill>
                <a:srgbClr val="FF0000"/>
              </a:solidFill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B5CEEB0D-5E45-46A8-B57D-75A11434F64E}"/>
              </a:ext>
            </a:extLst>
          </p:cNvPr>
          <p:cNvSpPr txBox="1"/>
          <p:nvPr/>
        </p:nvSpPr>
        <p:spPr>
          <a:xfrm>
            <a:off x="5256100" y="4294919"/>
            <a:ext cx="5753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rgbClr val="00B050"/>
                </a:solidFill>
              </a:rPr>
              <a:t>oui</a:t>
            </a:r>
            <a:endParaRPr lang="fr-BF" sz="1200" dirty="0">
              <a:solidFill>
                <a:srgbClr val="00B050"/>
              </a:solidFill>
            </a:endParaRPr>
          </a:p>
        </p:txBody>
      </p:sp>
      <p:sp>
        <p:nvSpPr>
          <p:cNvPr id="21" name="Flèche : droite 20">
            <a:extLst>
              <a:ext uri="{FF2B5EF4-FFF2-40B4-BE49-F238E27FC236}">
                <a16:creationId xmlns:a16="http://schemas.microsoft.com/office/drawing/2014/main" id="{E741A165-FF4F-48BC-84D4-1170D7CE309E}"/>
              </a:ext>
            </a:extLst>
          </p:cNvPr>
          <p:cNvSpPr/>
          <p:nvPr/>
        </p:nvSpPr>
        <p:spPr>
          <a:xfrm rot="5400000">
            <a:off x="5273610" y="4794917"/>
            <a:ext cx="340159" cy="165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F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F6D373-23DC-4D6A-9508-B51190F08BD1}"/>
              </a:ext>
            </a:extLst>
          </p:cNvPr>
          <p:cNvSpPr txBox="1"/>
          <p:nvPr/>
        </p:nvSpPr>
        <p:spPr>
          <a:xfrm>
            <a:off x="1852356" y="195186"/>
            <a:ext cx="48639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b="1" dirty="0"/>
              <a:t>2ème APPEL</a:t>
            </a:r>
          </a:p>
          <a:p>
            <a:pPr algn="ctr"/>
            <a:r>
              <a:rPr lang="fr-FR" sz="1200" b="1" dirty="0"/>
              <a:t> DISCOURS D’INSTALLATION </a:t>
            </a:r>
          </a:p>
        </p:txBody>
      </p:sp>
    </p:spTree>
    <p:extLst>
      <p:ext uri="{BB962C8B-B14F-4D97-AF65-F5344CB8AC3E}">
        <p14:creationId xmlns:p14="http://schemas.microsoft.com/office/powerpoint/2010/main" val="699886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14B3EC6C-A5F5-43E7-A6EE-86F3D837A60B}"/>
              </a:ext>
            </a:extLst>
          </p:cNvPr>
          <p:cNvSpPr txBox="1"/>
          <p:nvPr/>
        </p:nvSpPr>
        <p:spPr>
          <a:xfrm>
            <a:off x="917848" y="771550"/>
            <a:ext cx="4572000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 algn="just" fontAlgn="base">
              <a:buFont typeface="Arial" panose="020B0604020202020204" pitchFamily="34" charset="0"/>
              <a:buChar char="•"/>
            </a:pPr>
            <a:r>
              <a:rPr lang="fr-FR" sz="1200" dirty="0"/>
              <a:t>Parfait, nos équipes se rendrons donc à votre domicile (date convenu) à (heure convenu) afin de procéder à l’installation de la fibre.  </a:t>
            </a:r>
          </a:p>
          <a:p>
            <a:pPr algn="just" fontAlgn="base"/>
            <a:r>
              <a:rPr lang="fr-FR" sz="1200" dirty="0"/>
              <a:t>Mr X, Nous aurons également quelques informations à vérifier avec vous svp : 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fr-FR" sz="1200" dirty="0"/>
              <a:t>Pouvez-vous nous  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fr-FR" sz="1200" dirty="0"/>
              <a:t>Confirmez votre numéro de téléphone svp ?  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fr-FR" sz="1200" dirty="0"/>
              <a:t>Votre l’adresse svp ?  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fr-FR" sz="1200" dirty="0"/>
              <a:t>Confirmer que c’est bien vous la personne à contacter pour l’installation ? 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fr-FR" sz="1200" dirty="0"/>
              <a:t>Confirmer votre présence le jour de l’installation ? 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fr-FR" sz="1200" dirty="0"/>
              <a:t>Vous êtes bien situé à </a:t>
            </a:r>
            <a:r>
              <a:rPr lang="fr-FR" sz="1200" dirty="0" err="1"/>
              <a:t>karpala</a:t>
            </a:r>
            <a:r>
              <a:rPr lang="fr-FR" sz="1200" dirty="0"/>
              <a:t> loin de marché ? 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fr-FR" sz="1200" dirty="0"/>
              <a:t>Ya t’il une procédure particulière pour accéder à votre domicile  </a:t>
            </a:r>
          </a:p>
          <a:p>
            <a:pPr algn="just" fontAlgn="base"/>
            <a:r>
              <a:rPr lang="fr-FR" sz="1200" dirty="0"/>
              <a:t> </a:t>
            </a:r>
          </a:p>
          <a:p>
            <a:pPr indent="-285750" algn="just" fontAlgn="base">
              <a:buFont typeface="Arial" panose="020B0604020202020204" pitchFamily="34" charset="0"/>
              <a:buChar char="•"/>
            </a:pPr>
            <a:r>
              <a:rPr lang="fr-FR" sz="1200" dirty="0"/>
              <a:t>Avez-vous des questions Mr/Mme xxx ?  </a:t>
            </a:r>
          </a:p>
          <a:p>
            <a:pPr algn="just" fontAlgn="base"/>
            <a:r>
              <a:rPr lang="fr-FR" sz="1200" dirty="0"/>
              <a:t> </a:t>
            </a:r>
          </a:p>
          <a:p>
            <a:pPr indent="-285750" algn="just" fontAlgn="base">
              <a:buFont typeface="Arial" panose="020B0604020202020204" pitchFamily="34" charset="0"/>
              <a:buChar char="•"/>
            </a:pPr>
            <a:r>
              <a:rPr lang="fr-FR" sz="1200" dirty="0"/>
              <a:t>Merci pour votre disponibilité et excellente journée à vous 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E43778-4550-42D0-9A62-C69BAB913D2B}"/>
              </a:ext>
            </a:extLst>
          </p:cNvPr>
          <p:cNvSpPr txBox="1"/>
          <p:nvPr/>
        </p:nvSpPr>
        <p:spPr>
          <a:xfrm>
            <a:off x="3203848" y="252485"/>
            <a:ext cx="13681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1" dirty="0"/>
              <a:t>PRISE DE CONGE </a:t>
            </a:r>
          </a:p>
        </p:txBody>
      </p:sp>
    </p:spTree>
    <p:extLst>
      <p:ext uri="{BB962C8B-B14F-4D97-AF65-F5344CB8AC3E}">
        <p14:creationId xmlns:p14="http://schemas.microsoft.com/office/powerpoint/2010/main" val="394306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picture containing white&#10;&#10;Description automatically generated">
            <a:extLst>
              <a:ext uri="{FF2B5EF4-FFF2-40B4-BE49-F238E27FC236}">
                <a16:creationId xmlns:a16="http://schemas.microsoft.com/office/drawing/2014/main" id="{4DB991B6-B44E-4BB7-8F31-D2691F3963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245" r="1931" b="17186"/>
          <a:stretch/>
        </p:blipFill>
        <p:spPr>
          <a:xfrm>
            <a:off x="2642616" y="10"/>
            <a:ext cx="6501384" cy="514349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317450" cy="51435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5C6AAAEA-0BA9-4994-B88F-E9848AF26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485" y="841772"/>
            <a:ext cx="3017520" cy="24031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3300" b="1"/>
              <a:t>3. PROCEDURE DE GESTION DES DIFFICULTES</a:t>
            </a:r>
            <a:br>
              <a:rPr lang="en-US" sz="3300" b="1"/>
            </a:br>
            <a:endParaRPr lang="en-US" sz="33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69941" y="260093"/>
            <a:ext cx="109728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3410190"/>
            <a:ext cx="298323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9656D9-1B2D-4D89-8DC2-714C9D5BC5A8}"/>
              </a:ext>
            </a:extLst>
          </p:cNvPr>
          <p:cNvSpPr txBox="1"/>
          <p:nvPr/>
        </p:nvSpPr>
        <p:spPr>
          <a:xfrm>
            <a:off x="6703909" y="4943445"/>
            <a:ext cx="2440091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fr-BF" sz="700">
                <a:solidFill>
                  <a:srgbClr val="FFFFFF"/>
                </a:solidFill>
                <a:hlinkClick r:id="rId3" tooltip="https://mathix.org/linux/archives/964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fr-BF" sz="700">
                <a:solidFill>
                  <a:srgbClr val="FFFFFF"/>
                </a:solidFill>
              </a:rPr>
              <a:t> by Unknown Author is licensed under </a:t>
            </a:r>
            <a:r>
              <a:rPr lang="fr-BF" sz="700">
                <a:solidFill>
                  <a:srgbClr val="FFFFFF"/>
                </a:solidFill>
                <a:hlinkClick r:id="rId4" tooltip="https://creativecommons.org/licenses/by-nc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BY-SA-NC</a:t>
            </a:r>
            <a:endParaRPr lang="fr-BF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6175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0"/>
            <a:ext cx="8375586" cy="1514104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150876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0660282-A2A8-4286-A5B5-194A1DCE9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411480"/>
            <a:ext cx="7626096" cy="88468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1800" b="1" kern="1200" dirty="0">
                <a:solidFill>
                  <a:schemeClr val="tx1"/>
                </a:solidFill>
                <a:latin typeface="+mn-lt"/>
                <a:ea typeface="+mj-ea"/>
                <a:cs typeface="+mj-cs"/>
              </a:rPr>
              <a:t>3.1. CLIENT ABSENT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569214"/>
            <a:ext cx="96012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F5A45383-3148-422C-880A-E49719E109EC}"/>
              </a:ext>
            </a:extLst>
          </p:cNvPr>
          <p:cNvSpPr txBox="1">
            <a:spLocks/>
          </p:cNvSpPr>
          <p:nvPr/>
        </p:nvSpPr>
        <p:spPr>
          <a:xfrm>
            <a:off x="488542" y="1665164"/>
            <a:ext cx="3435385" cy="30668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-22860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latin typeface="+mn-lt"/>
                <a:ea typeface="+mn-ea"/>
                <a:cs typeface="+mn-cs"/>
              </a:rPr>
              <a:t>Le </a:t>
            </a:r>
            <a:r>
              <a:rPr lang="en-US" sz="1700" dirty="0" err="1">
                <a:latin typeface="+mn-lt"/>
                <a:ea typeface="+mn-ea"/>
                <a:cs typeface="+mn-cs"/>
              </a:rPr>
              <a:t>technicien</a:t>
            </a:r>
            <a:r>
              <a:rPr lang="en-US" sz="1700" dirty="0">
                <a:latin typeface="+mn-lt"/>
                <a:ea typeface="+mn-ea"/>
                <a:cs typeface="+mn-cs"/>
              </a:rPr>
              <a:t> </a:t>
            </a:r>
            <a:r>
              <a:rPr lang="en-US" sz="1700" dirty="0" err="1">
                <a:latin typeface="+mn-lt"/>
                <a:ea typeface="+mn-ea"/>
                <a:cs typeface="+mn-cs"/>
              </a:rPr>
              <a:t>informe</a:t>
            </a:r>
            <a:r>
              <a:rPr lang="en-US" sz="1700" dirty="0">
                <a:latin typeface="+mn-lt"/>
                <a:ea typeface="+mn-ea"/>
                <a:cs typeface="+mn-cs"/>
              </a:rPr>
              <a:t> le dispatch que le client </a:t>
            </a:r>
            <a:r>
              <a:rPr lang="en-US" sz="1700" dirty="0" err="1">
                <a:latin typeface="+mn-lt"/>
                <a:ea typeface="+mn-ea"/>
                <a:cs typeface="+mn-cs"/>
              </a:rPr>
              <a:t>est</a:t>
            </a:r>
            <a:r>
              <a:rPr lang="en-US" sz="1700" dirty="0">
                <a:latin typeface="+mn-lt"/>
                <a:ea typeface="+mn-ea"/>
                <a:cs typeface="+mn-cs"/>
              </a:rPr>
              <a:t> absent, le dispatch </a:t>
            </a:r>
            <a:r>
              <a:rPr lang="en-US" sz="1700" dirty="0" err="1">
                <a:latin typeface="+mn-lt"/>
                <a:ea typeface="+mn-ea"/>
                <a:cs typeface="+mn-cs"/>
              </a:rPr>
              <a:t>tente</a:t>
            </a:r>
            <a:r>
              <a:rPr lang="en-US" sz="1700" dirty="0">
                <a:latin typeface="+mn-lt"/>
                <a:ea typeface="+mn-ea"/>
                <a:cs typeface="+mn-cs"/>
              </a:rPr>
              <a:t> de </a:t>
            </a:r>
            <a:r>
              <a:rPr lang="en-US" sz="1700" dirty="0" err="1">
                <a:latin typeface="+mn-lt"/>
                <a:ea typeface="+mn-ea"/>
                <a:cs typeface="+mn-cs"/>
              </a:rPr>
              <a:t>rentrer</a:t>
            </a:r>
            <a:r>
              <a:rPr lang="en-US" sz="1700" dirty="0">
                <a:latin typeface="+mn-lt"/>
                <a:ea typeface="+mn-ea"/>
                <a:cs typeface="+mn-cs"/>
              </a:rPr>
              <a:t> </a:t>
            </a:r>
            <a:r>
              <a:rPr lang="en-US" sz="1700" dirty="0" err="1">
                <a:latin typeface="+mn-lt"/>
                <a:ea typeface="+mn-ea"/>
                <a:cs typeface="+mn-cs"/>
              </a:rPr>
              <a:t>en</a:t>
            </a:r>
            <a:r>
              <a:rPr lang="en-US" sz="1700" dirty="0">
                <a:latin typeface="+mn-lt"/>
                <a:ea typeface="+mn-ea"/>
                <a:cs typeface="+mn-cs"/>
              </a:rPr>
              <a:t> contact avec le client, </a:t>
            </a:r>
            <a:r>
              <a:rPr lang="en-US" sz="1700" dirty="0" err="1">
                <a:latin typeface="+mn-lt"/>
                <a:ea typeface="+mn-ea"/>
                <a:cs typeface="+mn-cs"/>
              </a:rPr>
              <a:t>l’équipe</a:t>
            </a:r>
            <a:r>
              <a:rPr lang="en-US" sz="1700" dirty="0">
                <a:latin typeface="+mn-lt"/>
                <a:ea typeface="+mn-ea"/>
                <a:cs typeface="+mn-cs"/>
              </a:rPr>
              <a:t> </a:t>
            </a:r>
            <a:r>
              <a:rPr lang="en-US" sz="1700" dirty="0" err="1">
                <a:latin typeface="+mn-lt"/>
                <a:ea typeface="+mn-ea"/>
                <a:cs typeface="+mn-cs"/>
              </a:rPr>
              <a:t>dupliquera</a:t>
            </a:r>
            <a:r>
              <a:rPr lang="en-US" sz="1700" dirty="0">
                <a:latin typeface="+mn-lt"/>
                <a:ea typeface="+mn-ea"/>
                <a:cs typeface="+mn-cs"/>
              </a:rPr>
              <a:t> le ticket et </a:t>
            </a:r>
            <a:r>
              <a:rPr lang="en-US" sz="1700" dirty="0" err="1">
                <a:latin typeface="+mn-lt"/>
                <a:ea typeface="+mn-ea"/>
                <a:cs typeface="+mn-cs"/>
              </a:rPr>
              <a:t>essaiera</a:t>
            </a:r>
            <a:r>
              <a:rPr lang="en-US" sz="1700" dirty="0">
                <a:latin typeface="+mn-lt"/>
                <a:ea typeface="+mn-ea"/>
                <a:cs typeface="+mn-cs"/>
              </a:rPr>
              <a:t> de </a:t>
            </a:r>
            <a:r>
              <a:rPr lang="en-US" sz="1700" dirty="0" err="1">
                <a:latin typeface="+mn-lt"/>
                <a:ea typeface="+mn-ea"/>
                <a:cs typeface="+mn-cs"/>
              </a:rPr>
              <a:t>contacter</a:t>
            </a:r>
            <a:r>
              <a:rPr lang="en-US" sz="1700" dirty="0">
                <a:latin typeface="+mn-lt"/>
                <a:ea typeface="+mn-ea"/>
                <a:cs typeface="+mn-cs"/>
              </a:rPr>
              <a:t> le client dans les 24H.</a:t>
            </a:r>
          </a:p>
          <a:p>
            <a:pPr indent="-228600" defTabSz="9144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latin typeface="+mn-lt"/>
                <a:ea typeface="+mn-ea"/>
                <a:cs typeface="+mn-cs"/>
              </a:rPr>
              <a:t>Si </a:t>
            </a:r>
            <a:r>
              <a:rPr lang="en-US" sz="1700" dirty="0" err="1">
                <a:latin typeface="+mn-lt"/>
                <a:ea typeface="+mn-ea"/>
                <a:cs typeface="+mn-cs"/>
              </a:rPr>
              <a:t>joignable</a:t>
            </a:r>
            <a:r>
              <a:rPr lang="en-US" sz="1700" dirty="0">
                <a:latin typeface="+mn-lt"/>
                <a:ea typeface="+mn-ea"/>
                <a:cs typeface="+mn-cs"/>
              </a:rPr>
              <a:t> </a:t>
            </a:r>
            <a:r>
              <a:rPr lang="en-US" sz="1700" dirty="0" err="1">
                <a:latin typeface="+mn-lt"/>
                <a:ea typeface="+mn-ea"/>
                <a:cs typeface="+mn-cs"/>
              </a:rPr>
              <a:t>mais</a:t>
            </a:r>
            <a:r>
              <a:rPr lang="en-US" sz="1700" dirty="0">
                <a:latin typeface="+mn-lt"/>
                <a:ea typeface="+mn-ea"/>
                <a:cs typeface="+mn-cs"/>
              </a:rPr>
              <a:t> plus disponible pour l’installation, le ticket </a:t>
            </a:r>
            <a:r>
              <a:rPr lang="en-US" sz="1700" dirty="0" err="1">
                <a:latin typeface="+mn-lt"/>
                <a:ea typeface="+mn-ea"/>
                <a:cs typeface="+mn-cs"/>
              </a:rPr>
              <a:t>est</a:t>
            </a:r>
            <a:r>
              <a:rPr lang="en-US" sz="1700" dirty="0">
                <a:latin typeface="+mn-lt"/>
                <a:ea typeface="+mn-ea"/>
                <a:cs typeface="+mn-cs"/>
              </a:rPr>
              <a:t> </a:t>
            </a:r>
            <a:r>
              <a:rPr lang="en-US" sz="1700" dirty="0" err="1">
                <a:latin typeface="+mn-lt"/>
                <a:ea typeface="+mn-ea"/>
                <a:cs typeface="+mn-cs"/>
              </a:rPr>
              <a:t>dupliqué</a:t>
            </a:r>
            <a:r>
              <a:rPr lang="en-US" sz="1700" dirty="0">
                <a:latin typeface="+mn-lt"/>
                <a:ea typeface="+mn-ea"/>
                <a:cs typeface="+mn-cs"/>
              </a:rPr>
              <a:t> et </a:t>
            </a:r>
            <a:r>
              <a:rPr lang="en-US" sz="1700" dirty="0" err="1">
                <a:latin typeface="+mn-lt"/>
                <a:ea typeface="+mn-ea"/>
                <a:cs typeface="+mn-cs"/>
              </a:rPr>
              <a:t>replanifié</a:t>
            </a:r>
            <a:r>
              <a:rPr lang="en-US" sz="1700" dirty="0">
                <a:latin typeface="+mn-lt"/>
                <a:ea typeface="+mn-ea"/>
                <a:cs typeface="+mn-cs"/>
              </a:rPr>
              <a:t> pour </a:t>
            </a:r>
            <a:r>
              <a:rPr lang="en-US" sz="1700" dirty="0" err="1">
                <a:latin typeface="+mn-lt"/>
                <a:ea typeface="+mn-ea"/>
                <a:cs typeface="+mn-cs"/>
              </a:rPr>
              <a:t>une</a:t>
            </a:r>
            <a:r>
              <a:rPr lang="en-US" sz="1700" dirty="0">
                <a:latin typeface="+mn-lt"/>
                <a:ea typeface="+mn-ea"/>
                <a:cs typeface="+mn-cs"/>
              </a:rPr>
              <a:t> date </a:t>
            </a:r>
            <a:r>
              <a:rPr lang="en-US" sz="1700" dirty="0" err="1">
                <a:latin typeface="+mn-lt"/>
                <a:ea typeface="+mn-ea"/>
                <a:cs typeface="+mn-cs"/>
              </a:rPr>
              <a:t>ultérieur</a:t>
            </a:r>
            <a:r>
              <a:rPr lang="en-US" sz="1700" dirty="0"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EB49800-B789-467A-8A3A-FCBE9C042C00}"/>
              </a:ext>
            </a:extLst>
          </p:cNvPr>
          <p:cNvSpPr txBox="1"/>
          <p:nvPr/>
        </p:nvSpPr>
        <p:spPr>
          <a:xfrm>
            <a:off x="4572000" y="699542"/>
            <a:ext cx="4065651" cy="4318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endParaRPr lang="en-US" sz="1100" dirty="0">
              <a:latin typeface="+mj-lt"/>
              <a:ea typeface="+mj-ea"/>
              <a:cs typeface="+mj-cs"/>
            </a:endParaRPr>
          </a:p>
          <a:p>
            <a:pPr algn="ctr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b="1" dirty="0">
                <a:ea typeface="+mj-ea"/>
                <a:cs typeface="+mj-cs"/>
              </a:rPr>
              <a:t>3.2 CLIENT INJOIGNABLE</a:t>
            </a:r>
          </a:p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sz="1600" dirty="0" err="1">
                <a:latin typeface="+mj-lt"/>
                <a:ea typeface="+mj-ea"/>
                <a:cs typeface="+mj-cs"/>
              </a:rPr>
              <a:t>Apres</a:t>
            </a:r>
            <a:r>
              <a:rPr lang="en-US" sz="1600" dirty="0">
                <a:latin typeface="+mj-lt"/>
                <a:ea typeface="+mj-ea"/>
                <a:cs typeface="+mj-cs"/>
              </a:rPr>
              <a:t> le 1er contact </a:t>
            </a:r>
            <a:r>
              <a:rPr lang="en-US" sz="1600" dirty="0" err="1">
                <a:latin typeface="+mj-lt"/>
                <a:ea typeface="+mj-ea"/>
                <a:cs typeface="+mj-cs"/>
              </a:rPr>
              <a:t>si</a:t>
            </a:r>
            <a:r>
              <a:rPr lang="en-US" sz="1600" dirty="0">
                <a:latin typeface="+mj-lt"/>
                <a:ea typeface="+mj-ea"/>
                <a:cs typeface="+mj-cs"/>
              </a:rPr>
              <a:t> le</a:t>
            </a:r>
            <a:r>
              <a:rPr lang="en-US" sz="1600" i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dirty="0" err="1">
                <a:latin typeface="+mj-lt"/>
                <a:ea typeface="+mj-ea"/>
                <a:cs typeface="+mj-cs"/>
              </a:rPr>
              <a:t>n'est</a:t>
            </a:r>
            <a:r>
              <a:rPr lang="en-US" sz="1600" dirty="0">
                <a:latin typeface="+mj-lt"/>
                <a:ea typeface="+mj-ea"/>
                <a:cs typeface="+mj-cs"/>
              </a:rPr>
              <a:t> pas </a:t>
            </a:r>
            <a:r>
              <a:rPr lang="en-US" sz="1600" dirty="0" err="1">
                <a:latin typeface="+mj-lt"/>
                <a:ea typeface="+mj-ea"/>
                <a:cs typeface="+mj-cs"/>
              </a:rPr>
              <a:t>joignable</a:t>
            </a:r>
            <a:r>
              <a:rPr lang="en-US" sz="1600" dirty="0">
                <a:latin typeface="+mj-lt"/>
                <a:ea typeface="+mj-ea"/>
                <a:cs typeface="+mj-cs"/>
              </a:rPr>
              <a:t>, le dispatch </a:t>
            </a:r>
            <a:r>
              <a:rPr lang="en-US" sz="1600" dirty="0" err="1">
                <a:latin typeface="+mj-lt"/>
                <a:ea typeface="+mj-ea"/>
                <a:cs typeface="+mj-cs"/>
              </a:rPr>
              <a:t>attendra</a:t>
            </a:r>
            <a:r>
              <a:rPr lang="en-US" sz="1600" dirty="0">
                <a:latin typeface="+mj-lt"/>
                <a:ea typeface="+mj-ea"/>
                <a:cs typeface="+mj-cs"/>
              </a:rPr>
              <a:t> environ 1 </a:t>
            </a:r>
            <a:r>
              <a:rPr lang="en-US" sz="1600" dirty="0" err="1">
                <a:latin typeface="+mj-lt"/>
                <a:ea typeface="+mj-ea"/>
                <a:cs typeface="+mj-cs"/>
              </a:rPr>
              <a:t>heure</a:t>
            </a:r>
            <a:r>
              <a:rPr lang="en-US" sz="1600" dirty="0">
                <a:latin typeface="+mj-lt"/>
                <a:ea typeface="+mj-ea"/>
                <a:cs typeface="+mj-cs"/>
              </a:rPr>
              <a:t> pour </a:t>
            </a:r>
            <a:r>
              <a:rPr lang="en-US" sz="1600" dirty="0" err="1">
                <a:latin typeface="+mj-lt"/>
                <a:ea typeface="+mj-ea"/>
                <a:cs typeface="+mj-cs"/>
              </a:rPr>
              <a:t>établir</a:t>
            </a:r>
            <a:r>
              <a:rPr lang="en-US" sz="1600" dirty="0">
                <a:latin typeface="+mj-lt"/>
                <a:ea typeface="+mj-ea"/>
                <a:cs typeface="+mj-cs"/>
              </a:rPr>
              <a:t> un second contact avec le client.</a:t>
            </a:r>
          </a:p>
          <a:p>
            <a:pPr marL="285750" indent="-285750">
              <a:spcBef>
                <a:spcPts val="10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600" dirty="0">
                <a:latin typeface="+mj-lt"/>
                <a:ea typeface="+mj-ea"/>
                <a:cs typeface="+mj-cs"/>
              </a:rPr>
              <a:t>Si après le </a:t>
            </a:r>
            <a:r>
              <a:rPr lang="en-US" sz="1600" dirty="0" err="1">
                <a:latin typeface="+mj-lt"/>
                <a:ea typeface="+mj-ea"/>
                <a:cs typeface="+mj-cs"/>
              </a:rPr>
              <a:t>deuxième</a:t>
            </a:r>
            <a:r>
              <a:rPr lang="en-US" sz="1600" dirty="0">
                <a:latin typeface="+mj-lt"/>
                <a:ea typeface="+mj-ea"/>
                <a:cs typeface="+mj-cs"/>
              </a:rPr>
              <a:t> contact, le client </a:t>
            </a:r>
            <a:r>
              <a:rPr lang="en-US" sz="1600" dirty="0" err="1">
                <a:latin typeface="+mj-lt"/>
                <a:ea typeface="+mj-ea"/>
                <a:cs typeface="+mj-cs"/>
              </a:rPr>
              <a:t>est</a:t>
            </a:r>
            <a:r>
              <a:rPr lang="en-US" sz="1600" dirty="0">
                <a:latin typeface="+mj-lt"/>
                <a:ea typeface="+mj-ea"/>
                <a:cs typeface="+mj-cs"/>
              </a:rPr>
              <a:t> </a:t>
            </a:r>
            <a:r>
              <a:rPr lang="en-US" sz="1600" dirty="0" err="1">
                <a:latin typeface="+mj-lt"/>
                <a:ea typeface="+mj-ea"/>
                <a:cs typeface="+mj-cs"/>
              </a:rPr>
              <a:t>toujours</a:t>
            </a:r>
            <a:r>
              <a:rPr lang="en-US" sz="1600" dirty="0">
                <a:latin typeface="+mj-lt"/>
                <a:ea typeface="+mj-ea"/>
                <a:cs typeface="+mj-cs"/>
              </a:rPr>
              <a:t> </a:t>
            </a:r>
            <a:r>
              <a:rPr lang="en-US" sz="1600" dirty="0" err="1">
                <a:latin typeface="+mj-lt"/>
                <a:ea typeface="+mj-ea"/>
                <a:cs typeface="+mj-cs"/>
              </a:rPr>
              <a:t>injoignable</a:t>
            </a:r>
            <a:r>
              <a:rPr lang="en-US" sz="1600" dirty="0">
                <a:latin typeface="+mj-lt"/>
                <a:ea typeface="+mj-ea"/>
                <a:cs typeface="+mj-cs"/>
              </a:rPr>
              <a:t>, le dispatch </a:t>
            </a:r>
            <a:r>
              <a:rPr lang="en-US" sz="1600" dirty="0" err="1">
                <a:latin typeface="+mj-lt"/>
                <a:ea typeface="+mj-ea"/>
                <a:cs typeface="+mj-cs"/>
              </a:rPr>
              <a:t>enverra</a:t>
            </a:r>
            <a:r>
              <a:rPr lang="en-US" sz="1600" dirty="0">
                <a:latin typeface="+mj-lt"/>
                <a:ea typeface="+mj-ea"/>
                <a:cs typeface="+mj-cs"/>
              </a:rPr>
              <a:t> un e-mail au VAD pour informer que le client </a:t>
            </a:r>
            <a:r>
              <a:rPr lang="en-US" sz="1600" dirty="0" err="1">
                <a:latin typeface="+mj-lt"/>
                <a:ea typeface="+mj-ea"/>
                <a:cs typeface="+mj-cs"/>
              </a:rPr>
              <a:t>est</a:t>
            </a:r>
            <a:r>
              <a:rPr lang="en-US" sz="1600" dirty="0">
                <a:latin typeface="+mj-lt"/>
                <a:ea typeface="+mj-ea"/>
                <a:cs typeface="+mj-cs"/>
              </a:rPr>
              <a:t> </a:t>
            </a:r>
            <a:r>
              <a:rPr lang="en-US" sz="1600" dirty="0" err="1">
                <a:latin typeface="+mj-lt"/>
                <a:ea typeface="+mj-ea"/>
                <a:cs typeface="+mj-cs"/>
              </a:rPr>
              <a:t>injoignable</a:t>
            </a:r>
            <a:r>
              <a:rPr lang="en-US" sz="1600" dirty="0">
                <a:latin typeface="+mj-lt"/>
                <a:ea typeface="+mj-ea"/>
                <a:cs typeface="+mj-cs"/>
              </a:rPr>
              <a:t> et </a:t>
            </a:r>
            <a:r>
              <a:rPr lang="en-US" sz="1600" dirty="0" err="1">
                <a:latin typeface="+mj-lt"/>
                <a:ea typeface="+mj-ea"/>
                <a:cs typeface="+mj-cs"/>
              </a:rPr>
              <a:t>lui</a:t>
            </a:r>
            <a:r>
              <a:rPr lang="en-US" sz="1600" dirty="0">
                <a:latin typeface="+mj-lt"/>
                <a:ea typeface="+mj-ea"/>
                <a:cs typeface="+mj-cs"/>
              </a:rPr>
              <a:t> demander un second </a:t>
            </a:r>
            <a:r>
              <a:rPr lang="en-US" sz="1600" dirty="0" err="1">
                <a:latin typeface="+mj-lt"/>
                <a:ea typeface="+mj-ea"/>
                <a:cs typeface="+mj-cs"/>
              </a:rPr>
              <a:t>numéro</a:t>
            </a:r>
            <a:r>
              <a:rPr lang="en-US" sz="1600" dirty="0">
                <a:latin typeface="+mj-lt"/>
                <a:ea typeface="+mj-ea"/>
                <a:cs typeface="+mj-cs"/>
              </a:rPr>
              <a:t>.</a:t>
            </a:r>
          </a:p>
          <a:p>
            <a:pPr marL="285750" indent="-285750">
              <a:spcBef>
                <a:spcPts val="10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600" dirty="0">
                <a:latin typeface="+mj-lt"/>
                <a:ea typeface="+mj-ea"/>
                <a:cs typeface="+mj-cs"/>
              </a:rPr>
              <a:t>Si le client </a:t>
            </a:r>
            <a:r>
              <a:rPr lang="en-US" sz="1600" dirty="0" err="1">
                <a:latin typeface="+mj-lt"/>
                <a:ea typeface="+mj-ea"/>
                <a:cs typeface="+mj-cs"/>
              </a:rPr>
              <a:t>est</a:t>
            </a:r>
            <a:r>
              <a:rPr lang="en-US" sz="1600" dirty="0">
                <a:latin typeface="+mj-lt"/>
                <a:ea typeface="+mj-ea"/>
                <a:cs typeface="+mj-cs"/>
              </a:rPr>
              <a:t> </a:t>
            </a:r>
            <a:r>
              <a:rPr lang="en-US" sz="1600" dirty="0" err="1">
                <a:latin typeface="+mj-lt"/>
                <a:ea typeface="+mj-ea"/>
                <a:cs typeface="+mj-cs"/>
              </a:rPr>
              <a:t>toujours</a:t>
            </a:r>
            <a:r>
              <a:rPr lang="en-US" sz="1600" dirty="0">
                <a:latin typeface="+mj-lt"/>
                <a:ea typeface="+mj-ea"/>
                <a:cs typeface="+mj-cs"/>
              </a:rPr>
              <a:t> </a:t>
            </a:r>
            <a:r>
              <a:rPr lang="en-US" sz="1600" dirty="0" err="1">
                <a:latin typeface="+mj-lt"/>
                <a:ea typeface="+mj-ea"/>
                <a:cs typeface="+mj-cs"/>
              </a:rPr>
              <a:t>injoignable</a:t>
            </a:r>
            <a:r>
              <a:rPr lang="en-US" sz="1600" dirty="0">
                <a:latin typeface="+mj-lt"/>
                <a:ea typeface="+mj-ea"/>
                <a:cs typeface="+mj-cs"/>
              </a:rPr>
              <a:t>, le </a:t>
            </a:r>
            <a:r>
              <a:rPr lang="en-US" sz="1600" dirty="0" err="1">
                <a:latin typeface="+mj-lt"/>
                <a:ea typeface="+mj-ea"/>
                <a:cs typeface="+mj-cs"/>
              </a:rPr>
              <a:t>drapeau</a:t>
            </a:r>
            <a:r>
              <a:rPr lang="en-US" sz="1600" dirty="0">
                <a:latin typeface="+mj-lt"/>
                <a:ea typeface="+mj-ea"/>
                <a:cs typeface="+mj-cs"/>
              </a:rPr>
              <a:t> </a:t>
            </a:r>
            <a:r>
              <a:rPr lang="en-US" sz="1600" dirty="0" err="1">
                <a:latin typeface="+mj-lt"/>
                <a:ea typeface="+mj-ea"/>
                <a:cs typeface="+mj-cs"/>
              </a:rPr>
              <a:t>suivant</a:t>
            </a:r>
            <a:r>
              <a:rPr lang="en-US" sz="1600" dirty="0">
                <a:latin typeface="+mj-lt"/>
                <a:ea typeface="+mj-ea"/>
                <a:cs typeface="+mj-cs"/>
              </a:rPr>
              <a:t> sera </a:t>
            </a:r>
            <a:r>
              <a:rPr lang="en-US" sz="1600" dirty="0" err="1">
                <a:latin typeface="+mj-lt"/>
                <a:ea typeface="+mj-ea"/>
                <a:cs typeface="+mj-cs"/>
              </a:rPr>
              <a:t>placé</a:t>
            </a:r>
            <a:r>
              <a:rPr lang="en-US" sz="1600" dirty="0">
                <a:latin typeface="+mj-lt"/>
                <a:ea typeface="+mj-ea"/>
                <a:cs typeface="+mj-cs"/>
              </a:rPr>
              <a:t> dans praxedo "client </a:t>
            </a:r>
            <a:r>
              <a:rPr lang="en-US" sz="1600" dirty="0" err="1">
                <a:latin typeface="+mj-lt"/>
                <a:ea typeface="+mj-ea"/>
                <a:cs typeface="+mj-cs"/>
              </a:rPr>
              <a:t>injoignable</a:t>
            </a:r>
            <a:r>
              <a:rPr lang="en-US" sz="1600" i="1" dirty="0">
                <a:solidFill>
                  <a:schemeClr val="bg1"/>
                </a:solidFill>
                <a:latin typeface="+mj-lt"/>
              </a:rPr>
              <a:t>"</a:t>
            </a:r>
          </a:p>
          <a:p>
            <a:endParaRPr lang="fr-BF" dirty="0"/>
          </a:p>
        </p:txBody>
      </p:sp>
    </p:spTree>
    <p:extLst>
      <p:ext uri="{BB962C8B-B14F-4D97-AF65-F5344CB8AC3E}">
        <p14:creationId xmlns:p14="http://schemas.microsoft.com/office/powerpoint/2010/main" val="786413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2501900"/>
            <a:ext cx="2468880" cy="24003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467456"/>
            <a:ext cx="8178790" cy="4205911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ADF02E5-86D4-40A1-ABAA-77C9E291C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807" y="619432"/>
            <a:ext cx="2815981" cy="845269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defTabSz="914400"/>
            <a:r>
              <a:rPr lang="en-US" sz="2000" b="1" kern="1200" dirty="0">
                <a:solidFill>
                  <a:schemeClr val="tx1"/>
                </a:solidFill>
                <a:latin typeface="+mn-lt"/>
                <a:ea typeface="+mj-ea"/>
                <a:cs typeface="+mj-cs"/>
              </a:rPr>
              <a:t>3.3 OTB OU </a:t>
            </a:r>
            <a:br>
              <a:rPr lang="en-US" sz="2000" b="1" kern="1200" dirty="0">
                <a:solidFill>
                  <a:schemeClr val="tx1"/>
                </a:solidFill>
                <a:latin typeface="+mn-lt"/>
                <a:ea typeface="+mj-ea"/>
                <a:cs typeface="+mj-cs"/>
              </a:rPr>
            </a:br>
            <a:r>
              <a:rPr lang="en-US" sz="2000" b="1" kern="1200" dirty="0">
                <a:solidFill>
                  <a:schemeClr val="tx1"/>
                </a:solidFill>
                <a:latin typeface="+mn-lt"/>
                <a:ea typeface="+mj-ea"/>
                <a:cs typeface="+mj-cs"/>
              </a:rPr>
              <a:t>ID_ BUILDING INCORRECT</a:t>
            </a:r>
            <a:br>
              <a:rPr lang="en-US" sz="1800" b="1" kern="1200" dirty="0">
                <a:solidFill>
                  <a:schemeClr val="tx1"/>
                </a:solidFill>
                <a:latin typeface="+mn-lt"/>
                <a:ea typeface="+mj-ea"/>
                <a:cs typeface="+mj-cs"/>
              </a:rPr>
            </a:br>
            <a:endParaRPr lang="en-US" sz="1800" b="1" kern="1200" dirty="0">
              <a:solidFill>
                <a:schemeClr val="tx1"/>
              </a:solidFill>
              <a:latin typeface="+mn-lt"/>
              <a:ea typeface="+mj-ea"/>
              <a:cs typeface="+mj-cs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A326D80-DF03-4DB3-AA7D-0462A64D0C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8165" y="1357513"/>
            <a:ext cx="3361788" cy="2942429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spcBef>
                <a:spcPts val="1000"/>
              </a:spcBef>
              <a:spcAft>
                <a:spcPts val="600"/>
              </a:spcAft>
            </a:pPr>
            <a:r>
              <a:rPr lang="en-US" sz="1800" dirty="0"/>
              <a:t>Dispatch </a:t>
            </a:r>
            <a:r>
              <a:rPr lang="en-US" sz="1800" dirty="0" err="1"/>
              <a:t>valide</a:t>
            </a:r>
            <a:r>
              <a:rPr lang="en-US" sz="1800" dirty="0"/>
              <a:t> le ticket </a:t>
            </a:r>
            <a:r>
              <a:rPr lang="en-US" sz="1800" dirty="0" err="1"/>
              <a:t>en</a:t>
            </a:r>
            <a:r>
              <a:rPr lang="en-US" sz="1800" dirty="0"/>
              <a:t> « KO-ERREUR D’ADRESSE »</a:t>
            </a:r>
          </a:p>
          <a:p>
            <a:pPr indent="-228600" defTabSz="914400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Une </a:t>
            </a:r>
            <a:r>
              <a:rPr lang="en-US" sz="1800" dirty="0" err="1"/>
              <a:t>fois</a:t>
            </a:r>
            <a:r>
              <a:rPr lang="en-US" sz="1800" dirty="0"/>
              <a:t> que les informations OTB ou ID building </a:t>
            </a:r>
            <a:r>
              <a:rPr lang="en-US" sz="1800" dirty="0" err="1"/>
              <a:t>ont</a:t>
            </a:r>
            <a:r>
              <a:rPr lang="en-US" sz="1800" dirty="0"/>
              <a:t> </a:t>
            </a:r>
            <a:r>
              <a:rPr lang="en-US" sz="1800" dirty="0" err="1"/>
              <a:t>été</a:t>
            </a:r>
            <a:r>
              <a:rPr lang="en-US" sz="1800" dirty="0"/>
              <a:t> </a:t>
            </a:r>
            <a:r>
              <a:rPr lang="en-US" sz="1800" dirty="0" err="1"/>
              <a:t>confirmées</a:t>
            </a:r>
            <a:r>
              <a:rPr lang="en-US" sz="1800" dirty="0"/>
              <a:t>, </a:t>
            </a:r>
            <a:r>
              <a:rPr lang="en-US" sz="1800" dirty="0" err="1"/>
              <a:t>envoyer</a:t>
            </a:r>
            <a:r>
              <a:rPr lang="en-US" sz="1800" dirty="0"/>
              <a:t> un e-mail au NOC avec les </a:t>
            </a:r>
            <a:r>
              <a:rPr lang="en-US" sz="1800" dirty="0" err="1"/>
              <a:t>nouvelles</a:t>
            </a:r>
            <a:r>
              <a:rPr lang="en-US" sz="1800" dirty="0"/>
              <a:t> informations demandant la </a:t>
            </a:r>
            <a:r>
              <a:rPr lang="en-US" sz="1800" dirty="0" err="1"/>
              <a:t>création</a:t>
            </a:r>
            <a:r>
              <a:rPr lang="en-US" sz="1800" dirty="0"/>
              <a:t> d’un nouveau ticket. </a:t>
            </a:r>
          </a:p>
          <a:p>
            <a:pPr indent="-228600" defTabSz="914400">
              <a:buFont typeface="Arial" panose="020B0604020202020204" pitchFamily="34" charset="0"/>
              <a:buChar char="•"/>
            </a:pPr>
            <a:endParaRPr lang="en-US" sz="18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4AEA995-E981-471C-BCD8-73D8A31A97A2}"/>
              </a:ext>
            </a:extLst>
          </p:cNvPr>
          <p:cNvSpPr txBox="1"/>
          <p:nvPr/>
        </p:nvSpPr>
        <p:spPr>
          <a:xfrm>
            <a:off x="5004048" y="1357513"/>
            <a:ext cx="3073432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fr-FR" dirty="0">
                <a:ea typeface="+mj-ea"/>
                <a:cs typeface="+mj-cs"/>
              </a:rPr>
              <a:t>Pour le dispatch : Dispatch valide le ticket en « KO –MAUVAISE ADRESSE » et envoi un mail au VAD  pour  donner les bonnes informations pour la prise en charge du client</a:t>
            </a:r>
          </a:p>
          <a:p>
            <a:pPr>
              <a:spcAft>
                <a:spcPts val="600"/>
              </a:spcAft>
            </a:pPr>
            <a:r>
              <a:rPr lang="fr-FR" dirty="0">
                <a:ea typeface="+mj-ea"/>
                <a:cs typeface="+mj-cs"/>
              </a:rPr>
              <a:t>Pour le technicien : Le technicien part pour sur sa prochaine installation.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E5909B-5705-49B8-A1BA-A99348BBD44B}"/>
              </a:ext>
            </a:extLst>
          </p:cNvPr>
          <p:cNvSpPr txBox="1"/>
          <p:nvPr/>
        </p:nvSpPr>
        <p:spPr>
          <a:xfrm>
            <a:off x="4634882" y="550847"/>
            <a:ext cx="3577811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fr-FR" b="1" dirty="0"/>
              <a:t>3.4 SI LE CLIENT EST DANS </a:t>
            </a:r>
          </a:p>
          <a:p>
            <a:pPr algn="ctr">
              <a:spcAft>
                <a:spcPts val="600"/>
              </a:spcAft>
            </a:pPr>
            <a:r>
              <a:rPr lang="fr-FR" b="1" dirty="0"/>
              <a:t>UNE ZONE NON ÉLIGIBLE</a:t>
            </a:r>
          </a:p>
        </p:txBody>
      </p:sp>
    </p:spTree>
    <p:extLst>
      <p:ext uri="{BB962C8B-B14F-4D97-AF65-F5344CB8AC3E}">
        <p14:creationId xmlns:p14="http://schemas.microsoft.com/office/powerpoint/2010/main" val="3213322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358DFF0-6BA1-4475-9B80-7B3DF637C0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95536" y="339502"/>
            <a:ext cx="6984776" cy="3661593"/>
          </a:xfrm>
        </p:spPr>
        <p:txBody>
          <a:bodyPr>
            <a:normAutofit fontScale="47500" lnSpcReduction="20000"/>
          </a:bodyPr>
          <a:lstStyle/>
          <a:p>
            <a:pPr>
              <a:spcAft>
                <a:spcPts val="600"/>
              </a:spcAft>
            </a:pPr>
            <a:r>
              <a:rPr lang="fr-FR" sz="4500" dirty="0"/>
              <a:t>3.5 </a:t>
            </a:r>
            <a:r>
              <a:rPr lang="fr-FR" sz="4500" b="1" dirty="0"/>
              <a:t>CLIENT KO 	</a:t>
            </a:r>
          </a:p>
          <a:p>
            <a:pPr>
              <a:spcAft>
                <a:spcPts val="600"/>
              </a:spcAft>
            </a:pPr>
            <a:r>
              <a:rPr lang="fr-FR" sz="4500" dirty="0"/>
              <a:t>Le dispatch devra dupliquer le ticket en attente de solution.</a:t>
            </a:r>
          </a:p>
          <a:p>
            <a:pPr>
              <a:spcAft>
                <a:spcPts val="600"/>
              </a:spcAft>
            </a:pPr>
            <a:r>
              <a:rPr lang="fr-FR" sz="4500" dirty="0"/>
              <a:t>Le dispatch enverra un email au VAD et au Responsable ISP pour l'informer « installation pas possible »</a:t>
            </a:r>
          </a:p>
          <a:p>
            <a:pPr>
              <a:spcAft>
                <a:spcPts val="600"/>
              </a:spcAft>
            </a:pPr>
            <a:r>
              <a:rPr lang="fr-FR" sz="4500" dirty="0"/>
              <a:t>Le superviseur ISP doit faire une proposition technique avec des solutions pour une éventuelle installation et l'envoyer au responsable ISP pour validation (SLA 48h)</a:t>
            </a:r>
          </a:p>
          <a:p>
            <a:pPr>
              <a:spcAft>
                <a:spcPts val="600"/>
              </a:spcAft>
            </a:pPr>
            <a:r>
              <a:rPr lang="fr-FR" sz="4500" dirty="0"/>
              <a:t>Si validé, le client doit être contacté par le dispatch pour planification et information du nouveau plan (si nécessaire)</a:t>
            </a:r>
          </a:p>
          <a:p>
            <a:pPr>
              <a:spcAft>
                <a:spcPts val="600"/>
              </a:spcAft>
            </a:pPr>
            <a:r>
              <a:rPr lang="fr-FR" sz="4500" dirty="0"/>
              <a:t>Si non, le dispatch informe les VAD de l’impossibilité de l’installation.	.</a:t>
            </a:r>
          </a:p>
          <a:p>
            <a:endParaRPr lang="fr-BF" dirty="0"/>
          </a:p>
        </p:txBody>
      </p:sp>
    </p:spTree>
    <p:extLst>
      <p:ext uri="{BB962C8B-B14F-4D97-AF65-F5344CB8AC3E}">
        <p14:creationId xmlns:p14="http://schemas.microsoft.com/office/powerpoint/2010/main" val="1282267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00E6DD-95F3-41DE-9E5B-F802BE4FB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808" y="144239"/>
            <a:ext cx="2949179" cy="483468"/>
          </a:xfrm>
        </p:spPr>
        <p:txBody>
          <a:bodyPr>
            <a:normAutofit fontScale="90000"/>
          </a:bodyPr>
          <a:lstStyle/>
          <a:p>
            <a:r>
              <a:rPr lang="fr-FR" sz="2400" b="1" dirty="0">
                <a:latin typeface="+mn-lt"/>
              </a:rPr>
              <a:t> CAS </a:t>
            </a:r>
            <a:r>
              <a:rPr lang="fr-FR" b="1" dirty="0">
                <a:latin typeface="+mn-lt"/>
              </a:rPr>
              <a:t>DE P</a:t>
            </a:r>
            <a:r>
              <a:rPr lang="fr-FR" sz="2400" b="1" dirty="0">
                <a:latin typeface="+mn-lt"/>
              </a:rPr>
              <a:t>RÉPLANIFIER</a:t>
            </a:r>
            <a:endParaRPr lang="fr-BF" dirty="0">
              <a:latin typeface="+mn-l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69A07C9-C249-4BC6-8962-6A3F8DE5B4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87260" y="3508595"/>
            <a:ext cx="5760640" cy="1296144"/>
          </a:xfrm>
        </p:spPr>
        <p:txBody>
          <a:bodyPr>
            <a:norm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600" b="1" dirty="0"/>
              <a:t>Si le client </a:t>
            </a:r>
            <a:r>
              <a:rPr lang="en-US" sz="1600" b="1" dirty="0" err="1"/>
              <a:t>Demande</a:t>
            </a:r>
            <a:r>
              <a:rPr lang="en-US" sz="1600" b="1" dirty="0"/>
              <a:t> de retarder </a:t>
            </a:r>
            <a:r>
              <a:rPr lang="en-US" sz="1600" b="1" dirty="0" err="1"/>
              <a:t>l’installation</a:t>
            </a:r>
            <a:r>
              <a:rPr lang="en-US" sz="1600" b="1" dirty="0"/>
              <a:t> :</a:t>
            </a:r>
            <a:r>
              <a:rPr lang="en-US" sz="1600" dirty="0"/>
              <a:t> </a:t>
            </a:r>
            <a:r>
              <a:rPr lang="en-US" sz="1600" dirty="0" err="1"/>
              <a:t>demandez-lui</a:t>
            </a:r>
            <a:r>
              <a:rPr lang="en-US" sz="1600" dirty="0"/>
              <a:t> </a:t>
            </a:r>
            <a:r>
              <a:rPr lang="en-US" sz="1600" dirty="0" err="1"/>
              <a:t>une</a:t>
            </a:r>
            <a:r>
              <a:rPr lang="en-US" sz="1600" dirty="0"/>
              <a:t> date de previsualization pour le </a:t>
            </a:r>
            <a:r>
              <a:rPr lang="en-US" sz="1600" dirty="0" err="1"/>
              <a:t>contacter</a:t>
            </a:r>
            <a:r>
              <a:rPr lang="en-US" sz="1600" dirty="0"/>
              <a:t> </a:t>
            </a:r>
            <a:r>
              <a:rPr lang="en-US" sz="1600" dirty="0" err="1"/>
              <a:t>afin</a:t>
            </a:r>
            <a:r>
              <a:rPr lang="en-US" sz="1600" dirty="0"/>
              <a:t> </a:t>
            </a:r>
            <a:r>
              <a:rPr lang="en-US" sz="1600" dirty="0" err="1"/>
              <a:t>d'obtenir</a:t>
            </a:r>
            <a:r>
              <a:rPr lang="en-US" sz="1600" dirty="0"/>
              <a:t> </a:t>
            </a:r>
            <a:r>
              <a:rPr lang="en-US" sz="1600" dirty="0" err="1"/>
              <a:t>une</a:t>
            </a:r>
            <a:r>
              <a:rPr lang="en-US" sz="1600" dirty="0"/>
              <a:t> mise à jour sur la situation.  "</a:t>
            </a:r>
            <a:r>
              <a:rPr lang="en-US" sz="1600" dirty="0" err="1"/>
              <a:t>préplanifier</a:t>
            </a:r>
            <a:r>
              <a:rPr lang="en-US" sz="1600" dirty="0"/>
              <a:t>" dans </a:t>
            </a:r>
            <a:r>
              <a:rPr lang="en-US" sz="1600" dirty="0" err="1"/>
              <a:t>praxedo</a:t>
            </a:r>
            <a:r>
              <a:rPr lang="en-US" sz="1600" dirty="0"/>
              <a:t> pour le jour </a:t>
            </a:r>
            <a:r>
              <a:rPr lang="en-US" sz="1600" dirty="0" err="1"/>
              <a:t>donné</a:t>
            </a:r>
            <a:r>
              <a:rPr lang="en-US" sz="1600" dirty="0"/>
              <a:t>.</a:t>
            </a:r>
          </a:p>
          <a:p>
            <a:endParaRPr lang="fr-BF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82A65B0-C462-4949-BA6F-05F780ABA48B}"/>
              </a:ext>
            </a:extLst>
          </p:cNvPr>
          <p:cNvSpPr txBox="1"/>
          <p:nvPr/>
        </p:nvSpPr>
        <p:spPr>
          <a:xfrm>
            <a:off x="179512" y="842259"/>
            <a:ext cx="2376264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1600" b="1" dirty="0"/>
              <a:t>Voyage</a:t>
            </a:r>
            <a:r>
              <a:rPr lang="fr-FR" sz="1800" dirty="0"/>
              <a:t> </a:t>
            </a:r>
            <a:r>
              <a:rPr lang="fr-FR" sz="1200" dirty="0"/>
              <a:t>: </a:t>
            </a:r>
            <a:r>
              <a:rPr lang="fr-FR" sz="1600" dirty="0"/>
              <a:t>en cas de voyage, il faut demander au client la date de son retour de voyage, ensuite le notifier que nous allons l’appelez le jour (+1) pour planifier l’installation </a:t>
            </a:r>
            <a:endParaRPr lang="fr-BF" sz="1600" dirty="0"/>
          </a:p>
          <a:p>
            <a:endParaRPr lang="fr-BF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A678636-A9A7-4749-910A-0F05435E06D7}"/>
              </a:ext>
            </a:extLst>
          </p:cNvPr>
          <p:cNvSpPr txBox="1"/>
          <p:nvPr/>
        </p:nvSpPr>
        <p:spPr>
          <a:xfrm>
            <a:off x="2915816" y="842259"/>
            <a:ext cx="5904656" cy="26715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fr-FR" sz="1600" b="1" dirty="0"/>
              <a:t>Si un client déménage dans une nouvelle maison: </a:t>
            </a:r>
            <a:r>
              <a:rPr lang="fr-FR" sz="1600" dirty="0"/>
              <a:t>demandez-lui de se rendre dans un magasin </a:t>
            </a:r>
            <a:r>
              <a:rPr lang="fr-FR" sz="1600" dirty="0" err="1"/>
              <a:t>Canalbox</a:t>
            </a:r>
            <a:r>
              <a:rPr lang="fr-FR" sz="1600" dirty="0"/>
              <a:t> ou de contacter son commercial et de vérifier si la nouvelle maison peut être installée.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600" dirty="0"/>
              <a:t>Action Dispatch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600" dirty="0"/>
              <a:t>Envoyez un email aux VAD création d’un nouveau ticket avec bon Building ID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600" dirty="0"/>
              <a:t>Préplanifier le ticket à une date convenue avec le client pour confirmer la situation et réserver le créneau (en attente nouveau ticket).</a:t>
            </a:r>
          </a:p>
          <a:p>
            <a:endParaRPr lang="fr-BF" dirty="0"/>
          </a:p>
        </p:txBody>
      </p:sp>
    </p:spTree>
    <p:extLst>
      <p:ext uri="{BB962C8B-B14F-4D97-AF65-F5344CB8AC3E}">
        <p14:creationId xmlns:p14="http://schemas.microsoft.com/office/powerpoint/2010/main" val="1890205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8DC41A-84C8-452C-B996-92A9C9A455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68" y="1563638"/>
            <a:ext cx="7776864" cy="2858691"/>
          </a:xfrm>
        </p:spPr>
        <p:txBody>
          <a:bodyPr>
            <a:normAutofit/>
          </a:bodyPr>
          <a:lstStyle/>
          <a:p>
            <a:pPr algn="ctr"/>
            <a:r>
              <a:rPr lang="fr-FR" sz="5400"/>
              <a:t>MERCI !</a:t>
            </a:r>
            <a:endParaRPr lang="fr-BF" sz="5400" dirty="0"/>
          </a:p>
        </p:txBody>
      </p:sp>
    </p:spTree>
    <p:extLst>
      <p:ext uri="{BB962C8B-B14F-4D97-AF65-F5344CB8AC3E}">
        <p14:creationId xmlns:p14="http://schemas.microsoft.com/office/powerpoint/2010/main" val="83267629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GVA">
  <a:themeElements>
    <a:clrScheme name="GVA">
      <a:dk1>
        <a:srgbClr val="63666A"/>
      </a:dk1>
      <a:lt1>
        <a:sysClr val="window" lastClr="FFFFFF"/>
      </a:lt1>
      <a:dk2>
        <a:srgbClr val="ED7404"/>
      </a:dk2>
      <a:lt2>
        <a:srgbClr val="D4021D"/>
      </a:lt2>
      <a:accent1>
        <a:srgbClr val="80A3CA"/>
      </a:accent1>
      <a:accent2>
        <a:srgbClr val="005782"/>
      </a:accent2>
      <a:accent3>
        <a:srgbClr val="B5B5B5"/>
      </a:accent3>
      <a:accent4>
        <a:srgbClr val="484B47"/>
      </a:accent4>
      <a:accent5>
        <a:srgbClr val="80276C"/>
      </a:accent5>
      <a:accent6>
        <a:srgbClr val="323C18"/>
      </a:accent6>
      <a:hlink>
        <a:srgbClr val="80A3CA"/>
      </a:hlink>
      <a:folHlink>
        <a:srgbClr val="00578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3175">
          <a:solidFill>
            <a:schemeClr val="accent1"/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 algn="ctr">
          <a:defRPr sz="1200" b="1" dirty="0">
            <a:solidFill>
              <a:srgbClr val="6D6D6D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 CanalBox" id="{18EF81D5-AB5A-4EB9-9447-665E8979DD17}" vid="{EFEEC22A-CA18-449D-B7AA-0B29F31189E7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GVA</Template>
  <TotalTime>0</TotalTime>
  <Words>1229</Words>
  <Application>Microsoft Office PowerPoint</Application>
  <PresentationFormat>Affichage à l'écran (16:9)</PresentationFormat>
  <Paragraphs>123</Paragraphs>
  <Slides>13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2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24" baseType="lpstr">
      <vt:lpstr>Abadi</vt:lpstr>
      <vt:lpstr>Arial</vt:lpstr>
      <vt:lpstr>Arial Narrow</vt:lpstr>
      <vt:lpstr>Calibri</vt:lpstr>
      <vt:lpstr>Calibri Light</vt:lpstr>
      <vt:lpstr>Canal+</vt:lpstr>
      <vt:lpstr>Symbol</vt:lpstr>
      <vt:lpstr>Wingdings</vt:lpstr>
      <vt:lpstr>GVA</vt:lpstr>
      <vt:lpstr>Thème Office</vt:lpstr>
      <vt:lpstr>think-cell Slide</vt:lpstr>
      <vt:lpstr>Présentation PowerPoint</vt:lpstr>
      <vt:lpstr>Présentation PowerPoint</vt:lpstr>
      <vt:lpstr>Présentation PowerPoint</vt:lpstr>
      <vt:lpstr>GESTION DES APPELS </vt:lpstr>
      <vt:lpstr>Présentation PowerPoint</vt:lpstr>
      <vt:lpstr>Présentation PowerPoint</vt:lpstr>
      <vt:lpstr>Présentation PowerPoint</vt:lpstr>
      <vt:lpstr>3. PROCEDURE DE GESTION DES DIFFICULTES </vt:lpstr>
      <vt:lpstr>3.1. CLIENT ABSENT</vt:lpstr>
      <vt:lpstr>3.3 OTB OU  ID_ BUILDING INCORRECT </vt:lpstr>
      <vt:lpstr>Présentation PowerPoint</vt:lpstr>
      <vt:lpstr> CAS DE PRÉPLANIFIER</vt:lpstr>
      <vt:lpstr>Présentation PowerPoint</vt:lpstr>
    </vt:vector>
  </TitlesOfParts>
  <Company>Canal +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DELAGE Benjamin</dc:creator>
  <cp:lastModifiedBy>Joël OUOBA</cp:lastModifiedBy>
  <cp:revision>1452</cp:revision>
  <cp:lastPrinted>2017-10-19T19:59:57Z</cp:lastPrinted>
  <dcterms:created xsi:type="dcterms:W3CDTF">2016-04-06T15:26:25Z</dcterms:created>
  <dcterms:modified xsi:type="dcterms:W3CDTF">2025-04-23T08:40:41Z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ca96e44-a127-42f2-bb2c-4b3827c9e56b_Enabled">
    <vt:lpwstr>true</vt:lpwstr>
  </property>
  <property fmtid="{D5CDD505-2E9C-101B-9397-08002B2CF9AE}" pid="3" name="MSIP_Label_fca96e44-a127-42f2-bb2c-4b3827c9e56b_SetDate">
    <vt:lpwstr>2025-04-17T16:37:29Z</vt:lpwstr>
  </property>
  <property fmtid="{D5CDD505-2E9C-101B-9397-08002B2CF9AE}" pid="4" name="MSIP_Label_fca96e44-a127-42f2-bb2c-4b3827c9e56b_Method">
    <vt:lpwstr>Standard</vt:lpwstr>
  </property>
  <property fmtid="{D5CDD505-2E9C-101B-9397-08002B2CF9AE}" pid="5" name="MSIP_Label_fca96e44-a127-42f2-bb2c-4b3827c9e56b_Name">
    <vt:lpwstr>defa4170-0d19-0005-0004-bc88714345d2</vt:lpwstr>
  </property>
  <property fmtid="{D5CDD505-2E9C-101B-9397-08002B2CF9AE}" pid="6" name="MSIP_Label_fca96e44-a127-42f2-bb2c-4b3827c9e56b_SiteId">
    <vt:lpwstr>ddab0299-dabf-4198-a277-fcf4665c5198</vt:lpwstr>
  </property>
  <property fmtid="{D5CDD505-2E9C-101B-9397-08002B2CF9AE}" pid="7" name="MSIP_Label_fca96e44-a127-42f2-bb2c-4b3827c9e56b_ActionId">
    <vt:lpwstr>3d25a3c5-d99e-4753-a065-eca103c19b3d</vt:lpwstr>
  </property>
  <property fmtid="{D5CDD505-2E9C-101B-9397-08002B2CF9AE}" pid="8" name="MSIP_Label_fca96e44-a127-42f2-bb2c-4b3827c9e56b_ContentBits">
    <vt:lpwstr>0</vt:lpwstr>
  </property>
  <property fmtid="{D5CDD505-2E9C-101B-9397-08002B2CF9AE}" pid="9" name="MSIP_Label_fca96e44-a127-42f2-bb2c-4b3827c9e56b_Tag">
    <vt:lpwstr>10, 3, 0, 1</vt:lpwstr>
  </property>
</Properties>
</file>