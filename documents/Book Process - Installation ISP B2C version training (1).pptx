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30"/>
  </p:notesMasterIdLst>
  <p:sldIdLst>
    <p:sldId id="284" r:id="rId5"/>
    <p:sldId id="480" r:id="rId6"/>
    <p:sldId id="492" r:id="rId7"/>
    <p:sldId id="286" r:id="rId8"/>
    <p:sldId id="323" r:id="rId9"/>
    <p:sldId id="285" r:id="rId10"/>
    <p:sldId id="324" r:id="rId11"/>
    <p:sldId id="294" r:id="rId12"/>
    <p:sldId id="330" r:id="rId13"/>
    <p:sldId id="535" r:id="rId14"/>
    <p:sldId id="536" r:id="rId15"/>
    <p:sldId id="666" r:id="rId16"/>
    <p:sldId id="667" r:id="rId17"/>
    <p:sldId id="676" r:id="rId18"/>
    <p:sldId id="669" r:id="rId19"/>
    <p:sldId id="668" r:id="rId20"/>
    <p:sldId id="670" r:id="rId21"/>
    <p:sldId id="671" r:id="rId22"/>
    <p:sldId id="672" r:id="rId23"/>
    <p:sldId id="266" r:id="rId24"/>
    <p:sldId id="359" r:id="rId25"/>
    <p:sldId id="358" r:id="rId26"/>
    <p:sldId id="267" r:id="rId27"/>
    <p:sldId id="673" r:id="rId28"/>
    <p:sldId id="675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D05E"/>
    <a:srgbClr val="ADC8E8"/>
    <a:srgbClr val="6C9CD6"/>
    <a:srgbClr val="BB7FAC"/>
    <a:srgbClr val="005782"/>
    <a:srgbClr val="C49ABB"/>
    <a:srgbClr val="B5B5B5"/>
    <a:srgbClr val="80A3CA"/>
    <a:srgbClr val="97BC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54F2D2F-2E38-4509-9AC6-ADBBD90AB730}" v="82" dt="2021-05-12T08:55:00.569"/>
    <p1510:client id="{68F47E52-79F5-449E-AF3B-05BB1398DAC0}" v="35" dt="2021-05-11T15:40:38.974"/>
    <p1510:client id="{DFB1EB4C-5334-49E0-A329-6BAE137F24CA}" v="8" dt="2021-05-11T09:35:57.932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3692" autoAdjust="0"/>
  </p:normalViewPr>
  <p:slideViewPr>
    <p:cSldViewPr snapToGrid="0">
      <p:cViewPr>
        <p:scale>
          <a:sx n="110" d="100"/>
          <a:sy n="110" d="100"/>
        </p:scale>
        <p:origin x="-834" y="-18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notesMaster" Target="notesMasters/notesMaster1.xml"/><Relationship Id="rId35" Type="http://schemas.microsoft.com/office/2015/10/relationships/revisionInfo" Target="revisionInfo.xml"/><Relationship Id="rId8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7173B44-FD18-4456-9769-24CBC422124D}" type="datetimeFigureOut">
              <a:rPr lang="en-GB" smtClean="0"/>
              <a:t>19/05/2021</a:t>
            </a:fld>
            <a:endParaRPr lang="en-GB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18F89EB-EF95-4FEA-A5B8-7E221D8FF26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258359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/>
              <a:t>Mesure de la performance</a:t>
            </a:r>
          </a:p>
          <a:p>
            <a:r>
              <a:rPr lang="fr-FR"/>
              <a:t>Déménagement</a:t>
            </a:r>
          </a:p>
          <a:p>
            <a:r>
              <a:rPr lang="fr-FR"/>
              <a:t>Longueur de drop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18F89EB-EF95-4FEA-A5B8-7E221D8FF265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328531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/>
              <a:t>My First Template</a:t>
            </a:r>
          </a:p>
        </p:txBody>
      </p:sp>
    </p:spTree>
    <p:extLst>
      <p:ext uri="{BB962C8B-B14F-4D97-AF65-F5344CB8AC3E}">
        <p14:creationId xmlns:p14="http://schemas.microsoft.com/office/powerpoint/2010/main" val="38576100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.xml"/><Relationship Id="rId5" Type="http://schemas.openxmlformats.org/officeDocument/2006/relationships/image" Target="../media/image3.jpeg"/><Relationship Id="rId4" Type="http://schemas.openxmlformats.org/officeDocument/2006/relationships/image" Target="../media/image1.em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4" Type="http://schemas.openxmlformats.org/officeDocument/2006/relationships/image" Target="../media/image1.emf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|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2119" y="1589"/>
          <a:ext cx="2116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70" imgH="270" progId="TCLayout.ActiveDocument.1">
                  <p:embed/>
                </p:oleObj>
              </mc:Choice>
              <mc:Fallback>
                <p:oleObj name="think-cell Slide" r:id="rId3" imgW="270" imgH="270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19" y="1589"/>
                        <a:ext cx="2116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Freeform 5"/>
          <p:cNvSpPr>
            <a:spLocks/>
          </p:cNvSpPr>
          <p:nvPr/>
        </p:nvSpPr>
        <p:spPr bwMode="gray">
          <a:xfrm>
            <a:off x="10058402" y="411344"/>
            <a:ext cx="1578713" cy="1155367"/>
          </a:xfrm>
          <a:custGeom>
            <a:avLst/>
            <a:gdLst>
              <a:gd name="T0" fmla="*/ 0 w 2970"/>
              <a:gd name="T1" fmla="*/ 1517 h 2630"/>
              <a:gd name="T2" fmla="*/ 6 w 2970"/>
              <a:gd name="T3" fmla="*/ 1378 h 2630"/>
              <a:gd name="T4" fmla="*/ 19 w 2970"/>
              <a:gd name="T5" fmla="*/ 1234 h 2630"/>
              <a:gd name="T6" fmla="*/ 40 w 2970"/>
              <a:gd name="T7" fmla="*/ 1099 h 2630"/>
              <a:gd name="T8" fmla="*/ 71 w 2970"/>
              <a:gd name="T9" fmla="*/ 963 h 2630"/>
              <a:gd name="T10" fmla="*/ 115 w 2970"/>
              <a:gd name="T11" fmla="*/ 830 h 2630"/>
              <a:gd name="T12" fmla="*/ 167 w 2970"/>
              <a:gd name="T13" fmla="*/ 705 h 2630"/>
              <a:gd name="T14" fmla="*/ 233 w 2970"/>
              <a:gd name="T15" fmla="*/ 587 h 2630"/>
              <a:gd name="T16" fmla="*/ 310 w 2970"/>
              <a:gd name="T17" fmla="*/ 476 h 2630"/>
              <a:gd name="T18" fmla="*/ 403 w 2970"/>
              <a:gd name="T19" fmla="*/ 376 h 2630"/>
              <a:gd name="T20" fmla="*/ 512 w 2970"/>
              <a:gd name="T21" fmla="*/ 283 h 2630"/>
              <a:gd name="T22" fmla="*/ 636 w 2970"/>
              <a:gd name="T23" fmla="*/ 200 h 2630"/>
              <a:gd name="T24" fmla="*/ 775 w 2970"/>
              <a:gd name="T25" fmla="*/ 132 h 2630"/>
              <a:gd name="T26" fmla="*/ 933 w 2970"/>
              <a:gd name="T27" fmla="*/ 75 h 2630"/>
              <a:gd name="T28" fmla="*/ 1110 w 2970"/>
              <a:gd name="T29" fmla="*/ 36 h 2630"/>
              <a:gd name="T30" fmla="*/ 1305 w 2970"/>
              <a:gd name="T31" fmla="*/ 11 h 2630"/>
              <a:gd name="T32" fmla="*/ 1522 w 2970"/>
              <a:gd name="T33" fmla="*/ 0 h 2630"/>
              <a:gd name="T34" fmla="*/ 1615 w 2970"/>
              <a:gd name="T35" fmla="*/ 4 h 2630"/>
              <a:gd name="T36" fmla="*/ 1798 w 2970"/>
              <a:gd name="T37" fmla="*/ 18 h 2630"/>
              <a:gd name="T38" fmla="*/ 1972 w 2970"/>
              <a:gd name="T39" fmla="*/ 47 h 2630"/>
              <a:gd name="T40" fmla="*/ 2136 w 2970"/>
              <a:gd name="T41" fmla="*/ 89 h 2630"/>
              <a:gd name="T42" fmla="*/ 2288 w 2970"/>
              <a:gd name="T43" fmla="*/ 154 h 2630"/>
              <a:gd name="T44" fmla="*/ 2427 w 2970"/>
              <a:gd name="T45" fmla="*/ 233 h 2630"/>
              <a:gd name="T46" fmla="*/ 2558 w 2970"/>
              <a:gd name="T47" fmla="*/ 329 h 2630"/>
              <a:gd name="T48" fmla="*/ 2675 w 2970"/>
              <a:gd name="T49" fmla="*/ 447 h 2630"/>
              <a:gd name="T50" fmla="*/ 2728 w 2970"/>
              <a:gd name="T51" fmla="*/ 512 h 2630"/>
              <a:gd name="T52" fmla="*/ 2830 w 2970"/>
              <a:gd name="T53" fmla="*/ 669 h 2630"/>
              <a:gd name="T54" fmla="*/ 2905 w 2970"/>
              <a:gd name="T55" fmla="*/ 834 h 2630"/>
              <a:gd name="T56" fmla="*/ 2951 w 2970"/>
              <a:gd name="T57" fmla="*/ 1005 h 2630"/>
              <a:gd name="T58" fmla="*/ 2970 w 2970"/>
              <a:gd name="T59" fmla="*/ 1181 h 2630"/>
              <a:gd name="T60" fmla="*/ 2970 w 2970"/>
              <a:gd name="T61" fmla="*/ 1256 h 2630"/>
              <a:gd name="T62" fmla="*/ 2961 w 2970"/>
              <a:gd name="T63" fmla="*/ 1403 h 2630"/>
              <a:gd name="T64" fmla="*/ 2936 w 2970"/>
              <a:gd name="T65" fmla="*/ 1542 h 2630"/>
              <a:gd name="T66" fmla="*/ 2902 w 2970"/>
              <a:gd name="T67" fmla="*/ 1675 h 2630"/>
              <a:gd name="T68" fmla="*/ 2855 w 2970"/>
              <a:gd name="T69" fmla="*/ 1796 h 2630"/>
              <a:gd name="T70" fmla="*/ 2796 w 2970"/>
              <a:gd name="T71" fmla="*/ 1914 h 2630"/>
              <a:gd name="T72" fmla="*/ 2728 w 2970"/>
              <a:gd name="T73" fmla="*/ 2022 h 2630"/>
              <a:gd name="T74" fmla="*/ 2648 w 2970"/>
              <a:gd name="T75" fmla="*/ 2122 h 2630"/>
              <a:gd name="T76" fmla="*/ 2604 w 2970"/>
              <a:gd name="T77" fmla="*/ 2168 h 2630"/>
              <a:gd name="T78" fmla="*/ 2486 w 2970"/>
              <a:gd name="T79" fmla="*/ 2272 h 2630"/>
              <a:gd name="T80" fmla="*/ 2356 w 2970"/>
              <a:gd name="T81" fmla="*/ 2365 h 2630"/>
              <a:gd name="T82" fmla="*/ 2214 w 2970"/>
              <a:gd name="T83" fmla="*/ 2448 h 2630"/>
              <a:gd name="T84" fmla="*/ 2059 w 2970"/>
              <a:gd name="T85" fmla="*/ 2512 h 2630"/>
              <a:gd name="T86" fmla="*/ 1894 w 2970"/>
              <a:gd name="T87" fmla="*/ 2566 h 2630"/>
              <a:gd name="T88" fmla="*/ 1724 w 2970"/>
              <a:gd name="T89" fmla="*/ 2601 h 2630"/>
              <a:gd name="T90" fmla="*/ 1547 w 2970"/>
              <a:gd name="T91" fmla="*/ 2623 h 2630"/>
              <a:gd name="T92" fmla="*/ 1361 w 2970"/>
              <a:gd name="T93" fmla="*/ 2630 h 2630"/>
              <a:gd name="T94" fmla="*/ 0 w 2970"/>
              <a:gd name="T95" fmla="*/ 2630 h 263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</a:cxnLst>
            <a:rect l="0" t="0" r="r" b="b"/>
            <a:pathLst>
              <a:path w="2970" h="2630">
                <a:moveTo>
                  <a:pt x="0" y="1517"/>
                </a:moveTo>
                <a:lnTo>
                  <a:pt x="0" y="1517"/>
                </a:lnTo>
                <a:lnTo>
                  <a:pt x="3" y="1446"/>
                </a:lnTo>
                <a:lnTo>
                  <a:pt x="6" y="1378"/>
                </a:lnTo>
                <a:lnTo>
                  <a:pt x="12" y="1306"/>
                </a:lnTo>
                <a:lnTo>
                  <a:pt x="19" y="1234"/>
                </a:lnTo>
                <a:lnTo>
                  <a:pt x="28" y="1167"/>
                </a:lnTo>
                <a:lnTo>
                  <a:pt x="40" y="1099"/>
                </a:lnTo>
                <a:lnTo>
                  <a:pt x="56" y="1031"/>
                </a:lnTo>
                <a:lnTo>
                  <a:pt x="71" y="963"/>
                </a:lnTo>
                <a:lnTo>
                  <a:pt x="93" y="895"/>
                </a:lnTo>
                <a:lnTo>
                  <a:pt x="115" y="830"/>
                </a:lnTo>
                <a:lnTo>
                  <a:pt x="140" y="769"/>
                </a:lnTo>
                <a:lnTo>
                  <a:pt x="167" y="705"/>
                </a:lnTo>
                <a:lnTo>
                  <a:pt x="198" y="644"/>
                </a:lnTo>
                <a:lnTo>
                  <a:pt x="233" y="587"/>
                </a:lnTo>
                <a:lnTo>
                  <a:pt x="270" y="530"/>
                </a:lnTo>
                <a:lnTo>
                  <a:pt x="310" y="476"/>
                </a:lnTo>
                <a:lnTo>
                  <a:pt x="357" y="426"/>
                </a:lnTo>
                <a:lnTo>
                  <a:pt x="403" y="376"/>
                </a:lnTo>
                <a:lnTo>
                  <a:pt x="456" y="326"/>
                </a:lnTo>
                <a:lnTo>
                  <a:pt x="512" y="283"/>
                </a:lnTo>
                <a:lnTo>
                  <a:pt x="570" y="240"/>
                </a:lnTo>
                <a:lnTo>
                  <a:pt x="636" y="200"/>
                </a:lnTo>
                <a:lnTo>
                  <a:pt x="704" y="165"/>
                </a:lnTo>
                <a:lnTo>
                  <a:pt x="775" y="132"/>
                </a:lnTo>
                <a:lnTo>
                  <a:pt x="853" y="104"/>
                </a:lnTo>
                <a:lnTo>
                  <a:pt x="933" y="75"/>
                </a:lnTo>
                <a:lnTo>
                  <a:pt x="1020" y="54"/>
                </a:lnTo>
                <a:lnTo>
                  <a:pt x="1110" y="36"/>
                </a:lnTo>
                <a:lnTo>
                  <a:pt x="1206" y="21"/>
                </a:lnTo>
                <a:lnTo>
                  <a:pt x="1305" y="11"/>
                </a:lnTo>
                <a:lnTo>
                  <a:pt x="1411" y="4"/>
                </a:lnTo>
                <a:lnTo>
                  <a:pt x="1522" y="0"/>
                </a:lnTo>
                <a:lnTo>
                  <a:pt x="1522" y="0"/>
                </a:lnTo>
                <a:lnTo>
                  <a:pt x="1615" y="4"/>
                </a:lnTo>
                <a:lnTo>
                  <a:pt x="1708" y="7"/>
                </a:lnTo>
                <a:lnTo>
                  <a:pt x="1798" y="18"/>
                </a:lnTo>
                <a:lnTo>
                  <a:pt x="1888" y="29"/>
                </a:lnTo>
                <a:lnTo>
                  <a:pt x="1972" y="47"/>
                </a:lnTo>
                <a:lnTo>
                  <a:pt x="2055" y="68"/>
                </a:lnTo>
                <a:lnTo>
                  <a:pt x="2136" y="89"/>
                </a:lnTo>
                <a:lnTo>
                  <a:pt x="2214" y="118"/>
                </a:lnTo>
                <a:lnTo>
                  <a:pt x="2288" y="154"/>
                </a:lnTo>
                <a:lnTo>
                  <a:pt x="2359" y="190"/>
                </a:lnTo>
                <a:lnTo>
                  <a:pt x="2427" y="233"/>
                </a:lnTo>
                <a:lnTo>
                  <a:pt x="2493" y="279"/>
                </a:lnTo>
                <a:lnTo>
                  <a:pt x="2558" y="329"/>
                </a:lnTo>
                <a:lnTo>
                  <a:pt x="2617" y="386"/>
                </a:lnTo>
                <a:lnTo>
                  <a:pt x="2675" y="447"/>
                </a:lnTo>
                <a:lnTo>
                  <a:pt x="2728" y="512"/>
                </a:lnTo>
                <a:lnTo>
                  <a:pt x="2728" y="512"/>
                </a:lnTo>
                <a:lnTo>
                  <a:pt x="2784" y="590"/>
                </a:lnTo>
                <a:lnTo>
                  <a:pt x="2830" y="669"/>
                </a:lnTo>
                <a:lnTo>
                  <a:pt x="2871" y="748"/>
                </a:lnTo>
                <a:lnTo>
                  <a:pt x="2905" y="834"/>
                </a:lnTo>
                <a:lnTo>
                  <a:pt x="2933" y="916"/>
                </a:lnTo>
                <a:lnTo>
                  <a:pt x="2951" y="1005"/>
                </a:lnTo>
                <a:lnTo>
                  <a:pt x="2964" y="1091"/>
                </a:lnTo>
                <a:lnTo>
                  <a:pt x="2970" y="1181"/>
                </a:lnTo>
                <a:lnTo>
                  <a:pt x="2970" y="1181"/>
                </a:lnTo>
                <a:lnTo>
                  <a:pt x="2970" y="1256"/>
                </a:lnTo>
                <a:lnTo>
                  <a:pt x="2967" y="1331"/>
                </a:lnTo>
                <a:lnTo>
                  <a:pt x="2961" y="1403"/>
                </a:lnTo>
                <a:lnTo>
                  <a:pt x="2951" y="1474"/>
                </a:lnTo>
                <a:lnTo>
                  <a:pt x="2936" y="1542"/>
                </a:lnTo>
                <a:lnTo>
                  <a:pt x="2920" y="1610"/>
                </a:lnTo>
                <a:lnTo>
                  <a:pt x="2902" y="1675"/>
                </a:lnTo>
                <a:lnTo>
                  <a:pt x="2880" y="1735"/>
                </a:lnTo>
                <a:lnTo>
                  <a:pt x="2855" y="1796"/>
                </a:lnTo>
                <a:lnTo>
                  <a:pt x="2827" y="1857"/>
                </a:lnTo>
                <a:lnTo>
                  <a:pt x="2796" y="1914"/>
                </a:lnTo>
                <a:lnTo>
                  <a:pt x="2762" y="1968"/>
                </a:lnTo>
                <a:lnTo>
                  <a:pt x="2728" y="2022"/>
                </a:lnTo>
                <a:lnTo>
                  <a:pt x="2688" y="2072"/>
                </a:lnTo>
                <a:lnTo>
                  <a:pt x="2648" y="2122"/>
                </a:lnTo>
                <a:lnTo>
                  <a:pt x="2604" y="2168"/>
                </a:lnTo>
                <a:lnTo>
                  <a:pt x="2604" y="2168"/>
                </a:lnTo>
                <a:lnTo>
                  <a:pt x="2548" y="2222"/>
                </a:lnTo>
                <a:lnTo>
                  <a:pt x="2486" y="2272"/>
                </a:lnTo>
                <a:lnTo>
                  <a:pt x="2424" y="2322"/>
                </a:lnTo>
                <a:lnTo>
                  <a:pt x="2356" y="2365"/>
                </a:lnTo>
                <a:lnTo>
                  <a:pt x="2285" y="2408"/>
                </a:lnTo>
                <a:lnTo>
                  <a:pt x="2214" y="2448"/>
                </a:lnTo>
                <a:lnTo>
                  <a:pt x="2136" y="2480"/>
                </a:lnTo>
                <a:lnTo>
                  <a:pt x="2059" y="2512"/>
                </a:lnTo>
                <a:lnTo>
                  <a:pt x="1978" y="2541"/>
                </a:lnTo>
                <a:lnTo>
                  <a:pt x="1894" y="2566"/>
                </a:lnTo>
                <a:lnTo>
                  <a:pt x="1811" y="2587"/>
                </a:lnTo>
                <a:lnTo>
                  <a:pt x="1724" y="2601"/>
                </a:lnTo>
                <a:lnTo>
                  <a:pt x="1637" y="2616"/>
                </a:lnTo>
                <a:lnTo>
                  <a:pt x="1547" y="2623"/>
                </a:lnTo>
                <a:lnTo>
                  <a:pt x="1454" y="2630"/>
                </a:lnTo>
                <a:lnTo>
                  <a:pt x="1361" y="2630"/>
                </a:lnTo>
                <a:lnTo>
                  <a:pt x="1361" y="2630"/>
                </a:lnTo>
                <a:lnTo>
                  <a:pt x="0" y="2630"/>
                </a:lnTo>
                <a:lnTo>
                  <a:pt x="0" y="1517"/>
                </a:lnTo>
                <a:close/>
              </a:path>
            </a:pathLst>
          </a:custGeom>
          <a:solidFill>
            <a:srgbClr val="80276C"/>
          </a:solidFill>
          <a:ln>
            <a:noFill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fr-FR" sz="2400">
              <a:solidFill>
                <a:srgbClr val="63666A"/>
              </a:solidFill>
            </a:endParaRPr>
          </a:p>
        </p:txBody>
      </p:sp>
      <p:sp>
        <p:nvSpPr>
          <p:cNvPr id="17" name="Titre 1"/>
          <p:cNvSpPr>
            <a:spLocks noGrp="1"/>
          </p:cNvSpPr>
          <p:nvPr>
            <p:ph type="title" hasCustomPrompt="1"/>
          </p:nvPr>
        </p:nvSpPr>
        <p:spPr bwMode="gray">
          <a:xfrm>
            <a:off x="-2397" y="1566711"/>
            <a:ext cx="10060799" cy="4070535"/>
          </a:xfrm>
          <a:custGeom>
            <a:avLst/>
            <a:gdLst>
              <a:gd name="connsiteX0" fmla="*/ 229178 w 7918450"/>
              <a:gd name="connsiteY0" fmla="*/ 0 h 1375039"/>
              <a:gd name="connsiteX1" fmla="*/ 7918450 w 7918450"/>
              <a:gd name="connsiteY1" fmla="*/ 0 h 1375039"/>
              <a:gd name="connsiteX2" fmla="*/ 7918450 w 7918450"/>
              <a:gd name="connsiteY2" fmla="*/ 0 h 1375039"/>
              <a:gd name="connsiteX3" fmla="*/ 7918450 w 7918450"/>
              <a:gd name="connsiteY3" fmla="*/ 1145861 h 1375039"/>
              <a:gd name="connsiteX4" fmla="*/ 7689272 w 7918450"/>
              <a:gd name="connsiteY4" fmla="*/ 1375039 h 1375039"/>
              <a:gd name="connsiteX5" fmla="*/ 0 w 7918450"/>
              <a:gd name="connsiteY5" fmla="*/ 1375039 h 1375039"/>
              <a:gd name="connsiteX6" fmla="*/ 0 w 7918450"/>
              <a:gd name="connsiteY6" fmla="*/ 1375039 h 1375039"/>
              <a:gd name="connsiteX7" fmla="*/ 0 w 7918450"/>
              <a:gd name="connsiteY7" fmla="*/ 229178 h 1375039"/>
              <a:gd name="connsiteX8" fmla="*/ 229178 w 7918450"/>
              <a:gd name="connsiteY8" fmla="*/ 0 h 1375039"/>
              <a:gd name="connsiteX0" fmla="*/ 229178 w 7918450"/>
              <a:gd name="connsiteY0" fmla="*/ 0 h 1375039"/>
              <a:gd name="connsiteX1" fmla="*/ 7918450 w 7918450"/>
              <a:gd name="connsiteY1" fmla="*/ 0 h 1375039"/>
              <a:gd name="connsiteX2" fmla="*/ 7918450 w 7918450"/>
              <a:gd name="connsiteY2" fmla="*/ 0 h 1375039"/>
              <a:gd name="connsiteX3" fmla="*/ 7918450 w 7918450"/>
              <a:gd name="connsiteY3" fmla="*/ 1145861 h 1375039"/>
              <a:gd name="connsiteX4" fmla="*/ 7689272 w 7918450"/>
              <a:gd name="connsiteY4" fmla="*/ 1375039 h 1375039"/>
              <a:gd name="connsiteX5" fmla="*/ 0 w 7918450"/>
              <a:gd name="connsiteY5" fmla="*/ 1375039 h 1375039"/>
              <a:gd name="connsiteX6" fmla="*/ 0 w 7918450"/>
              <a:gd name="connsiteY6" fmla="*/ 1375039 h 1375039"/>
              <a:gd name="connsiteX7" fmla="*/ 229178 w 7918450"/>
              <a:gd name="connsiteY7" fmla="*/ 0 h 1375039"/>
              <a:gd name="connsiteX0" fmla="*/ 0 w 7920253"/>
              <a:gd name="connsiteY0" fmla="*/ 2381 h 1375039"/>
              <a:gd name="connsiteX1" fmla="*/ 7920253 w 7920253"/>
              <a:gd name="connsiteY1" fmla="*/ 0 h 1375039"/>
              <a:gd name="connsiteX2" fmla="*/ 7920253 w 7920253"/>
              <a:gd name="connsiteY2" fmla="*/ 0 h 1375039"/>
              <a:gd name="connsiteX3" fmla="*/ 7920253 w 7920253"/>
              <a:gd name="connsiteY3" fmla="*/ 1145861 h 1375039"/>
              <a:gd name="connsiteX4" fmla="*/ 7691075 w 7920253"/>
              <a:gd name="connsiteY4" fmla="*/ 1375039 h 1375039"/>
              <a:gd name="connsiteX5" fmla="*/ 1803 w 7920253"/>
              <a:gd name="connsiteY5" fmla="*/ 1375039 h 1375039"/>
              <a:gd name="connsiteX6" fmla="*/ 1803 w 7920253"/>
              <a:gd name="connsiteY6" fmla="*/ 1375039 h 1375039"/>
              <a:gd name="connsiteX7" fmla="*/ 0 w 7920253"/>
              <a:gd name="connsiteY7" fmla="*/ 2381 h 1375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920253" h="1375039">
                <a:moveTo>
                  <a:pt x="0" y="2381"/>
                </a:moveTo>
                <a:lnTo>
                  <a:pt x="7920253" y="0"/>
                </a:lnTo>
                <a:lnTo>
                  <a:pt x="7920253" y="0"/>
                </a:lnTo>
                <a:lnTo>
                  <a:pt x="7920253" y="1145861"/>
                </a:lnTo>
                <a:cubicBezTo>
                  <a:pt x="7920253" y="1272433"/>
                  <a:pt x="7817647" y="1375039"/>
                  <a:pt x="7691075" y="1375039"/>
                </a:cubicBezTo>
                <a:lnTo>
                  <a:pt x="1803" y="1375039"/>
                </a:lnTo>
                <a:lnTo>
                  <a:pt x="1803" y="1375039"/>
                </a:lnTo>
                <a:lnTo>
                  <a:pt x="0" y="2381"/>
                </a:lnTo>
                <a:close/>
              </a:path>
            </a:pathLst>
          </a:custGeom>
          <a:solidFill>
            <a:srgbClr val="80276C"/>
          </a:solidFill>
        </p:spPr>
        <p:txBody>
          <a:bodyPr lIns="288000" tIns="144000" rIns="288000" bIns="72000" anchor="ctr" anchorCtr="0">
            <a:normAutofit/>
          </a:bodyPr>
          <a:lstStyle>
            <a:lvl1pPr algn="r">
              <a:lnSpc>
                <a:spcPct val="85000"/>
              </a:lnSpc>
              <a:spcBef>
                <a:spcPts val="600"/>
              </a:spcBef>
              <a:defRPr sz="5867" b="1" cap="all">
                <a:solidFill>
                  <a:schemeClr val="bg1"/>
                </a:solidFill>
              </a:defRPr>
            </a:lvl1pPr>
          </a:lstStyle>
          <a:p>
            <a:r>
              <a:rPr lang="fr-FR"/>
              <a:t>Modifiez le </a:t>
            </a:r>
            <a:br>
              <a:rPr lang="fr-FR"/>
            </a:br>
            <a:r>
              <a:rPr lang="fr-FR"/>
              <a:t>style du titre</a:t>
            </a:r>
          </a:p>
        </p:txBody>
      </p:sp>
      <p:sp>
        <p:nvSpPr>
          <p:cNvPr id="18" name="Espace réservé de la date 3"/>
          <p:cNvSpPr>
            <a:spLocks noGrp="1"/>
          </p:cNvSpPr>
          <p:nvPr>
            <p:ph type="dt" sz="half" idx="2"/>
          </p:nvPr>
        </p:nvSpPr>
        <p:spPr bwMode="gray">
          <a:xfrm>
            <a:off x="10058402" y="800140"/>
            <a:ext cx="154376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 b="1">
                <a:solidFill>
                  <a:schemeClr val="bg1"/>
                </a:solidFill>
              </a:defRPr>
            </a:lvl1pPr>
          </a:lstStyle>
          <a:p>
            <a:fld id="{2F999973-DAAB-4687-B4B4-75DA6A298F11}" type="datetimeFigureOut">
              <a:rPr lang="fr-FR" smtClean="0"/>
              <a:pPr/>
              <a:t>19/05/2021</a:t>
            </a:fld>
            <a:endParaRPr lang="fr-FR"/>
          </a:p>
        </p:txBody>
      </p:sp>
      <p:sp>
        <p:nvSpPr>
          <p:cNvPr id="19" name="Espace réservé du texte 3"/>
          <p:cNvSpPr>
            <a:spLocks noGrp="1"/>
          </p:cNvSpPr>
          <p:nvPr>
            <p:ph type="body" sz="quarter" idx="10"/>
          </p:nvPr>
        </p:nvSpPr>
        <p:spPr>
          <a:xfrm>
            <a:off x="623392" y="811957"/>
            <a:ext cx="2880783" cy="1185041"/>
          </a:xfrm>
          <a:prstGeom prst="rect">
            <a:avLst/>
          </a:prstGeom>
          <a:solidFill>
            <a:schemeClr val="bg1"/>
          </a:solidFill>
        </p:spPr>
        <p:txBody>
          <a:bodyPr wrap="square" lIns="108000" tIns="108000" rIns="108000" bIns="108000" rtlCol="0" anchor="b">
            <a:spAutoFit/>
          </a:bodyPr>
          <a:lstStyle>
            <a:lvl1pPr marL="457189" indent="0">
              <a:spcBef>
                <a:spcPts val="1200"/>
              </a:spcBef>
              <a:spcAft>
                <a:spcPts val="100"/>
              </a:spcAft>
              <a:buFontTx/>
              <a:buNone/>
              <a:defRPr lang="fr-FR" sz="1800" b="1" dirty="0" smtClean="0">
                <a:solidFill>
                  <a:schemeClr val="accent5"/>
                </a:solidFill>
                <a:latin typeface="Arial Narrow" pitchFamily="34" charset="0"/>
              </a:defRPr>
            </a:lvl1pPr>
            <a:lvl2pPr marL="35999" indent="-71998" algn="l" defTabSz="35999">
              <a:spcBef>
                <a:spcPts val="100"/>
              </a:spcBef>
              <a:spcAft>
                <a:spcPts val="100"/>
              </a:spcAft>
              <a:buFontTx/>
              <a:buNone/>
              <a:defRPr lang="fr-FR" sz="1600" dirty="0">
                <a:latin typeface="Arial Narrow" pitchFamily="34" charset="0"/>
              </a:defRPr>
            </a:lvl2pPr>
          </a:lstStyle>
          <a:p>
            <a:pPr marL="0" lvl="0">
              <a:spcBef>
                <a:spcPts val="1200"/>
              </a:spcBef>
              <a:spcAft>
                <a:spcPts val="100"/>
              </a:spcAft>
            </a:pPr>
            <a:r>
              <a:rPr lang="fr-FR"/>
              <a:t>Modifiez les styles du texte du masque</a:t>
            </a:r>
          </a:p>
          <a:p>
            <a:pPr marL="0" lvl="1">
              <a:spcBef>
                <a:spcPts val="1200"/>
              </a:spcBef>
              <a:spcAft>
                <a:spcPts val="100"/>
              </a:spcAft>
            </a:pPr>
            <a:r>
              <a:rPr lang="fr-FR"/>
              <a:t>Deuxième niveau</a:t>
            </a:r>
          </a:p>
        </p:txBody>
      </p:sp>
      <p:pic>
        <p:nvPicPr>
          <p:cNvPr id="12" name="F25E1CD4-A583-4BB2-82B1-EA8448AABC97" descr="95C080D9-D9F9-4764-A9F0-7C86F910EFA5"/>
          <p:cNvPicPr>
            <a:picLocks noChangeAspect="1" noChangeArrowheads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0789" y="5925278"/>
            <a:ext cx="1246697" cy="7293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941435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|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2119" y="1589"/>
          <a:ext cx="2116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70" imgH="270" progId="TCLayout.ActiveDocument.1">
                  <p:embed/>
                </p:oleObj>
              </mc:Choice>
              <mc:Fallback>
                <p:oleObj name="think-cell Slide" r:id="rId3" imgW="270" imgH="270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19" y="1589"/>
                        <a:ext cx="2116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Titre 1"/>
          <p:cNvSpPr>
            <a:spLocks noGrp="1"/>
          </p:cNvSpPr>
          <p:nvPr>
            <p:ph type="title" hasCustomPrompt="1"/>
          </p:nvPr>
        </p:nvSpPr>
        <p:spPr bwMode="gray">
          <a:xfrm>
            <a:off x="-2397" y="3205866"/>
            <a:ext cx="10560337" cy="1663295"/>
          </a:xfrm>
          <a:custGeom>
            <a:avLst/>
            <a:gdLst>
              <a:gd name="connsiteX0" fmla="*/ 229178 w 7918450"/>
              <a:gd name="connsiteY0" fmla="*/ 0 h 1375039"/>
              <a:gd name="connsiteX1" fmla="*/ 7918450 w 7918450"/>
              <a:gd name="connsiteY1" fmla="*/ 0 h 1375039"/>
              <a:gd name="connsiteX2" fmla="*/ 7918450 w 7918450"/>
              <a:gd name="connsiteY2" fmla="*/ 0 h 1375039"/>
              <a:gd name="connsiteX3" fmla="*/ 7918450 w 7918450"/>
              <a:gd name="connsiteY3" fmla="*/ 1145861 h 1375039"/>
              <a:gd name="connsiteX4" fmla="*/ 7689272 w 7918450"/>
              <a:gd name="connsiteY4" fmla="*/ 1375039 h 1375039"/>
              <a:gd name="connsiteX5" fmla="*/ 0 w 7918450"/>
              <a:gd name="connsiteY5" fmla="*/ 1375039 h 1375039"/>
              <a:gd name="connsiteX6" fmla="*/ 0 w 7918450"/>
              <a:gd name="connsiteY6" fmla="*/ 1375039 h 1375039"/>
              <a:gd name="connsiteX7" fmla="*/ 0 w 7918450"/>
              <a:gd name="connsiteY7" fmla="*/ 229178 h 1375039"/>
              <a:gd name="connsiteX8" fmla="*/ 229178 w 7918450"/>
              <a:gd name="connsiteY8" fmla="*/ 0 h 1375039"/>
              <a:gd name="connsiteX0" fmla="*/ 229178 w 7918450"/>
              <a:gd name="connsiteY0" fmla="*/ 0 h 1375039"/>
              <a:gd name="connsiteX1" fmla="*/ 7918450 w 7918450"/>
              <a:gd name="connsiteY1" fmla="*/ 0 h 1375039"/>
              <a:gd name="connsiteX2" fmla="*/ 7918450 w 7918450"/>
              <a:gd name="connsiteY2" fmla="*/ 0 h 1375039"/>
              <a:gd name="connsiteX3" fmla="*/ 7918450 w 7918450"/>
              <a:gd name="connsiteY3" fmla="*/ 1145861 h 1375039"/>
              <a:gd name="connsiteX4" fmla="*/ 7689272 w 7918450"/>
              <a:gd name="connsiteY4" fmla="*/ 1375039 h 1375039"/>
              <a:gd name="connsiteX5" fmla="*/ 0 w 7918450"/>
              <a:gd name="connsiteY5" fmla="*/ 1375039 h 1375039"/>
              <a:gd name="connsiteX6" fmla="*/ 0 w 7918450"/>
              <a:gd name="connsiteY6" fmla="*/ 1375039 h 1375039"/>
              <a:gd name="connsiteX7" fmla="*/ 229178 w 7918450"/>
              <a:gd name="connsiteY7" fmla="*/ 0 h 1375039"/>
              <a:gd name="connsiteX0" fmla="*/ 0 w 7920253"/>
              <a:gd name="connsiteY0" fmla="*/ 2381 h 1375039"/>
              <a:gd name="connsiteX1" fmla="*/ 7920253 w 7920253"/>
              <a:gd name="connsiteY1" fmla="*/ 0 h 1375039"/>
              <a:gd name="connsiteX2" fmla="*/ 7920253 w 7920253"/>
              <a:gd name="connsiteY2" fmla="*/ 0 h 1375039"/>
              <a:gd name="connsiteX3" fmla="*/ 7920253 w 7920253"/>
              <a:gd name="connsiteY3" fmla="*/ 1145861 h 1375039"/>
              <a:gd name="connsiteX4" fmla="*/ 7691075 w 7920253"/>
              <a:gd name="connsiteY4" fmla="*/ 1375039 h 1375039"/>
              <a:gd name="connsiteX5" fmla="*/ 1803 w 7920253"/>
              <a:gd name="connsiteY5" fmla="*/ 1375039 h 1375039"/>
              <a:gd name="connsiteX6" fmla="*/ 1803 w 7920253"/>
              <a:gd name="connsiteY6" fmla="*/ 1375039 h 1375039"/>
              <a:gd name="connsiteX7" fmla="*/ 0 w 7920253"/>
              <a:gd name="connsiteY7" fmla="*/ 2381 h 1375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920253" h="1375039">
                <a:moveTo>
                  <a:pt x="0" y="2381"/>
                </a:moveTo>
                <a:lnTo>
                  <a:pt x="7920253" y="0"/>
                </a:lnTo>
                <a:lnTo>
                  <a:pt x="7920253" y="0"/>
                </a:lnTo>
                <a:lnTo>
                  <a:pt x="7920253" y="1145861"/>
                </a:lnTo>
                <a:cubicBezTo>
                  <a:pt x="7920253" y="1272433"/>
                  <a:pt x="7817647" y="1375039"/>
                  <a:pt x="7691075" y="1375039"/>
                </a:cubicBezTo>
                <a:lnTo>
                  <a:pt x="1803" y="1375039"/>
                </a:lnTo>
                <a:lnTo>
                  <a:pt x="1803" y="1375039"/>
                </a:lnTo>
                <a:lnTo>
                  <a:pt x="0" y="2381"/>
                </a:lnTo>
                <a:close/>
              </a:path>
            </a:pathLst>
          </a:custGeom>
          <a:solidFill>
            <a:srgbClr val="80276C"/>
          </a:solidFill>
        </p:spPr>
        <p:txBody>
          <a:bodyPr lIns="288000" tIns="144000" rIns="288000" bIns="72000" anchor="ctr" anchorCtr="0">
            <a:normAutofit/>
          </a:bodyPr>
          <a:lstStyle>
            <a:lvl1pPr algn="r">
              <a:lnSpc>
                <a:spcPct val="85000"/>
              </a:lnSpc>
              <a:spcBef>
                <a:spcPts val="600"/>
              </a:spcBef>
              <a:defRPr sz="4500" b="1" cap="all">
                <a:solidFill>
                  <a:schemeClr val="bg1"/>
                </a:solidFill>
              </a:defRPr>
            </a:lvl1pPr>
          </a:lstStyle>
          <a:p>
            <a:r>
              <a:rPr lang="fr-FR"/>
              <a:t>Modifiez le </a:t>
            </a:r>
            <a:br>
              <a:rPr lang="fr-FR"/>
            </a:br>
            <a:r>
              <a:rPr lang="fr-FR"/>
              <a:t>style du titre</a:t>
            </a:r>
          </a:p>
        </p:txBody>
      </p:sp>
    </p:spTree>
    <p:extLst>
      <p:ext uri="{BB962C8B-B14F-4D97-AF65-F5344CB8AC3E}">
        <p14:creationId xmlns:p14="http://schemas.microsoft.com/office/powerpoint/2010/main" val="15204488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eneral content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 not remove" hidden="1"/>
          <p:cNvSpPr/>
          <p:nvPr>
            <p:custDataLst>
              <p:tags r:id="rId1"/>
            </p:custDataLst>
          </p:nvPr>
        </p:nvSpPr>
        <p:spPr>
          <a:xfrm>
            <a:off x="0" y="1"/>
            <a:ext cx="16933" cy="12700"/>
          </a:xfrm>
          <a:prstGeom prst="octagon">
            <a:avLst/>
          </a:prstGeom>
          <a:noFill/>
          <a:ln w="3175" cap="flat" cmpd="sng" algn="ctr">
            <a:noFill/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3175" cap="flat" cmpd="sng" algn="ctr">
                <a:solidFill>
                  <a:schemeClr val="accent1"/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fr-FR" sz="1600" b="1">
              <a:solidFill>
                <a:srgbClr val="6D6D6D"/>
              </a:solidFill>
            </a:endParaRPr>
          </a:p>
        </p:txBody>
      </p:sp>
      <p:sp>
        <p:nvSpPr>
          <p:cNvPr id="10" name="Textplatzhalter 2"/>
          <p:cNvSpPr>
            <a:spLocks noGrp="1"/>
          </p:cNvSpPr>
          <p:nvPr>
            <p:ph idx="1" hasCustomPrompt="1"/>
          </p:nvPr>
        </p:nvSpPr>
        <p:spPr bwMode="gray">
          <a:xfrm>
            <a:off x="336000" y="1494001"/>
            <a:ext cx="11520000" cy="462263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380990" indent="-380990">
              <a:spcBef>
                <a:spcPts val="800"/>
              </a:spcBef>
              <a:spcAft>
                <a:spcPts val="267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q"/>
              <a:defRPr sz="2400">
                <a:solidFill>
                  <a:schemeClr val="accent2"/>
                </a:solidFill>
              </a:defRPr>
            </a:lvl1pPr>
            <a:lvl2pPr marL="831830" indent="-380990">
              <a:spcBef>
                <a:spcPts val="0"/>
              </a:spcBef>
              <a:buFont typeface="Wingdings" panose="05000000000000000000" pitchFamily="2" charset="2"/>
              <a:buChar char="§"/>
              <a:tabLst>
                <a:tab pos="831830" algn="l"/>
              </a:tabLst>
              <a:defRPr sz="1867">
                <a:solidFill>
                  <a:schemeClr val="tx1"/>
                </a:solidFill>
              </a:defRPr>
            </a:lvl2pPr>
            <a:lvl3pPr marL="1073124" indent="-239178">
              <a:buFont typeface="Arial" panose="020B0604020202020204" pitchFamily="34" charset="0"/>
              <a:buChar char="•"/>
              <a:tabLst>
                <a:tab pos="952476" algn="l"/>
              </a:tabLst>
              <a:defRPr sz="1600">
                <a:solidFill>
                  <a:schemeClr val="tx1"/>
                </a:solidFill>
              </a:defRPr>
            </a:lvl3pPr>
            <a:lvl4pPr marL="1432948" indent="-247644">
              <a:defRPr sz="1600">
                <a:solidFill>
                  <a:schemeClr val="tx1"/>
                </a:solidFill>
              </a:defRPr>
            </a:lvl4pPr>
            <a:lvl5pPr marL="1794888" indent="-247644">
              <a:buSzPct val="85000"/>
              <a:buFont typeface="Courier New" panose="02070309020205020404" pitchFamily="49" charset="0"/>
              <a:buChar char="o"/>
              <a:tabLst>
                <a:tab pos="1674242" algn="l"/>
              </a:tabLst>
              <a:defRPr sz="1600" baseline="0">
                <a:solidFill>
                  <a:schemeClr val="tx1"/>
                </a:solidFill>
              </a:defRPr>
            </a:lvl5pPr>
            <a:lvl6pPr marL="2275360" indent="-247644">
              <a:defRPr sz="1600">
                <a:solidFill>
                  <a:schemeClr val="tx1"/>
                </a:solidFill>
              </a:defRPr>
            </a:lvl6pPr>
          </a:lstStyle>
          <a:p>
            <a:pPr lvl="0"/>
            <a:r>
              <a:rPr lang="en-US" noProof="0"/>
              <a:t>First text level</a:t>
            </a:r>
          </a:p>
          <a:p>
            <a:pPr lvl="1"/>
            <a:r>
              <a:rPr lang="en-US" noProof="0"/>
              <a:t>Second text level</a:t>
            </a:r>
          </a:p>
          <a:p>
            <a:pPr lvl="2"/>
            <a:r>
              <a:rPr lang="en-US" noProof="0"/>
              <a:t>Third text level</a:t>
            </a:r>
          </a:p>
          <a:p>
            <a:pPr lvl="3"/>
            <a:r>
              <a:rPr lang="en-US" noProof="0"/>
              <a:t>Fourth text level</a:t>
            </a:r>
          </a:p>
          <a:p>
            <a:pPr lvl="4"/>
            <a:r>
              <a:rPr lang="en-US" noProof="0"/>
              <a:t>Fifth text level</a:t>
            </a:r>
          </a:p>
          <a:p>
            <a:pPr lvl="5"/>
            <a:r>
              <a:rPr lang="en-US" noProof="0"/>
              <a:t>Sixth text level</a:t>
            </a:r>
          </a:p>
        </p:txBody>
      </p:sp>
      <p:sp>
        <p:nvSpPr>
          <p:cNvPr id="9" name="Titel 8"/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r>
              <a:rPr lang="en-US" noProof="0"/>
              <a:t>Click here to add the headline</a:t>
            </a:r>
          </a:p>
        </p:txBody>
      </p:sp>
      <p:sp>
        <p:nvSpPr>
          <p:cNvPr id="12" name="Textplatzhalter 11"/>
          <p:cNvSpPr>
            <a:spLocks noGrp="1"/>
          </p:cNvSpPr>
          <p:nvPr>
            <p:ph type="body" sz="quarter" idx="13"/>
          </p:nvPr>
        </p:nvSpPr>
        <p:spPr bwMode="gray">
          <a:xfrm>
            <a:off x="2187345" y="6501341"/>
            <a:ext cx="5348817" cy="248903"/>
          </a:xfrm>
          <a:prstGeom prst="rect">
            <a:avLst/>
          </a:prstGeom>
        </p:spPr>
        <p:txBody>
          <a:bodyPr anchor="b" anchorCtr="0"/>
          <a:lstStyle>
            <a:lvl1pPr>
              <a:spcAft>
                <a:spcPts val="0"/>
              </a:spcAft>
              <a:buFontTx/>
              <a:buNone/>
              <a:defRPr sz="1067">
                <a:solidFill>
                  <a:schemeClr val="tx1"/>
                </a:solidFill>
              </a:defRPr>
            </a:lvl1pPr>
            <a:lvl2pPr>
              <a:spcBef>
                <a:spcPts val="0"/>
              </a:spcBef>
              <a:buFontTx/>
              <a:buNone/>
              <a:defRPr sz="1333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buFontTx/>
              <a:buNone/>
              <a:defRPr sz="1333">
                <a:solidFill>
                  <a:schemeClr val="tx1"/>
                </a:solidFill>
              </a:defRPr>
            </a:lvl3pPr>
            <a:lvl4pPr marL="0" indent="0">
              <a:spcBef>
                <a:spcPts val="0"/>
              </a:spcBef>
              <a:buFontTx/>
              <a:buNone/>
              <a:defRPr sz="1333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FontTx/>
              <a:buNone/>
              <a:defRPr sz="1333">
                <a:solidFill>
                  <a:schemeClr val="tx1"/>
                </a:solidFill>
              </a:defRPr>
            </a:lvl5pPr>
          </a:lstStyle>
          <a:p>
            <a:pPr lvl="0"/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3357189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general + Subhead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Inhaltsplatzhalter 8"/>
          <p:cNvSpPr>
            <a:spLocks noGrp="1"/>
          </p:cNvSpPr>
          <p:nvPr>
            <p:ph sz="quarter" idx="15" hasCustomPrompt="1"/>
          </p:nvPr>
        </p:nvSpPr>
        <p:spPr bwMode="gray">
          <a:xfrm>
            <a:off x="336001" y="1925639"/>
            <a:ext cx="11518900" cy="4191000"/>
          </a:xfrm>
          <a:prstGeom prst="rect">
            <a:avLst/>
          </a:prstGeom>
        </p:spPr>
        <p:txBody>
          <a:bodyPr/>
          <a:lstStyle>
            <a:lvl1pPr>
              <a:defRPr baseline="0"/>
            </a:lvl1pPr>
          </a:lstStyle>
          <a:p>
            <a:pPr lvl="0"/>
            <a:r>
              <a:rPr lang="en-US" noProof="0"/>
              <a:t>Click the content icon you want to use</a:t>
            </a:r>
          </a:p>
        </p:txBody>
      </p:sp>
      <p:sp>
        <p:nvSpPr>
          <p:cNvPr id="11" name="Textplatzhalter 7"/>
          <p:cNvSpPr>
            <a:spLocks noGrp="1"/>
          </p:cNvSpPr>
          <p:nvPr>
            <p:ph type="body" sz="quarter" idx="16" hasCustomPrompt="1"/>
          </p:nvPr>
        </p:nvSpPr>
        <p:spPr bwMode="gray">
          <a:xfrm>
            <a:off x="336551" y="1494000"/>
            <a:ext cx="11518349" cy="309600"/>
          </a:xfrm>
          <a:prstGeom prst="rect">
            <a:avLst/>
          </a:prstGeom>
        </p:spPr>
        <p:txBody>
          <a:bodyPr wrap="square"/>
          <a:lstStyle>
            <a:lvl1pPr>
              <a:defRPr baseline="0"/>
            </a:lvl1pPr>
          </a:lstStyle>
          <a:p>
            <a:pPr lvl="0"/>
            <a:r>
              <a:rPr lang="en-US" noProof="0"/>
              <a:t>Click here to add your text</a:t>
            </a:r>
          </a:p>
        </p:txBody>
      </p:sp>
      <p:sp>
        <p:nvSpPr>
          <p:cNvPr id="7" name="Textplatzhalter 11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2187345" y="6501341"/>
            <a:ext cx="5348817" cy="248903"/>
          </a:xfrm>
          <a:prstGeom prst="rect">
            <a:avLst/>
          </a:prstGeom>
        </p:spPr>
        <p:txBody>
          <a:bodyPr anchor="b" anchorCtr="0"/>
          <a:lstStyle>
            <a:lvl1pPr>
              <a:spcAft>
                <a:spcPts val="0"/>
              </a:spcAft>
              <a:buFontTx/>
              <a:buNone/>
              <a:defRPr sz="1067">
                <a:solidFill>
                  <a:schemeClr val="tx1"/>
                </a:solidFill>
              </a:defRPr>
            </a:lvl1pPr>
            <a:lvl2pPr>
              <a:spcBef>
                <a:spcPts val="0"/>
              </a:spcBef>
              <a:buFontTx/>
              <a:buNone/>
              <a:defRPr sz="1333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buFontTx/>
              <a:buNone/>
              <a:defRPr sz="1333">
                <a:solidFill>
                  <a:schemeClr val="tx1"/>
                </a:solidFill>
              </a:defRPr>
            </a:lvl3pPr>
            <a:lvl4pPr marL="0" indent="0">
              <a:spcBef>
                <a:spcPts val="0"/>
              </a:spcBef>
              <a:buFontTx/>
              <a:buNone/>
              <a:defRPr sz="1333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FontTx/>
              <a:buNone/>
              <a:defRPr sz="1333"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/>
              <a:t>Source:</a:t>
            </a:r>
          </a:p>
        </p:txBody>
      </p:sp>
      <p:sp>
        <p:nvSpPr>
          <p:cNvPr id="8" name="Titel 8"/>
          <p:cNvSpPr>
            <a:spLocks noGrp="1"/>
          </p:cNvSpPr>
          <p:nvPr>
            <p:ph type="title" hasCustomPrompt="1"/>
          </p:nvPr>
        </p:nvSpPr>
        <p:spPr bwMode="gray">
          <a:xfrm>
            <a:off x="336001" y="40500"/>
            <a:ext cx="11519451" cy="903600"/>
          </a:xfrm>
        </p:spPr>
        <p:txBody>
          <a:bodyPr/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r>
              <a:rPr lang="en-US" noProof="0"/>
              <a:t>Click here to add the headline</a:t>
            </a:r>
          </a:p>
        </p:txBody>
      </p:sp>
    </p:spTree>
    <p:extLst>
      <p:ext uri="{BB962C8B-B14F-4D97-AF65-F5344CB8AC3E}">
        <p14:creationId xmlns:p14="http://schemas.microsoft.com/office/powerpoint/2010/main" val="16928128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+ Content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Inhaltsplatzhalter 8"/>
          <p:cNvSpPr>
            <a:spLocks noGrp="1"/>
          </p:cNvSpPr>
          <p:nvPr>
            <p:ph sz="quarter" idx="15" hasCustomPrompt="1"/>
          </p:nvPr>
        </p:nvSpPr>
        <p:spPr bwMode="gray">
          <a:xfrm>
            <a:off x="335999" y="2725948"/>
            <a:ext cx="11518900" cy="3390691"/>
          </a:xfrm>
          <a:prstGeom prst="rect">
            <a:avLst/>
          </a:prstGeom>
        </p:spPr>
        <p:txBody>
          <a:bodyPr/>
          <a:lstStyle>
            <a:lvl1pPr>
              <a:defRPr baseline="0"/>
            </a:lvl1pPr>
          </a:lstStyle>
          <a:p>
            <a:pPr lvl="0"/>
            <a:r>
              <a:rPr lang="en-US" noProof="0"/>
              <a:t>Click the content icon you want to use</a:t>
            </a:r>
          </a:p>
        </p:txBody>
      </p:sp>
      <p:sp>
        <p:nvSpPr>
          <p:cNvPr id="10" name="Textplatzhalter 7"/>
          <p:cNvSpPr>
            <a:spLocks noGrp="1"/>
          </p:cNvSpPr>
          <p:nvPr>
            <p:ph type="body" sz="quarter" idx="16" hasCustomPrompt="1"/>
          </p:nvPr>
        </p:nvSpPr>
        <p:spPr bwMode="gray">
          <a:xfrm>
            <a:off x="336000" y="1494002"/>
            <a:ext cx="11519449" cy="1138871"/>
          </a:xfrm>
          <a:prstGeom prst="rect">
            <a:avLst/>
          </a:prstGeom>
        </p:spPr>
        <p:txBody>
          <a:bodyPr/>
          <a:lstStyle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</a:lstStyle>
          <a:p>
            <a:pPr lvl="0"/>
            <a:r>
              <a:rPr lang="en-US" noProof="0"/>
              <a:t>First text level</a:t>
            </a:r>
          </a:p>
          <a:p>
            <a:pPr lvl="1"/>
            <a:r>
              <a:rPr lang="en-US" noProof="0"/>
              <a:t>Second text level</a:t>
            </a:r>
          </a:p>
          <a:p>
            <a:pPr lvl="2"/>
            <a:r>
              <a:rPr lang="en-US" noProof="0"/>
              <a:t>Third text level</a:t>
            </a:r>
          </a:p>
        </p:txBody>
      </p:sp>
      <p:sp>
        <p:nvSpPr>
          <p:cNvPr id="7" name="Textplatzhalter 11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2351586" y="6309321"/>
            <a:ext cx="5348817" cy="443899"/>
          </a:xfrm>
          <a:prstGeom prst="rect">
            <a:avLst/>
          </a:prstGeom>
        </p:spPr>
        <p:txBody>
          <a:bodyPr anchor="b" anchorCtr="0"/>
          <a:lstStyle>
            <a:lvl1pPr>
              <a:spcAft>
                <a:spcPts val="0"/>
              </a:spcAft>
              <a:buFontTx/>
              <a:buNone/>
              <a:defRPr sz="1067">
                <a:solidFill>
                  <a:schemeClr val="tx1"/>
                </a:solidFill>
              </a:defRPr>
            </a:lvl1pPr>
            <a:lvl2pPr>
              <a:spcBef>
                <a:spcPts val="0"/>
              </a:spcBef>
              <a:buFontTx/>
              <a:buNone/>
              <a:defRPr sz="1333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buFontTx/>
              <a:buNone/>
              <a:defRPr sz="1333">
                <a:solidFill>
                  <a:schemeClr val="tx1"/>
                </a:solidFill>
              </a:defRPr>
            </a:lvl3pPr>
            <a:lvl4pPr marL="0" indent="0">
              <a:spcBef>
                <a:spcPts val="0"/>
              </a:spcBef>
              <a:buFontTx/>
              <a:buNone/>
              <a:defRPr sz="1333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FontTx/>
              <a:buNone/>
              <a:defRPr sz="1333"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/>
              <a:t>Source:</a:t>
            </a:r>
          </a:p>
        </p:txBody>
      </p:sp>
      <p:sp>
        <p:nvSpPr>
          <p:cNvPr id="8" name="Titel 8"/>
          <p:cNvSpPr>
            <a:spLocks noGrp="1"/>
          </p:cNvSpPr>
          <p:nvPr>
            <p:ph type="title" hasCustomPrompt="1"/>
          </p:nvPr>
        </p:nvSpPr>
        <p:spPr bwMode="gray">
          <a:xfrm>
            <a:off x="336001" y="40500"/>
            <a:ext cx="11519451" cy="903600"/>
          </a:xfrm>
        </p:spPr>
        <p:txBody>
          <a:bodyPr/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r>
              <a:rPr lang="en-US" noProof="0"/>
              <a:t>Click here to add the headline</a:t>
            </a:r>
          </a:p>
        </p:txBody>
      </p:sp>
    </p:spTree>
    <p:extLst>
      <p:ext uri="{BB962C8B-B14F-4D97-AF65-F5344CB8AC3E}">
        <p14:creationId xmlns:p14="http://schemas.microsoft.com/office/powerpoint/2010/main" val="33397371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Inhaltsplatzhalter 6"/>
          <p:cNvSpPr>
            <a:spLocks noGrp="1"/>
          </p:cNvSpPr>
          <p:nvPr>
            <p:ph sz="quarter" idx="17" hasCustomPrompt="1"/>
          </p:nvPr>
        </p:nvSpPr>
        <p:spPr bwMode="gray">
          <a:xfrm>
            <a:off x="6213933" y="1494000"/>
            <a:ext cx="5638800" cy="4615200"/>
          </a:xfrm>
          <a:prstGeom prst="rect">
            <a:avLst/>
          </a:prstGeom>
        </p:spPr>
        <p:txBody>
          <a:bodyPr/>
          <a:lstStyle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lvl="0"/>
            <a:r>
              <a:rPr lang="en-US" noProof="0"/>
              <a:t>First text level</a:t>
            </a:r>
          </a:p>
          <a:p>
            <a:pPr lvl="1"/>
            <a:r>
              <a:rPr lang="en-US" noProof="0"/>
              <a:t>Second text level</a:t>
            </a:r>
          </a:p>
          <a:p>
            <a:pPr lvl="2"/>
            <a:r>
              <a:rPr lang="en-US" noProof="0"/>
              <a:t>Third text level</a:t>
            </a:r>
          </a:p>
          <a:p>
            <a:pPr lvl="3"/>
            <a:r>
              <a:rPr lang="en-US" noProof="0"/>
              <a:t>Fourth text level</a:t>
            </a:r>
          </a:p>
          <a:p>
            <a:pPr lvl="4"/>
            <a:r>
              <a:rPr lang="en-US" noProof="0"/>
              <a:t>Fifth text level</a:t>
            </a:r>
          </a:p>
          <a:p>
            <a:pPr lvl="5"/>
            <a:r>
              <a:rPr lang="en-US" noProof="0"/>
              <a:t>Sixth text level</a:t>
            </a:r>
          </a:p>
          <a:p>
            <a:pPr lvl="6"/>
            <a:r>
              <a:rPr lang="en-US" noProof="0"/>
              <a:t>Seventh text level</a:t>
            </a:r>
          </a:p>
          <a:p>
            <a:pPr lvl="7"/>
            <a:r>
              <a:rPr lang="en-US" noProof="0"/>
              <a:t>Eight text level</a:t>
            </a:r>
          </a:p>
          <a:p>
            <a:pPr lvl="8"/>
            <a:r>
              <a:rPr lang="en-US" noProof="0"/>
              <a:t>Ninth text level</a:t>
            </a:r>
          </a:p>
        </p:txBody>
      </p:sp>
      <p:sp>
        <p:nvSpPr>
          <p:cNvPr id="9" name="Inhaltsplatzhalter 6"/>
          <p:cNvSpPr>
            <a:spLocks noGrp="1"/>
          </p:cNvSpPr>
          <p:nvPr>
            <p:ph sz="quarter" idx="19" hasCustomPrompt="1"/>
          </p:nvPr>
        </p:nvSpPr>
        <p:spPr bwMode="gray">
          <a:xfrm>
            <a:off x="336000" y="1494000"/>
            <a:ext cx="5638800" cy="4615200"/>
          </a:xfrm>
          <a:prstGeom prst="rect">
            <a:avLst/>
          </a:prstGeom>
        </p:spPr>
        <p:txBody>
          <a:bodyPr/>
          <a:lstStyle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lvl="0"/>
            <a:r>
              <a:rPr lang="en-US" noProof="0"/>
              <a:t>First text level</a:t>
            </a:r>
          </a:p>
          <a:p>
            <a:pPr lvl="1"/>
            <a:r>
              <a:rPr lang="en-US" noProof="0"/>
              <a:t>Second text level</a:t>
            </a:r>
          </a:p>
          <a:p>
            <a:pPr lvl="2"/>
            <a:r>
              <a:rPr lang="en-US" noProof="0"/>
              <a:t>Third text level</a:t>
            </a:r>
          </a:p>
          <a:p>
            <a:pPr lvl="3"/>
            <a:r>
              <a:rPr lang="en-US" noProof="0"/>
              <a:t>Fourth text level</a:t>
            </a:r>
          </a:p>
          <a:p>
            <a:pPr lvl="4"/>
            <a:r>
              <a:rPr lang="en-US" noProof="0"/>
              <a:t>Fifth text level</a:t>
            </a:r>
          </a:p>
          <a:p>
            <a:pPr lvl="5"/>
            <a:r>
              <a:rPr lang="en-US" noProof="0"/>
              <a:t>Sixth text level</a:t>
            </a:r>
          </a:p>
          <a:p>
            <a:pPr lvl="6"/>
            <a:r>
              <a:rPr lang="en-US" noProof="0"/>
              <a:t>Seventh text level</a:t>
            </a:r>
          </a:p>
          <a:p>
            <a:pPr lvl="7"/>
            <a:r>
              <a:rPr lang="en-US" noProof="0"/>
              <a:t>Eight text level</a:t>
            </a:r>
          </a:p>
          <a:p>
            <a:pPr lvl="8"/>
            <a:r>
              <a:rPr lang="en-US" noProof="0"/>
              <a:t>Ninth text level</a:t>
            </a:r>
          </a:p>
        </p:txBody>
      </p:sp>
      <p:sp>
        <p:nvSpPr>
          <p:cNvPr id="11" name="Textplatzhalter 11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336552" y="6306345"/>
            <a:ext cx="5348817" cy="443899"/>
          </a:xfrm>
          <a:prstGeom prst="rect">
            <a:avLst/>
          </a:prstGeom>
        </p:spPr>
        <p:txBody>
          <a:bodyPr anchor="b" anchorCtr="0"/>
          <a:lstStyle>
            <a:lvl1pPr>
              <a:spcAft>
                <a:spcPts val="0"/>
              </a:spcAft>
              <a:buFontTx/>
              <a:buNone/>
              <a:defRPr sz="1067">
                <a:solidFill>
                  <a:schemeClr val="tx1"/>
                </a:solidFill>
              </a:defRPr>
            </a:lvl1pPr>
            <a:lvl2pPr>
              <a:spcBef>
                <a:spcPts val="0"/>
              </a:spcBef>
              <a:buFontTx/>
              <a:buNone/>
              <a:defRPr sz="1333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buFontTx/>
              <a:buNone/>
              <a:defRPr sz="1333">
                <a:solidFill>
                  <a:schemeClr val="tx1"/>
                </a:solidFill>
              </a:defRPr>
            </a:lvl3pPr>
            <a:lvl4pPr marL="0" indent="0">
              <a:spcBef>
                <a:spcPts val="0"/>
              </a:spcBef>
              <a:buFontTx/>
              <a:buNone/>
              <a:defRPr sz="1333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FontTx/>
              <a:buNone/>
              <a:defRPr sz="1333"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/>
              <a:t>Source:</a:t>
            </a:r>
          </a:p>
        </p:txBody>
      </p:sp>
      <p:sp>
        <p:nvSpPr>
          <p:cNvPr id="8" name="Titel 8"/>
          <p:cNvSpPr>
            <a:spLocks noGrp="1"/>
          </p:cNvSpPr>
          <p:nvPr>
            <p:ph type="title" hasCustomPrompt="1"/>
          </p:nvPr>
        </p:nvSpPr>
        <p:spPr bwMode="gray">
          <a:xfrm>
            <a:off x="336001" y="40500"/>
            <a:ext cx="11519451" cy="903600"/>
          </a:xfrm>
        </p:spPr>
        <p:txBody>
          <a:bodyPr/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r>
              <a:rPr lang="en-US" noProof="0"/>
              <a:t>Click here to add the headline</a:t>
            </a:r>
          </a:p>
        </p:txBody>
      </p:sp>
    </p:spTree>
    <p:extLst>
      <p:ext uri="{BB962C8B-B14F-4D97-AF65-F5344CB8AC3E}">
        <p14:creationId xmlns:p14="http://schemas.microsoft.com/office/powerpoint/2010/main" val="22705121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+ Two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Inhaltsplatzhalter 8"/>
          <p:cNvSpPr>
            <a:spLocks noGrp="1"/>
          </p:cNvSpPr>
          <p:nvPr>
            <p:ph sz="quarter" idx="15" hasCustomPrompt="1"/>
          </p:nvPr>
        </p:nvSpPr>
        <p:spPr bwMode="gray">
          <a:xfrm>
            <a:off x="335999" y="2725948"/>
            <a:ext cx="5641467" cy="3390691"/>
          </a:xfrm>
          <a:prstGeom prst="rect">
            <a:avLst/>
          </a:prstGeom>
        </p:spPr>
        <p:txBody>
          <a:bodyPr/>
          <a:lstStyle>
            <a:lvl1pPr>
              <a:defRPr baseline="0"/>
            </a:lvl1pPr>
          </a:lstStyle>
          <a:p>
            <a:pPr lvl="0"/>
            <a:r>
              <a:rPr lang="en-US" noProof="0"/>
              <a:t>Click the content icon you want to use</a:t>
            </a:r>
          </a:p>
        </p:txBody>
      </p:sp>
      <p:sp>
        <p:nvSpPr>
          <p:cNvPr id="10" name="Textplatzhalter 7"/>
          <p:cNvSpPr>
            <a:spLocks noGrp="1"/>
          </p:cNvSpPr>
          <p:nvPr>
            <p:ph type="body" sz="quarter" idx="16" hasCustomPrompt="1"/>
          </p:nvPr>
        </p:nvSpPr>
        <p:spPr bwMode="gray">
          <a:xfrm>
            <a:off x="336000" y="1494002"/>
            <a:ext cx="11519449" cy="1138871"/>
          </a:xfrm>
          <a:prstGeom prst="rect">
            <a:avLst/>
          </a:prstGeom>
        </p:spPr>
        <p:txBody>
          <a:bodyPr/>
          <a:lstStyle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</a:lstStyle>
          <a:p>
            <a:pPr lvl="0"/>
            <a:r>
              <a:rPr lang="en-US" noProof="0"/>
              <a:t>First text level</a:t>
            </a:r>
          </a:p>
          <a:p>
            <a:pPr lvl="1"/>
            <a:r>
              <a:rPr lang="en-US" noProof="0"/>
              <a:t>Second text level</a:t>
            </a:r>
          </a:p>
          <a:p>
            <a:pPr lvl="2"/>
            <a:r>
              <a:rPr lang="en-US" noProof="0"/>
              <a:t>Third text level</a:t>
            </a:r>
          </a:p>
        </p:txBody>
      </p:sp>
      <p:sp>
        <p:nvSpPr>
          <p:cNvPr id="11" name="Inhaltsplatzhalter 8"/>
          <p:cNvSpPr>
            <a:spLocks noGrp="1"/>
          </p:cNvSpPr>
          <p:nvPr>
            <p:ph sz="quarter" idx="17" hasCustomPrompt="1"/>
          </p:nvPr>
        </p:nvSpPr>
        <p:spPr bwMode="gray">
          <a:xfrm>
            <a:off x="6213200" y="2725948"/>
            <a:ext cx="5641467" cy="3390691"/>
          </a:xfrm>
          <a:prstGeom prst="rect">
            <a:avLst/>
          </a:prstGeom>
        </p:spPr>
        <p:txBody>
          <a:bodyPr/>
          <a:lstStyle>
            <a:lvl1pPr>
              <a:defRPr baseline="0"/>
            </a:lvl1pPr>
          </a:lstStyle>
          <a:p>
            <a:pPr lvl="0"/>
            <a:r>
              <a:rPr lang="en-US" noProof="0"/>
              <a:t>Click the content icon you want to use</a:t>
            </a:r>
          </a:p>
        </p:txBody>
      </p:sp>
      <p:sp>
        <p:nvSpPr>
          <p:cNvPr id="8" name="Textplatzhalter 11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336552" y="6306345"/>
            <a:ext cx="5348817" cy="443899"/>
          </a:xfrm>
          <a:prstGeom prst="rect">
            <a:avLst/>
          </a:prstGeom>
        </p:spPr>
        <p:txBody>
          <a:bodyPr anchor="b" anchorCtr="0"/>
          <a:lstStyle>
            <a:lvl1pPr>
              <a:spcAft>
                <a:spcPts val="0"/>
              </a:spcAft>
              <a:buFontTx/>
              <a:buNone/>
              <a:defRPr sz="1067">
                <a:solidFill>
                  <a:schemeClr val="tx1"/>
                </a:solidFill>
              </a:defRPr>
            </a:lvl1pPr>
            <a:lvl2pPr>
              <a:spcBef>
                <a:spcPts val="0"/>
              </a:spcBef>
              <a:buFontTx/>
              <a:buNone/>
              <a:defRPr sz="1333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buFontTx/>
              <a:buNone/>
              <a:defRPr sz="1333">
                <a:solidFill>
                  <a:schemeClr val="tx1"/>
                </a:solidFill>
              </a:defRPr>
            </a:lvl3pPr>
            <a:lvl4pPr marL="0" indent="0">
              <a:spcBef>
                <a:spcPts val="0"/>
              </a:spcBef>
              <a:buFontTx/>
              <a:buNone/>
              <a:defRPr sz="1333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FontTx/>
              <a:buNone/>
              <a:defRPr sz="1333"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/>
              <a:t>Source:</a:t>
            </a:r>
          </a:p>
        </p:txBody>
      </p:sp>
      <p:sp>
        <p:nvSpPr>
          <p:cNvPr id="12" name="Titel 8"/>
          <p:cNvSpPr>
            <a:spLocks noGrp="1"/>
          </p:cNvSpPr>
          <p:nvPr>
            <p:ph type="title" hasCustomPrompt="1"/>
          </p:nvPr>
        </p:nvSpPr>
        <p:spPr bwMode="gray">
          <a:xfrm>
            <a:off x="336001" y="40500"/>
            <a:ext cx="11519451" cy="903600"/>
          </a:xfrm>
        </p:spPr>
        <p:txBody>
          <a:bodyPr/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r>
              <a:rPr lang="en-US" noProof="0"/>
              <a:t>Click here to add the headline</a:t>
            </a:r>
          </a:p>
        </p:txBody>
      </p:sp>
    </p:spTree>
    <p:extLst>
      <p:ext uri="{BB962C8B-B14F-4D97-AF65-F5344CB8AC3E}">
        <p14:creationId xmlns:p14="http://schemas.microsoft.com/office/powerpoint/2010/main" val="40332111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 Content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ildplatzhalter 9"/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6216651" y="1557339"/>
            <a:ext cx="5975349" cy="4559300"/>
          </a:xfrm>
          <a:prstGeom prst="rect">
            <a:avLst/>
          </a:prstGeom>
          <a:noFill/>
        </p:spPr>
        <p:txBody>
          <a:bodyPr lIns="72000" tIns="0" bIns="0" anchor="t" anchorCtr="0"/>
          <a:lstStyle>
            <a:lvl1pPr>
              <a:defRPr/>
            </a:lvl1pPr>
          </a:lstStyle>
          <a:p>
            <a:r>
              <a:rPr lang="fr-FR" noProof="0"/>
              <a:t>Image</a:t>
            </a:r>
          </a:p>
        </p:txBody>
      </p:sp>
      <p:sp>
        <p:nvSpPr>
          <p:cNvPr id="6" name="Textplatzhalter 7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336000" y="1494001"/>
            <a:ext cx="5640000" cy="4615439"/>
          </a:xfrm>
          <a:prstGeom prst="rect">
            <a:avLst/>
          </a:prstGeom>
        </p:spPr>
        <p:txBody>
          <a:bodyPr/>
          <a:lstStyle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lvl="0"/>
            <a:r>
              <a:rPr lang="en-US" noProof="0"/>
              <a:t>First text level</a:t>
            </a:r>
          </a:p>
          <a:p>
            <a:pPr lvl="1"/>
            <a:r>
              <a:rPr lang="en-US" noProof="0"/>
              <a:t>Second text level</a:t>
            </a:r>
          </a:p>
          <a:p>
            <a:pPr lvl="2"/>
            <a:r>
              <a:rPr lang="en-US" noProof="0"/>
              <a:t>Third text level</a:t>
            </a:r>
          </a:p>
          <a:p>
            <a:pPr lvl="3"/>
            <a:r>
              <a:rPr lang="en-US" noProof="0"/>
              <a:t>Fourth text level</a:t>
            </a:r>
          </a:p>
          <a:p>
            <a:pPr lvl="4"/>
            <a:r>
              <a:rPr lang="en-US" noProof="0"/>
              <a:t>Fifth text level</a:t>
            </a:r>
          </a:p>
          <a:p>
            <a:pPr lvl="5"/>
            <a:r>
              <a:rPr lang="en-US" noProof="0"/>
              <a:t>Sixth text level</a:t>
            </a:r>
          </a:p>
          <a:p>
            <a:pPr lvl="6"/>
            <a:r>
              <a:rPr lang="en-US" noProof="0"/>
              <a:t>Seventh text level</a:t>
            </a:r>
          </a:p>
          <a:p>
            <a:pPr lvl="7"/>
            <a:r>
              <a:rPr lang="en-US" noProof="0"/>
              <a:t>Eight text level</a:t>
            </a:r>
          </a:p>
          <a:p>
            <a:pPr lvl="8"/>
            <a:r>
              <a:rPr lang="en-US" noProof="0"/>
              <a:t>Ninth text level</a:t>
            </a:r>
          </a:p>
        </p:txBody>
      </p:sp>
      <p:sp>
        <p:nvSpPr>
          <p:cNvPr id="8" name="Textplatzhalter 11"/>
          <p:cNvSpPr>
            <a:spLocks noGrp="1"/>
          </p:cNvSpPr>
          <p:nvPr>
            <p:ph type="body" sz="quarter" idx="18" hasCustomPrompt="1"/>
          </p:nvPr>
        </p:nvSpPr>
        <p:spPr bwMode="gray">
          <a:xfrm>
            <a:off x="336552" y="6306345"/>
            <a:ext cx="5348817" cy="443899"/>
          </a:xfrm>
          <a:prstGeom prst="rect">
            <a:avLst/>
          </a:prstGeom>
        </p:spPr>
        <p:txBody>
          <a:bodyPr anchor="b" anchorCtr="0"/>
          <a:lstStyle>
            <a:lvl1pPr>
              <a:spcAft>
                <a:spcPts val="0"/>
              </a:spcAft>
              <a:buFontTx/>
              <a:buNone/>
              <a:defRPr sz="1067">
                <a:solidFill>
                  <a:schemeClr val="tx1"/>
                </a:solidFill>
              </a:defRPr>
            </a:lvl1pPr>
            <a:lvl2pPr>
              <a:spcBef>
                <a:spcPts val="0"/>
              </a:spcBef>
              <a:buFontTx/>
              <a:buNone/>
              <a:defRPr sz="1333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buFontTx/>
              <a:buNone/>
              <a:defRPr sz="1333">
                <a:solidFill>
                  <a:schemeClr val="tx1"/>
                </a:solidFill>
              </a:defRPr>
            </a:lvl3pPr>
            <a:lvl4pPr marL="0" indent="0">
              <a:spcBef>
                <a:spcPts val="0"/>
              </a:spcBef>
              <a:buFontTx/>
              <a:buNone/>
              <a:defRPr sz="1333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FontTx/>
              <a:buNone/>
              <a:defRPr sz="1333"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/>
              <a:t>Source:</a:t>
            </a:r>
          </a:p>
        </p:txBody>
      </p:sp>
      <p:sp>
        <p:nvSpPr>
          <p:cNvPr id="9" name="Titel 8"/>
          <p:cNvSpPr>
            <a:spLocks noGrp="1"/>
          </p:cNvSpPr>
          <p:nvPr>
            <p:ph type="title" hasCustomPrompt="1"/>
          </p:nvPr>
        </p:nvSpPr>
        <p:spPr bwMode="gray">
          <a:xfrm>
            <a:off x="336001" y="40500"/>
            <a:ext cx="11519451" cy="903600"/>
          </a:xfrm>
        </p:spPr>
        <p:txBody>
          <a:bodyPr/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r>
              <a:rPr lang="en-US" noProof="0"/>
              <a:t>Click here to add the headline</a:t>
            </a:r>
          </a:p>
        </p:txBody>
      </p:sp>
    </p:spTree>
    <p:extLst>
      <p:ext uri="{BB962C8B-B14F-4D97-AF65-F5344CB8AC3E}">
        <p14:creationId xmlns:p14="http://schemas.microsoft.com/office/powerpoint/2010/main" val="27499135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+ Image + 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platzhalter 7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336000" y="1494001"/>
            <a:ext cx="5640000" cy="4615439"/>
          </a:xfrm>
          <a:prstGeom prst="rect">
            <a:avLst/>
          </a:prstGeom>
        </p:spPr>
        <p:txBody>
          <a:bodyPr/>
          <a:lstStyle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lvl="0"/>
            <a:r>
              <a:rPr lang="en-US" noProof="0"/>
              <a:t>First text level</a:t>
            </a:r>
          </a:p>
          <a:p>
            <a:pPr lvl="1"/>
            <a:r>
              <a:rPr lang="en-US" noProof="0"/>
              <a:t>Second text level</a:t>
            </a:r>
          </a:p>
          <a:p>
            <a:pPr lvl="2"/>
            <a:r>
              <a:rPr lang="en-US" noProof="0"/>
              <a:t>Third text level</a:t>
            </a:r>
          </a:p>
          <a:p>
            <a:pPr lvl="3"/>
            <a:r>
              <a:rPr lang="en-US" noProof="0"/>
              <a:t>Fourth text level</a:t>
            </a:r>
          </a:p>
          <a:p>
            <a:pPr lvl="4"/>
            <a:r>
              <a:rPr lang="en-US" noProof="0"/>
              <a:t>Fifth text level</a:t>
            </a:r>
          </a:p>
          <a:p>
            <a:pPr lvl="5"/>
            <a:r>
              <a:rPr lang="en-US" noProof="0"/>
              <a:t>Sixth text level</a:t>
            </a:r>
          </a:p>
          <a:p>
            <a:pPr lvl="6"/>
            <a:r>
              <a:rPr lang="en-US" noProof="0"/>
              <a:t>Seventh text level</a:t>
            </a:r>
          </a:p>
          <a:p>
            <a:pPr lvl="7"/>
            <a:r>
              <a:rPr lang="en-US" noProof="0"/>
              <a:t>Eight text level</a:t>
            </a:r>
          </a:p>
          <a:p>
            <a:pPr lvl="8"/>
            <a:r>
              <a:rPr lang="en-US" noProof="0"/>
              <a:t>Ninth text level</a:t>
            </a:r>
          </a:p>
        </p:txBody>
      </p:sp>
      <p:sp>
        <p:nvSpPr>
          <p:cNvPr id="14" name="Textplatzhalter 13"/>
          <p:cNvSpPr>
            <a:spLocks noGrp="1"/>
          </p:cNvSpPr>
          <p:nvPr>
            <p:ph type="body" sz="quarter" idx="16" hasCustomPrompt="1"/>
          </p:nvPr>
        </p:nvSpPr>
        <p:spPr bwMode="gray">
          <a:xfrm>
            <a:off x="6216651" y="5806441"/>
            <a:ext cx="5975349" cy="310199"/>
          </a:xfrm>
          <a:prstGeom prst="rect">
            <a:avLst/>
          </a:prstGeom>
          <a:solidFill>
            <a:schemeClr val="bg1"/>
          </a:solidFill>
        </p:spPr>
        <p:txBody>
          <a:bodyPr rIns="108000" anchor="ctr" anchorCtr="0"/>
          <a:lstStyle>
            <a:lvl1pPr algn="r">
              <a:defRPr sz="1600"/>
            </a:lvl1pPr>
          </a:lstStyle>
          <a:p>
            <a:pPr lvl="0"/>
            <a:r>
              <a:rPr lang="en-US" noProof="0"/>
              <a:t>Image description</a:t>
            </a:r>
          </a:p>
        </p:txBody>
      </p:sp>
      <p:sp>
        <p:nvSpPr>
          <p:cNvPr id="8" name="Textplatzhalter 11"/>
          <p:cNvSpPr>
            <a:spLocks noGrp="1"/>
          </p:cNvSpPr>
          <p:nvPr>
            <p:ph type="body" sz="quarter" idx="19" hasCustomPrompt="1"/>
          </p:nvPr>
        </p:nvSpPr>
        <p:spPr bwMode="gray">
          <a:xfrm>
            <a:off x="336552" y="6306345"/>
            <a:ext cx="5348817" cy="443899"/>
          </a:xfrm>
          <a:prstGeom prst="rect">
            <a:avLst/>
          </a:prstGeom>
        </p:spPr>
        <p:txBody>
          <a:bodyPr anchor="b" anchorCtr="0"/>
          <a:lstStyle>
            <a:lvl1pPr>
              <a:spcAft>
                <a:spcPts val="0"/>
              </a:spcAft>
              <a:buFontTx/>
              <a:buNone/>
              <a:defRPr sz="1067">
                <a:solidFill>
                  <a:schemeClr val="tx1"/>
                </a:solidFill>
              </a:defRPr>
            </a:lvl1pPr>
            <a:lvl2pPr>
              <a:spcBef>
                <a:spcPts val="0"/>
              </a:spcBef>
              <a:buFontTx/>
              <a:buNone/>
              <a:defRPr sz="1333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buFontTx/>
              <a:buNone/>
              <a:defRPr sz="1333">
                <a:solidFill>
                  <a:schemeClr val="tx1"/>
                </a:solidFill>
              </a:defRPr>
            </a:lvl3pPr>
            <a:lvl4pPr marL="0" indent="0">
              <a:spcBef>
                <a:spcPts val="0"/>
              </a:spcBef>
              <a:buFontTx/>
              <a:buNone/>
              <a:defRPr sz="1333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FontTx/>
              <a:buNone/>
              <a:defRPr sz="1333"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/>
              <a:t>Source:</a:t>
            </a:r>
          </a:p>
        </p:txBody>
      </p:sp>
      <p:sp>
        <p:nvSpPr>
          <p:cNvPr id="10" name="Bildplatzhalter 9"/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6216651" y="1558800"/>
            <a:ext cx="5975349" cy="4247640"/>
          </a:xfrm>
          <a:prstGeom prst="rect">
            <a:avLst/>
          </a:prstGeom>
          <a:noFill/>
        </p:spPr>
        <p:txBody>
          <a:bodyPr lIns="72000" tIns="0" bIns="0" anchor="t" anchorCtr="0"/>
          <a:lstStyle>
            <a:lvl1pPr>
              <a:defRPr/>
            </a:lvl1pPr>
          </a:lstStyle>
          <a:p>
            <a:r>
              <a:rPr lang="fr-FR" noProof="0"/>
              <a:t>Image</a:t>
            </a:r>
          </a:p>
        </p:txBody>
      </p:sp>
      <p:sp>
        <p:nvSpPr>
          <p:cNvPr id="9" name="Titel 8"/>
          <p:cNvSpPr>
            <a:spLocks noGrp="1"/>
          </p:cNvSpPr>
          <p:nvPr>
            <p:ph type="title" hasCustomPrompt="1"/>
          </p:nvPr>
        </p:nvSpPr>
        <p:spPr bwMode="gray">
          <a:xfrm>
            <a:off x="336001" y="40500"/>
            <a:ext cx="11519451" cy="903600"/>
          </a:xfrm>
        </p:spPr>
        <p:txBody>
          <a:bodyPr/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r>
              <a:rPr lang="en-US" noProof="0"/>
              <a:t>Click here to add the headline</a:t>
            </a:r>
          </a:p>
        </p:txBody>
      </p:sp>
    </p:spTree>
    <p:extLst>
      <p:ext uri="{BB962C8B-B14F-4D97-AF65-F5344CB8AC3E}">
        <p14:creationId xmlns:p14="http://schemas.microsoft.com/office/powerpoint/2010/main" val="13537062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 Headline + Subheadlin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platzhalter 9"/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335999" y="1494000"/>
            <a:ext cx="11518900" cy="309600"/>
          </a:xfrm>
          <a:prstGeom prst="rect">
            <a:avLst/>
          </a:prstGeom>
        </p:spPr>
        <p:txBody>
          <a:bodyPr anchor="b" anchorCtr="0"/>
          <a:lstStyle>
            <a:lvl1pPr marL="0" marR="0" indent="0" algn="l" defTabSz="121917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667">
                <a:solidFill>
                  <a:schemeClr val="tx1"/>
                </a:solidFill>
              </a:defRPr>
            </a:lvl1pPr>
          </a:lstStyle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noProof="0"/>
              <a:t>Click here to add text for the </a:t>
            </a:r>
            <a:r>
              <a:rPr lang="en-US" noProof="0" err="1"/>
              <a:t>subheadline</a:t>
            </a:r>
            <a:r>
              <a:rPr lang="en-US" noProof="0"/>
              <a:t> </a:t>
            </a:r>
          </a:p>
        </p:txBody>
      </p:sp>
      <p:sp>
        <p:nvSpPr>
          <p:cNvPr id="6" name="Textplatzhalter 11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336552" y="6306345"/>
            <a:ext cx="5348817" cy="443899"/>
          </a:xfrm>
          <a:prstGeom prst="rect">
            <a:avLst/>
          </a:prstGeom>
        </p:spPr>
        <p:txBody>
          <a:bodyPr anchor="b" anchorCtr="0"/>
          <a:lstStyle>
            <a:lvl1pPr>
              <a:spcAft>
                <a:spcPts val="0"/>
              </a:spcAft>
              <a:buFontTx/>
              <a:buNone/>
              <a:defRPr sz="1067">
                <a:solidFill>
                  <a:schemeClr val="tx1"/>
                </a:solidFill>
              </a:defRPr>
            </a:lvl1pPr>
            <a:lvl2pPr>
              <a:spcBef>
                <a:spcPts val="0"/>
              </a:spcBef>
              <a:buFontTx/>
              <a:buNone/>
              <a:defRPr sz="1333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buFontTx/>
              <a:buNone/>
              <a:defRPr sz="1333">
                <a:solidFill>
                  <a:schemeClr val="tx1"/>
                </a:solidFill>
              </a:defRPr>
            </a:lvl3pPr>
            <a:lvl4pPr marL="0" indent="0">
              <a:spcBef>
                <a:spcPts val="0"/>
              </a:spcBef>
              <a:buFontTx/>
              <a:buNone/>
              <a:defRPr sz="1333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FontTx/>
              <a:buNone/>
              <a:defRPr sz="1333"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/>
              <a:t>Source:</a:t>
            </a:r>
          </a:p>
        </p:txBody>
      </p:sp>
      <p:sp>
        <p:nvSpPr>
          <p:cNvPr id="5" name="Titel 8"/>
          <p:cNvSpPr>
            <a:spLocks noGrp="1"/>
          </p:cNvSpPr>
          <p:nvPr>
            <p:ph type="title" hasCustomPrompt="1"/>
          </p:nvPr>
        </p:nvSpPr>
        <p:spPr bwMode="gray">
          <a:xfrm>
            <a:off x="336001" y="40500"/>
            <a:ext cx="11519451" cy="903600"/>
          </a:xfrm>
        </p:spPr>
        <p:txBody>
          <a:bodyPr/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r>
              <a:rPr lang="en-US" noProof="0"/>
              <a:t>Click here to add the headline</a:t>
            </a:r>
          </a:p>
        </p:txBody>
      </p:sp>
    </p:spTree>
    <p:extLst>
      <p:ext uri="{BB962C8B-B14F-4D97-AF65-F5344CB8AC3E}">
        <p14:creationId xmlns:p14="http://schemas.microsoft.com/office/powerpoint/2010/main" val="14676508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adlin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platzhalter 11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336552" y="6306345"/>
            <a:ext cx="5348817" cy="443899"/>
          </a:xfrm>
          <a:prstGeom prst="rect">
            <a:avLst/>
          </a:prstGeom>
        </p:spPr>
        <p:txBody>
          <a:bodyPr anchor="b" anchorCtr="0"/>
          <a:lstStyle>
            <a:lvl1pPr>
              <a:spcAft>
                <a:spcPts val="0"/>
              </a:spcAft>
              <a:buFontTx/>
              <a:buNone/>
              <a:defRPr sz="1067">
                <a:solidFill>
                  <a:schemeClr val="tx1"/>
                </a:solidFill>
              </a:defRPr>
            </a:lvl1pPr>
            <a:lvl2pPr>
              <a:spcBef>
                <a:spcPts val="0"/>
              </a:spcBef>
              <a:buFontTx/>
              <a:buNone/>
              <a:defRPr sz="1333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buFontTx/>
              <a:buNone/>
              <a:defRPr sz="1333">
                <a:solidFill>
                  <a:schemeClr val="tx1"/>
                </a:solidFill>
              </a:defRPr>
            </a:lvl3pPr>
            <a:lvl4pPr marL="0" indent="0">
              <a:spcBef>
                <a:spcPts val="0"/>
              </a:spcBef>
              <a:buFontTx/>
              <a:buNone/>
              <a:defRPr sz="1333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FontTx/>
              <a:buNone/>
              <a:defRPr sz="1333"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/>
              <a:t>Source:</a:t>
            </a:r>
          </a:p>
        </p:txBody>
      </p:sp>
      <p:sp>
        <p:nvSpPr>
          <p:cNvPr id="6" name="Titel 8"/>
          <p:cNvSpPr>
            <a:spLocks noGrp="1"/>
          </p:cNvSpPr>
          <p:nvPr>
            <p:ph type="title" hasCustomPrompt="1"/>
          </p:nvPr>
        </p:nvSpPr>
        <p:spPr bwMode="gray">
          <a:xfrm>
            <a:off x="336001" y="40500"/>
            <a:ext cx="11519451" cy="903600"/>
          </a:xfrm>
        </p:spPr>
        <p:txBody>
          <a:bodyPr/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r>
              <a:rPr lang="en-US" noProof="0"/>
              <a:t>Click here to add the headline</a:t>
            </a:r>
          </a:p>
        </p:txBody>
      </p:sp>
    </p:spTree>
    <p:extLst>
      <p:ext uri="{BB962C8B-B14F-4D97-AF65-F5344CB8AC3E}">
        <p14:creationId xmlns:p14="http://schemas.microsoft.com/office/powerpoint/2010/main" val="68314950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8440635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600" b="1">
              <a:solidFill>
                <a:srgbClr val="6D6D6D"/>
              </a:solidFill>
            </a:endParaRPr>
          </a:p>
        </p:txBody>
      </p:sp>
      <p:pic>
        <p:nvPicPr>
          <p:cNvPr id="3" name="F25E1CD4-A583-4BB2-82B1-EA8448AABC97" descr="95C080D9-D9F9-4764-A9F0-7C86F910EFA5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50635" y="4413451"/>
            <a:ext cx="3839800" cy="1684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1928009" y="2261185"/>
            <a:ext cx="8577284" cy="903600"/>
          </a:xfrm>
        </p:spPr>
        <p:txBody>
          <a:bodyPr/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r>
              <a:rPr lang="fr-FR" sz="4533"/>
              <a:t>Modifiez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205011942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4_General content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platzhalter 2"/>
          <p:cNvSpPr>
            <a:spLocks noGrp="1"/>
          </p:cNvSpPr>
          <p:nvPr>
            <p:ph idx="1" hasCustomPrompt="1"/>
          </p:nvPr>
        </p:nvSpPr>
        <p:spPr bwMode="gray">
          <a:xfrm>
            <a:off x="336000" y="1494001"/>
            <a:ext cx="11520000" cy="462263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 baseline="0"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</a:lstStyle>
          <a:p>
            <a:pPr lvl="0"/>
            <a:r>
              <a:rPr lang="en-US" noProof="0"/>
              <a:t>First text level</a:t>
            </a:r>
          </a:p>
          <a:p>
            <a:pPr lvl="1"/>
            <a:r>
              <a:rPr lang="en-US" noProof="0"/>
              <a:t>Second text level</a:t>
            </a:r>
          </a:p>
          <a:p>
            <a:pPr lvl="2"/>
            <a:r>
              <a:rPr lang="en-US" noProof="0"/>
              <a:t>Third text level</a:t>
            </a:r>
          </a:p>
          <a:p>
            <a:pPr lvl="3"/>
            <a:r>
              <a:rPr lang="en-US" noProof="0"/>
              <a:t>Fourth text level</a:t>
            </a:r>
          </a:p>
          <a:p>
            <a:pPr lvl="4"/>
            <a:r>
              <a:rPr lang="en-US" noProof="0"/>
              <a:t>Fifth text level</a:t>
            </a:r>
          </a:p>
          <a:p>
            <a:pPr lvl="5"/>
            <a:r>
              <a:rPr lang="en-US" noProof="0"/>
              <a:t>Sixth text level</a:t>
            </a:r>
          </a:p>
        </p:txBody>
      </p:sp>
      <p:sp>
        <p:nvSpPr>
          <p:cNvPr id="9" name="Titel 8"/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>
            <a:lvl1pPr>
              <a:defRPr>
                <a:latin typeface="Canal+" pitchFamily="2" charset="0"/>
              </a:defRPr>
            </a:lvl1pPr>
          </a:lstStyle>
          <a:p>
            <a:r>
              <a:rPr lang="en-US" noProof="0"/>
              <a:t>Click here to add the headline</a:t>
            </a:r>
          </a:p>
        </p:txBody>
      </p:sp>
    </p:spTree>
    <p:extLst>
      <p:ext uri="{BB962C8B-B14F-4D97-AF65-F5344CB8AC3E}">
        <p14:creationId xmlns:p14="http://schemas.microsoft.com/office/powerpoint/2010/main" val="39416972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3_General content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platzhalter 2"/>
          <p:cNvSpPr>
            <a:spLocks noGrp="1"/>
          </p:cNvSpPr>
          <p:nvPr>
            <p:ph idx="1" hasCustomPrompt="1"/>
          </p:nvPr>
        </p:nvSpPr>
        <p:spPr bwMode="gray">
          <a:xfrm>
            <a:off x="336000" y="1494001"/>
            <a:ext cx="11520000" cy="462263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 baseline="0"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</a:lstStyle>
          <a:p>
            <a:pPr lvl="0"/>
            <a:r>
              <a:rPr lang="fr-FR" noProof="0"/>
              <a:t>First </a:t>
            </a:r>
            <a:r>
              <a:rPr lang="fr-FR" noProof="0" err="1"/>
              <a:t>text</a:t>
            </a:r>
            <a:r>
              <a:rPr lang="fr-FR" noProof="0"/>
              <a:t> </a:t>
            </a:r>
            <a:r>
              <a:rPr lang="fr-FR" noProof="0" err="1"/>
              <a:t>level</a:t>
            </a:r>
            <a:endParaRPr lang="fr-FR" noProof="0"/>
          </a:p>
          <a:p>
            <a:pPr lvl="1"/>
            <a:r>
              <a:rPr lang="fr-FR" noProof="0"/>
              <a:t>Second </a:t>
            </a:r>
            <a:r>
              <a:rPr lang="fr-FR" noProof="0" err="1"/>
              <a:t>text</a:t>
            </a:r>
            <a:r>
              <a:rPr lang="fr-FR" noProof="0"/>
              <a:t> </a:t>
            </a:r>
            <a:r>
              <a:rPr lang="fr-FR" noProof="0" err="1"/>
              <a:t>level</a:t>
            </a:r>
            <a:endParaRPr lang="fr-FR" noProof="0"/>
          </a:p>
          <a:p>
            <a:pPr lvl="2"/>
            <a:r>
              <a:rPr lang="fr-FR" noProof="0" err="1"/>
              <a:t>Third</a:t>
            </a:r>
            <a:r>
              <a:rPr lang="fr-FR" noProof="0"/>
              <a:t> </a:t>
            </a:r>
            <a:r>
              <a:rPr lang="fr-FR" noProof="0" err="1"/>
              <a:t>text</a:t>
            </a:r>
            <a:r>
              <a:rPr lang="fr-FR" noProof="0"/>
              <a:t> </a:t>
            </a:r>
            <a:r>
              <a:rPr lang="fr-FR" noProof="0" err="1"/>
              <a:t>level</a:t>
            </a:r>
            <a:endParaRPr lang="fr-FR" noProof="0"/>
          </a:p>
          <a:p>
            <a:pPr lvl="3"/>
            <a:r>
              <a:rPr lang="fr-FR" noProof="0" err="1"/>
              <a:t>Fourth</a:t>
            </a:r>
            <a:r>
              <a:rPr lang="fr-FR" noProof="0"/>
              <a:t> </a:t>
            </a:r>
            <a:r>
              <a:rPr lang="fr-FR" noProof="0" err="1"/>
              <a:t>text</a:t>
            </a:r>
            <a:r>
              <a:rPr lang="fr-FR" noProof="0"/>
              <a:t> </a:t>
            </a:r>
            <a:r>
              <a:rPr lang="fr-FR" noProof="0" err="1"/>
              <a:t>level</a:t>
            </a:r>
            <a:endParaRPr lang="fr-FR" noProof="0"/>
          </a:p>
          <a:p>
            <a:pPr lvl="4"/>
            <a:r>
              <a:rPr lang="fr-FR" noProof="0" err="1"/>
              <a:t>Fifth</a:t>
            </a:r>
            <a:r>
              <a:rPr lang="fr-FR" noProof="0"/>
              <a:t> </a:t>
            </a:r>
            <a:r>
              <a:rPr lang="fr-FR" noProof="0" err="1"/>
              <a:t>text</a:t>
            </a:r>
            <a:r>
              <a:rPr lang="fr-FR" noProof="0"/>
              <a:t> </a:t>
            </a:r>
            <a:r>
              <a:rPr lang="fr-FR" noProof="0" err="1"/>
              <a:t>level</a:t>
            </a:r>
            <a:endParaRPr lang="fr-FR" noProof="0"/>
          </a:p>
          <a:p>
            <a:pPr lvl="5"/>
            <a:r>
              <a:rPr lang="fr-FR" noProof="0" err="1"/>
              <a:t>Sixth</a:t>
            </a:r>
            <a:r>
              <a:rPr lang="fr-FR" noProof="0"/>
              <a:t> </a:t>
            </a:r>
            <a:r>
              <a:rPr lang="fr-FR" noProof="0" err="1"/>
              <a:t>text</a:t>
            </a:r>
            <a:r>
              <a:rPr lang="fr-FR" noProof="0"/>
              <a:t> </a:t>
            </a:r>
            <a:r>
              <a:rPr lang="fr-FR" noProof="0" err="1"/>
              <a:t>level</a:t>
            </a:r>
            <a:endParaRPr lang="fr-FR" noProof="0"/>
          </a:p>
        </p:txBody>
      </p:sp>
      <p:sp>
        <p:nvSpPr>
          <p:cNvPr id="12" name="Textplatzhalter 11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336552" y="6306345"/>
            <a:ext cx="5348817" cy="443899"/>
          </a:xfrm>
          <a:prstGeom prst="rect">
            <a:avLst/>
          </a:prstGeom>
        </p:spPr>
        <p:txBody>
          <a:bodyPr anchor="b" anchorCtr="0"/>
          <a:lstStyle>
            <a:lvl1pPr>
              <a:spcAft>
                <a:spcPts val="0"/>
              </a:spcAft>
              <a:buFontTx/>
              <a:buNone/>
              <a:defRPr sz="1067">
                <a:solidFill>
                  <a:schemeClr val="tx1"/>
                </a:solidFill>
              </a:defRPr>
            </a:lvl1pPr>
            <a:lvl2pPr>
              <a:spcBef>
                <a:spcPts val="0"/>
              </a:spcBef>
              <a:buFontTx/>
              <a:buNone/>
              <a:defRPr sz="1333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buFontTx/>
              <a:buNone/>
              <a:defRPr sz="1333">
                <a:solidFill>
                  <a:schemeClr val="tx1"/>
                </a:solidFill>
              </a:defRPr>
            </a:lvl3pPr>
            <a:lvl4pPr marL="0" indent="0">
              <a:spcBef>
                <a:spcPts val="0"/>
              </a:spcBef>
              <a:buFontTx/>
              <a:buNone/>
              <a:defRPr sz="1333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FontTx/>
              <a:buNone/>
              <a:defRPr sz="1333">
                <a:solidFill>
                  <a:schemeClr val="tx1"/>
                </a:solidFill>
              </a:defRPr>
            </a:lvl5pPr>
          </a:lstStyle>
          <a:p>
            <a:pPr lvl="0"/>
            <a:r>
              <a:rPr lang="fr-FR" noProof="0"/>
              <a:t>Source:</a:t>
            </a:r>
          </a:p>
        </p:txBody>
      </p:sp>
      <p:sp>
        <p:nvSpPr>
          <p:cNvPr id="5" name="Titel 8"/>
          <p:cNvSpPr>
            <a:spLocks noGrp="1"/>
          </p:cNvSpPr>
          <p:nvPr>
            <p:ph type="title" hasCustomPrompt="1"/>
          </p:nvPr>
        </p:nvSpPr>
        <p:spPr bwMode="gray">
          <a:xfrm>
            <a:off x="336001" y="40500"/>
            <a:ext cx="11519451" cy="903600"/>
          </a:xfrm>
        </p:spPr>
        <p:txBody>
          <a:bodyPr/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r>
              <a:rPr lang="en-US" noProof="0"/>
              <a:t>Click here to add the headline</a:t>
            </a:r>
          </a:p>
        </p:txBody>
      </p:sp>
    </p:spTree>
    <p:extLst>
      <p:ext uri="{BB962C8B-B14F-4D97-AF65-F5344CB8AC3E}">
        <p14:creationId xmlns:p14="http://schemas.microsoft.com/office/powerpoint/2010/main" val="14765285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37858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4_General content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platzhalter 2"/>
          <p:cNvSpPr>
            <a:spLocks noGrp="1"/>
          </p:cNvSpPr>
          <p:nvPr>
            <p:ph idx="1" hasCustomPrompt="1"/>
          </p:nvPr>
        </p:nvSpPr>
        <p:spPr bwMode="gray">
          <a:xfrm>
            <a:off x="336000" y="1494001"/>
            <a:ext cx="11520000" cy="462263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 baseline="0"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</a:lstStyle>
          <a:p>
            <a:pPr lvl="0"/>
            <a:r>
              <a:rPr lang="en-US" noProof="0"/>
              <a:t>First text level</a:t>
            </a:r>
          </a:p>
          <a:p>
            <a:pPr lvl="1"/>
            <a:r>
              <a:rPr lang="en-US" noProof="0"/>
              <a:t>Second text level</a:t>
            </a:r>
          </a:p>
          <a:p>
            <a:pPr lvl="2"/>
            <a:r>
              <a:rPr lang="en-US" noProof="0"/>
              <a:t>Third text level</a:t>
            </a:r>
          </a:p>
          <a:p>
            <a:pPr lvl="3"/>
            <a:r>
              <a:rPr lang="en-US" noProof="0"/>
              <a:t>Fourth text level</a:t>
            </a:r>
          </a:p>
          <a:p>
            <a:pPr lvl="4"/>
            <a:r>
              <a:rPr lang="en-US" noProof="0"/>
              <a:t>Fifth text level</a:t>
            </a:r>
          </a:p>
          <a:p>
            <a:pPr lvl="5"/>
            <a:r>
              <a:rPr lang="en-US" noProof="0"/>
              <a:t>Sixth text level</a:t>
            </a:r>
          </a:p>
        </p:txBody>
      </p:sp>
      <p:sp>
        <p:nvSpPr>
          <p:cNvPr id="9" name="Titel 8"/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/>
          <a:p>
            <a:r>
              <a:rPr lang="en-US" noProof="0"/>
              <a:t>Click here to add the headline</a:t>
            </a:r>
          </a:p>
        </p:txBody>
      </p:sp>
    </p:spTree>
    <p:extLst>
      <p:ext uri="{BB962C8B-B14F-4D97-AF65-F5344CB8AC3E}">
        <p14:creationId xmlns:p14="http://schemas.microsoft.com/office/powerpoint/2010/main" val="21136226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2_General content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platzhalter 2"/>
          <p:cNvSpPr>
            <a:spLocks noGrp="1"/>
          </p:cNvSpPr>
          <p:nvPr>
            <p:ph idx="1" hasCustomPrompt="1"/>
          </p:nvPr>
        </p:nvSpPr>
        <p:spPr bwMode="gray">
          <a:xfrm>
            <a:off x="336000" y="1494001"/>
            <a:ext cx="11520000" cy="462263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 baseline="0"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</a:lstStyle>
          <a:p>
            <a:pPr lvl="0"/>
            <a:r>
              <a:rPr lang="en-US" noProof="0"/>
              <a:t>First text level</a:t>
            </a:r>
          </a:p>
          <a:p>
            <a:pPr lvl="1"/>
            <a:r>
              <a:rPr lang="en-US" noProof="0"/>
              <a:t>Second text level</a:t>
            </a:r>
          </a:p>
          <a:p>
            <a:pPr lvl="2"/>
            <a:r>
              <a:rPr lang="en-US" noProof="0"/>
              <a:t>Third text level</a:t>
            </a:r>
          </a:p>
          <a:p>
            <a:pPr lvl="3"/>
            <a:r>
              <a:rPr lang="en-US" noProof="0"/>
              <a:t>Fourth text level</a:t>
            </a:r>
          </a:p>
          <a:p>
            <a:pPr lvl="4"/>
            <a:r>
              <a:rPr lang="en-US" noProof="0"/>
              <a:t>Fifth text level</a:t>
            </a:r>
          </a:p>
          <a:p>
            <a:pPr lvl="5"/>
            <a:r>
              <a:rPr lang="en-US" noProof="0"/>
              <a:t>Sixth text level</a:t>
            </a:r>
          </a:p>
        </p:txBody>
      </p:sp>
      <p:sp>
        <p:nvSpPr>
          <p:cNvPr id="9" name="Titel 8"/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/>
          <a:p>
            <a:r>
              <a:rPr lang="en-US" noProof="0"/>
              <a:t>Click here to add the headline</a:t>
            </a:r>
          </a:p>
        </p:txBody>
      </p:sp>
    </p:spTree>
    <p:extLst>
      <p:ext uri="{BB962C8B-B14F-4D97-AF65-F5344CB8AC3E}">
        <p14:creationId xmlns:p14="http://schemas.microsoft.com/office/powerpoint/2010/main" val="4641478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x1 Box +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AU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1"/>
          </p:nvPr>
        </p:nvSpPr>
        <p:spPr>
          <a:xfrm>
            <a:off x="381001" y="1790701"/>
            <a:ext cx="11425767" cy="4040188"/>
          </a:xfrm>
          <a:prstGeom prst="rect">
            <a:avLst/>
          </a:prstGeom>
        </p:spPr>
        <p:txBody>
          <a:bodyPr tIns="0">
            <a:noAutofit/>
          </a:bodyPr>
          <a:lstStyle>
            <a:lvl1pPr>
              <a:defRPr b="0"/>
            </a:lvl1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AU"/>
          </a:p>
        </p:txBody>
      </p:sp>
      <p:sp>
        <p:nvSpPr>
          <p:cNvPr id="8" name="Text Placeholder 9"/>
          <p:cNvSpPr>
            <a:spLocks noGrp="1"/>
          </p:cNvSpPr>
          <p:nvPr>
            <p:ph type="body" sz="quarter" idx="15"/>
          </p:nvPr>
        </p:nvSpPr>
        <p:spPr>
          <a:xfrm>
            <a:off x="381000" y="1031840"/>
            <a:ext cx="11425765" cy="758861"/>
          </a:xfrm>
          <a:prstGeom prst="rect">
            <a:avLst/>
          </a:prstGeo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fr-FR"/>
              <a:t>Modifiez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308520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8_General content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platzhalter 2"/>
          <p:cNvSpPr>
            <a:spLocks noGrp="1"/>
          </p:cNvSpPr>
          <p:nvPr>
            <p:ph idx="1" hasCustomPrompt="1"/>
          </p:nvPr>
        </p:nvSpPr>
        <p:spPr bwMode="gray">
          <a:xfrm>
            <a:off x="336000" y="1494001"/>
            <a:ext cx="11520000" cy="462263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 baseline="0"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</a:lstStyle>
          <a:p>
            <a:pPr lvl="0"/>
            <a:r>
              <a:rPr lang="en-US" noProof="0"/>
              <a:t>First text level</a:t>
            </a:r>
          </a:p>
          <a:p>
            <a:pPr lvl="1"/>
            <a:r>
              <a:rPr lang="en-US" noProof="0"/>
              <a:t>Second text level</a:t>
            </a:r>
          </a:p>
          <a:p>
            <a:pPr lvl="2"/>
            <a:r>
              <a:rPr lang="en-US" noProof="0"/>
              <a:t>Third text level</a:t>
            </a:r>
          </a:p>
          <a:p>
            <a:pPr lvl="3"/>
            <a:r>
              <a:rPr lang="en-US" noProof="0"/>
              <a:t>Fourth text level</a:t>
            </a:r>
          </a:p>
          <a:p>
            <a:pPr lvl="4"/>
            <a:r>
              <a:rPr lang="en-US" noProof="0"/>
              <a:t>Fifth text level</a:t>
            </a:r>
          </a:p>
          <a:p>
            <a:pPr lvl="5"/>
            <a:r>
              <a:rPr lang="en-US" noProof="0"/>
              <a:t>Sixth text level</a:t>
            </a:r>
          </a:p>
        </p:txBody>
      </p:sp>
      <p:sp>
        <p:nvSpPr>
          <p:cNvPr id="9" name="Titel 8"/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/>
          <a:p>
            <a:r>
              <a:rPr lang="en-US" noProof="0"/>
              <a:t>Click here to add the headline</a:t>
            </a:r>
          </a:p>
        </p:txBody>
      </p:sp>
      <p:sp>
        <p:nvSpPr>
          <p:cNvPr id="12" name="Textplatzhalter 11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336552" y="6306345"/>
            <a:ext cx="5348817" cy="443899"/>
          </a:xfrm>
          <a:prstGeom prst="rect">
            <a:avLst/>
          </a:prstGeom>
        </p:spPr>
        <p:txBody>
          <a:bodyPr anchor="b" anchorCtr="0"/>
          <a:lstStyle>
            <a:lvl1pPr>
              <a:spcAft>
                <a:spcPts val="0"/>
              </a:spcAft>
              <a:buFontTx/>
              <a:buNone/>
              <a:defRPr sz="1067">
                <a:solidFill>
                  <a:schemeClr val="tx1"/>
                </a:solidFill>
              </a:defRPr>
            </a:lvl1pPr>
            <a:lvl2pPr>
              <a:spcBef>
                <a:spcPts val="0"/>
              </a:spcBef>
              <a:buFontTx/>
              <a:buNone/>
              <a:defRPr sz="1333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buFontTx/>
              <a:buNone/>
              <a:defRPr sz="1333">
                <a:solidFill>
                  <a:schemeClr val="tx1"/>
                </a:solidFill>
              </a:defRPr>
            </a:lvl3pPr>
            <a:lvl4pPr marL="0" indent="0">
              <a:spcBef>
                <a:spcPts val="0"/>
              </a:spcBef>
              <a:buFontTx/>
              <a:buNone/>
              <a:defRPr sz="1333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FontTx/>
              <a:buNone/>
              <a:defRPr sz="1333"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/>
              <a:t>Source: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4"/>
          </p:nvPr>
        </p:nvSpPr>
        <p:spPr>
          <a:xfrm>
            <a:off x="8737600" y="6525344"/>
            <a:ext cx="2844800" cy="365125"/>
          </a:xfrm>
          <a:prstGeom prst="rect">
            <a:avLst/>
          </a:prstGeom>
        </p:spPr>
        <p:txBody>
          <a:bodyPr/>
          <a:lstStyle>
            <a:lvl1pPr algn="r">
              <a:defRPr sz="1467" i="1">
                <a:latin typeface="Canal+" pitchFamily="50" charset="0"/>
              </a:defRPr>
            </a:lvl1pPr>
          </a:lstStyle>
          <a:p>
            <a:fld id="{47AFB671-B60B-4FD7-A4B2-341A32C1B78B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973110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4_General content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platzhalter 2"/>
          <p:cNvSpPr>
            <a:spLocks noGrp="1"/>
          </p:cNvSpPr>
          <p:nvPr>
            <p:ph idx="1" hasCustomPrompt="1"/>
          </p:nvPr>
        </p:nvSpPr>
        <p:spPr bwMode="gray">
          <a:xfrm>
            <a:off x="336000" y="1494001"/>
            <a:ext cx="11520000" cy="462263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 baseline="0"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</a:lstStyle>
          <a:p>
            <a:pPr lvl="0"/>
            <a:r>
              <a:rPr lang="en-US" noProof="0"/>
              <a:t>First text level</a:t>
            </a:r>
          </a:p>
          <a:p>
            <a:pPr lvl="1"/>
            <a:r>
              <a:rPr lang="en-US" noProof="0"/>
              <a:t>Second text level</a:t>
            </a:r>
          </a:p>
          <a:p>
            <a:pPr lvl="2"/>
            <a:r>
              <a:rPr lang="en-US" noProof="0"/>
              <a:t>Third text level</a:t>
            </a:r>
          </a:p>
          <a:p>
            <a:pPr lvl="3"/>
            <a:r>
              <a:rPr lang="en-US" noProof="0"/>
              <a:t>Fourth text level</a:t>
            </a:r>
          </a:p>
          <a:p>
            <a:pPr lvl="4"/>
            <a:r>
              <a:rPr lang="en-US" noProof="0"/>
              <a:t>Fifth text level</a:t>
            </a:r>
          </a:p>
          <a:p>
            <a:pPr lvl="5"/>
            <a:r>
              <a:rPr lang="en-US" noProof="0"/>
              <a:t>Sixth text level</a:t>
            </a:r>
          </a:p>
        </p:txBody>
      </p:sp>
      <p:sp>
        <p:nvSpPr>
          <p:cNvPr id="9" name="Titel 8"/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/>
          <a:p>
            <a:r>
              <a:rPr lang="en-US" noProof="0"/>
              <a:t>Click here to add the headline</a:t>
            </a:r>
          </a:p>
        </p:txBody>
      </p:sp>
    </p:spTree>
    <p:extLst>
      <p:ext uri="{BB962C8B-B14F-4D97-AF65-F5344CB8AC3E}">
        <p14:creationId xmlns:p14="http://schemas.microsoft.com/office/powerpoint/2010/main" val="42867157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5_General content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platzhalter 2"/>
          <p:cNvSpPr>
            <a:spLocks noGrp="1"/>
          </p:cNvSpPr>
          <p:nvPr>
            <p:ph idx="1" hasCustomPrompt="1"/>
          </p:nvPr>
        </p:nvSpPr>
        <p:spPr bwMode="gray">
          <a:xfrm>
            <a:off x="336000" y="1494001"/>
            <a:ext cx="11520000" cy="462263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 baseline="0"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</a:lstStyle>
          <a:p>
            <a:pPr lvl="0"/>
            <a:r>
              <a:rPr lang="en-US" noProof="0"/>
              <a:t>First text level</a:t>
            </a:r>
          </a:p>
          <a:p>
            <a:pPr lvl="1"/>
            <a:r>
              <a:rPr lang="en-US" noProof="0"/>
              <a:t>Second text level</a:t>
            </a:r>
          </a:p>
          <a:p>
            <a:pPr lvl="2"/>
            <a:r>
              <a:rPr lang="en-US" noProof="0"/>
              <a:t>Third text level</a:t>
            </a:r>
          </a:p>
          <a:p>
            <a:pPr lvl="3"/>
            <a:r>
              <a:rPr lang="en-US" noProof="0"/>
              <a:t>Fourth text level</a:t>
            </a:r>
          </a:p>
          <a:p>
            <a:pPr lvl="4"/>
            <a:r>
              <a:rPr lang="en-US" noProof="0"/>
              <a:t>Fifth text level</a:t>
            </a:r>
          </a:p>
          <a:p>
            <a:pPr lvl="5"/>
            <a:r>
              <a:rPr lang="en-US" noProof="0"/>
              <a:t>Sixth text level</a:t>
            </a:r>
          </a:p>
        </p:txBody>
      </p:sp>
      <p:sp>
        <p:nvSpPr>
          <p:cNvPr id="9" name="Titel 8"/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/>
          <a:p>
            <a:r>
              <a:rPr lang="en-US" noProof="0"/>
              <a:t>Click here to add the headline</a:t>
            </a:r>
          </a:p>
        </p:txBody>
      </p:sp>
    </p:spTree>
    <p:extLst>
      <p:ext uri="{BB962C8B-B14F-4D97-AF65-F5344CB8AC3E}">
        <p14:creationId xmlns:p14="http://schemas.microsoft.com/office/powerpoint/2010/main" val="21813086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2F999973-DAAB-4687-B4B4-75DA6A298F11}" type="datetimeFigureOut">
              <a:rPr lang="fr-FR" smtClean="0"/>
              <a:t>19/05/2021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47AFB671-B60B-4FD7-A4B2-341A32C1B78B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3297707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1604797"/>
            <a:ext cx="0" cy="0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919002523"/>
      </p:ext>
    </p:extLst>
  </p:cSld>
  <p:clrMapOvr>
    <a:masterClrMapping/>
  </p:clrMapOvr>
  <p:transition spd="slow">
    <p:wipe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re, sous-titre 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 bwMode="gray">
          <a:xfrm>
            <a:off x="687933" y="1484322"/>
            <a:ext cx="10784681" cy="468153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</p:txBody>
      </p:sp>
      <p:sp>
        <p:nvSpPr>
          <p:cNvPr id="8" name="Titre 7"/>
          <p:cNvSpPr>
            <a:spLocks noGrp="1"/>
          </p:cNvSpPr>
          <p:nvPr>
            <p:ph type="title"/>
          </p:nvPr>
        </p:nvSpPr>
        <p:spPr bwMode="gray">
          <a:xfrm>
            <a:off x="725919" y="316181"/>
            <a:ext cx="10727165" cy="332547"/>
          </a:xfrm>
        </p:spPr>
        <p:txBody>
          <a:bodyPr anchor="ctr"/>
          <a:lstStyle/>
          <a:p>
            <a:r>
              <a:rPr lang="fr-FR"/>
              <a:t>Modifiez le style du titre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quarter" idx="13"/>
          </p:nvPr>
        </p:nvSpPr>
        <p:spPr bwMode="gray">
          <a:xfrm>
            <a:off x="725919" y="656625"/>
            <a:ext cx="10727267" cy="269875"/>
          </a:xfrm>
          <a:prstGeom prst="rect">
            <a:avLst/>
          </a:prstGeom>
        </p:spPr>
        <p:txBody>
          <a:bodyPr vert="horz" lIns="0" tIns="45710" rIns="0" bIns="45710" rtlCol="0" anchor="ctr">
            <a:noAutofit/>
          </a:bodyPr>
          <a:lstStyle>
            <a:lvl1pPr marL="0" indent="0">
              <a:buFont typeface="Arial" panose="020B0604020202020204" pitchFamily="34" charset="0"/>
              <a:buNone/>
              <a:defRPr lang="fr-FR" sz="2400" cap="all" smtClean="0">
                <a:solidFill>
                  <a:srgbClr val="CF022B"/>
                </a:solidFill>
                <a:latin typeface="+mj-lt"/>
                <a:ea typeface="+mj-ea"/>
                <a:cs typeface="+mj-cs"/>
              </a:defRPr>
            </a:lvl1pPr>
            <a:lvl2pPr>
              <a:defRPr lang="fr-FR" smtClean="0"/>
            </a:lvl2pPr>
            <a:lvl3pPr>
              <a:defRPr lang="fr-FR" smtClean="0"/>
            </a:lvl3pPr>
            <a:lvl4pPr>
              <a:defRPr lang="fr-FR" smtClean="0"/>
            </a:lvl4pPr>
            <a:lvl5pPr>
              <a:defRPr lang="en-GB"/>
            </a:lvl5pPr>
          </a:lstStyle>
          <a:p>
            <a:pPr marL="0" lvl="0">
              <a:lnSpc>
                <a:spcPct val="90000"/>
              </a:lnSpc>
              <a:spcBef>
                <a:spcPct val="0"/>
              </a:spcBef>
            </a:pPr>
            <a:r>
              <a:rPr lang="fr-FR"/>
              <a:t>Modifiez les styles du texte du masque</a:t>
            </a:r>
          </a:p>
        </p:txBody>
      </p:sp>
      <p:sp>
        <p:nvSpPr>
          <p:cNvPr id="18" name="Espace réservé de la date 8"/>
          <p:cNvSpPr>
            <a:spLocks noGrp="1"/>
          </p:cNvSpPr>
          <p:nvPr>
            <p:ph type="dt" sz="half" idx="10"/>
          </p:nvPr>
        </p:nvSpPr>
        <p:spPr bwMode="gray">
          <a:xfrm>
            <a:off x="7006864" y="6488415"/>
            <a:ext cx="1448217" cy="206104"/>
          </a:xfrm>
          <a:prstGeom prst="rect">
            <a:avLst/>
          </a:prstGeom>
        </p:spPr>
        <p:txBody>
          <a:bodyPr vert="horz" lIns="91420" tIns="45710" rIns="91420" bIns="45710" rtlCol="0" anchor="ctr"/>
          <a:lstStyle>
            <a:lvl1pPr>
              <a:defRPr lang="fr-FR" sz="1333" dirty="0">
                <a:solidFill>
                  <a:srgbClr val="464646"/>
                </a:solidFill>
              </a:defRPr>
            </a:lvl1pPr>
          </a:lstStyle>
          <a:p>
            <a:endParaRPr lang="en-US"/>
          </a:p>
        </p:txBody>
      </p:sp>
      <p:sp>
        <p:nvSpPr>
          <p:cNvPr id="19" name="Espace réservé du pied de page 4"/>
          <p:cNvSpPr>
            <a:spLocks noGrp="1"/>
          </p:cNvSpPr>
          <p:nvPr>
            <p:ph type="ftr" sz="quarter" idx="3"/>
          </p:nvPr>
        </p:nvSpPr>
        <p:spPr bwMode="gray">
          <a:xfrm>
            <a:off x="859436" y="6490429"/>
            <a:ext cx="5996614" cy="184128"/>
          </a:xfrm>
          <a:prstGeom prst="rect">
            <a:avLst/>
          </a:prstGeom>
        </p:spPr>
        <p:txBody>
          <a:bodyPr vert="horz" lIns="91420" tIns="45710" rIns="91420" bIns="45710" rtlCol="0" anchor="ctr"/>
          <a:lstStyle>
            <a:lvl1pPr algn="l">
              <a:defRPr sz="1333">
                <a:solidFill>
                  <a:srgbClr val="464646"/>
                </a:solidFill>
              </a:defRPr>
            </a:lvl1pPr>
          </a:lstStyle>
          <a:p>
            <a:endParaRPr lang="fr-FR"/>
          </a:p>
        </p:txBody>
      </p:sp>
      <p:sp>
        <p:nvSpPr>
          <p:cNvPr id="20" name="Espace réservé du numéro de diapositive 5"/>
          <p:cNvSpPr>
            <a:spLocks noGrp="1"/>
          </p:cNvSpPr>
          <p:nvPr>
            <p:ph type="sldNum" sz="quarter" idx="4"/>
          </p:nvPr>
        </p:nvSpPr>
        <p:spPr bwMode="gray">
          <a:xfrm>
            <a:off x="162840" y="6502208"/>
            <a:ext cx="394968" cy="162152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r">
              <a:defRPr sz="1333">
                <a:solidFill>
                  <a:srgbClr val="464646"/>
                </a:solidFill>
              </a:defRPr>
            </a:lvl1pPr>
          </a:lstStyle>
          <a:p>
            <a:fld id="{8C5AB1A6-E0CA-4EEE-ACA6-EE705BEFB720}" type="slidenum">
              <a:rPr lang="fr-FR" smtClean="0"/>
              <a:pPr/>
              <a:t>‹#›</a:t>
            </a:fld>
            <a:endParaRPr lang="fr-FR"/>
          </a:p>
        </p:txBody>
      </p:sp>
      <p:cxnSp>
        <p:nvCxnSpPr>
          <p:cNvPr id="21" name="Connecteur droit 20"/>
          <p:cNvCxnSpPr/>
          <p:nvPr userDrawn="1"/>
        </p:nvCxnSpPr>
        <p:spPr bwMode="gray">
          <a:xfrm>
            <a:off x="708621" y="6538281"/>
            <a:ext cx="0" cy="98755"/>
          </a:xfrm>
          <a:prstGeom prst="line">
            <a:avLst/>
          </a:prstGeom>
          <a:ln w="28575">
            <a:solidFill>
              <a:srgbClr val="CF02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0411717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contenu 4"/>
          <p:cNvSpPr>
            <a:spLocks noGrp="1"/>
          </p:cNvSpPr>
          <p:nvPr>
            <p:ph sz="quarter" idx="14" hasCustomPrompt="1"/>
          </p:nvPr>
        </p:nvSpPr>
        <p:spPr bwMode="gray">
          <a:xfrm>
            <a:off x="6288021" y="1772817"/>
            <a:ext cx="5184312" cy="446447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36000" tIns="36000" rIns="36000" bIns="36000" rtlCol="0">
            <a:noAutofit/>
          </a:bodyPr>
          <a:lstStyle>
            <a:lvl1pPr>
              <a:defRPr lang="en-GB" sz="1693" noProof="0" dirty="0" smtClean="0"/>
            </a:lvl1pPr>
            <a:lvl2pPr>
              <a:defRPr lang="en-GB" sz="1482" noProof="0" dirty="0" smtClean="0"/>
            </a:lvl2pPr>
            <a:lvl3pPr>
              <a:defRPr lang="en-GB" sz="1270" noProof="0" dirty="0" smtClean="0"/>
            </a:lvl3pPr>
          </a:lstStyle>
          <a:p>
            <a:pPr lvl="0"/>
            <a:r>
              <a:rPr lang="en-GB" noProof="0"/>
              <a:t>Text level one</a:t>
            </a:r>
          </a:p>
          <a:p>
            <a:pPr marL="663621" lvl="1" indent="-186486"/>
            <a:r>
              <a:rPr lang="en-GB" noProof="0"/>
              <a:t>Text level two</a:t>
            </a:r>
          </a:p>
          <a:p>
            <a:pPr marL="851787" lvl="2" indent="-188166"/>
            <a:r>
              <a:rPr lang="en-GB" noProof="0"/>
              <a:t>Text level three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 hasCustomPrompt="1"/>
          </p:nvPr>
        </p:nvSpPr>
        <p:spPr bwMode="gray">
          <a:xfrm>
            <a:off x="719979" y="1773312"/>
            <a:ext cx="5184000" cy="446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36000" tIns="36000" rIns="36000" bIns="36000" rtlCol="0">
            <a:noAutofit/>
          </a:bodyPr>
          <a:lstStyle>
            <a:lvl1pPr>
              <a:defRPr lang="en-GB" sz="1693" noProof="0" dirty="0" smtClean="0"/>
            </a:lvl1pPr>
            <a:lvl2pPr marL="663621" indent="-186486">
              <a:defRPr lang="en-GB" sz="1482" noProof="0" dirty="0" smtClean="0"/>
            </a:lvl2pPr>
            <a:lvl3pPr marL="851787" indent="-188166">
              <a:defRPr lang="en-GB" sz="1270" noProof="0" dirty="0" smtClean="0"/>
            </a:lvl3pPr>
          </a:lstStyle>
          <a:p>
            <a:pPr lvl="0"/>
            <a:r>
              <a:rPr lang="en-GB" noProof="0"/>
              <a:t>Text level one</a:t>
            </a:r>
          </a:p>
          <a:p>
            <a:pPr lvl="1"/>
            <a:r>
              <a:rPr lang="en-GB" noProof="0"/>
              <a:t>Text level two</a:t>
            </a:r>
          </a:p>
          <a:p>
            <a:pPr lvl="2"/>
            <a:r>
              <a:rPr lang="en-GB" noProof="0"/>
              <a:t>Text level three</a:t>
            </a:r>
          </a:p>
        </p:txBody>
      </p:sp>
      <p:sp>
        <p:nvSpPr>
          <p:cNvPr id="8" name="Titre 7"/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/>
          <a:p>
            <a:r>
              <a:rPr lang="en-GB" noProof="0"/>
              <a:t>Title</a:t>
            </a:r>
            <a:endParaRPr lang="fr-FR"/>
          </a:p>
        </p:txBody>
      </p:sp>
      <p:sp>
        <p:nvSpPr>
          <p:cNvPr id="9" name="Espace réservé de la date 8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endParaRPr lang="fr-FR"/>
          </a:p>
        </p:txBody>
      </p:sp>
      <p:sp>
        <p:nvSpPr>
          <p:cNvPr id="10" name="Espace réservé du pied de page 9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endParaRPr lang="fr-FR"/>
          </a:p>
        </p:txBody>
      </p:sp>
      <p:sp>
        <p:nvSpPr>
          <p:cNvPr id="11" name="Espace réservé du numéro de diapositive 10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endParaRPr lang="fr-FR"/>
          </a:p>
        </p:txBody>
      </p:sp>
      <p:sp>
        <p:nvSpPr>
          <p:cNvPr id="12" name="Espace réservé du contenu 2"/>
          <p:cNvSpPr>
            <a:spLocks noGrp="1"/>
          </p:cNvSpPr>
          <p:nvPr>
            <p:ph idx="15" hasCustomPrompt="1"/>
          </p:nvPr>
        </p:nvSpPr>
        <p:spPr bwMode="gray">
          <a:xfrm>
            <a:off x="720334" y="1268761"/>
            <a:ext cx="5183645" cy="504000"/>
          </a:xfrm>
          <a:prstGeom prst="rect">
            <a:avLst/>
          </a:prstGeom>
          <a:solidFill>
            <a:schemeClr val="accent3"/>
          </a:solidFill>
        </p:spPr>
        <p:txBody>
          <a:bodyPr anchor="ctr"/>
          <a:lstStyle>
            <a:lvl1pPr marL="0" marR="0" indent="0" algn="ctr" defTabSz="967497" rtl="0" eaLnBrk="1" fontAlgn="auto" latinLnBrk="0" hangingPunct="1">
              <a:lnSpc>
                <a:spcPct val="100000"/>
              </a:lnSpc>
              <a:spcBef>
                <a:spcPts val="1905"/>
              </a:spcBef>
              <a:spcAft>
                <a:spcPts val="0"/>
              </a:spcAft>
              <a:buClr>
                <a:srgbClr val="CF022B"/>
              </a:buClr>
              <a:buSzPct val="90000"/>
              <a:buFont typeface="Arial" panose="020B0604020202020204" pitchFamily="34" charset="0"/>
              <a:buNone/>
              <a:tabLst/>
              <a:defRPr sz="1693" b="1" baseline="0">
                <a:solidFill>
                  <a:schemeClr val="bg1"/>
                </a:solidFill>
              </a:defRPr>
            </a:lvl1pPr>
            <a:lvl2pPr marL="500655" indent="0">
              <a:buNone/>
              <a:defRPr/>
            </a:lvl2pPr>
            <a:lvl3pPr marL="831626" indent="0">
              <a:buNone/>
              <a:defRPr/>
            </a:lvl3pPr>
          </a:lstStyle>
          <a:p>
            <a:pPr marL="0" marR="0" lvl="0" indent="0" algn="ctr" defTabSz="967497" rtl="0" eaLnBrk="1" fontAlgn="auto" latinLnBrk="0" hangingPunct="1">
              <a:lnSpc>
                <a:spcPct val="100000"/>
              </a:lnSpc>
              <a:spcBef>
                <a:spcPts val="1905"/>
              </a:spcBef>
              <a:spcAft>
                <a:spcPts val="0"/>
              </a:spcAft>
              <a:buClr>
                <a:srgbClr val="CF022B"/>
              </a:buClr>
              <a:buSzPct val="90000"/>
              <a:buFont typeface="Arial" panose="020B0604020202020204" pitchFamily="34" charset="0"/>
              <a:buNone/>
              <a:tabLst/>
              <a:defRPr/>
            </a:pPr>
            <a:r>
              <a:rPr lang="en-GB" noProof="0"/>
              <a:t>Column header</a:t>
            </a:r>
          </a:p>
        </p:txBody>
      </p:sp>
      <p:sp>
        <p:nvSpPr>
          <p:cNvPr id="13" name="Espace réservé du contenu 2"/>
          <p:cNvSpPr>
            <a:spLocks noGrp="1"/>
          </p:cNvSpPr>
          <p:nvPr>
            <p:ph idx="16" hasCustomPrompt="1"/>
          </p:nvPr>
        </p:nvSpPr>
        <p:spPr bwMode="gray">
          <a:xfrm>
            <a:off x="6288688" y="1268414"/>
            <a:ext cx="5183645" cy="504000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>
            <a:lvl1pPr marL="0" indent="0" algn="ctr">
              <a:buFont typeface="Arial" panose="020B0604020202020204" pitchFamily="34" charset="0"/>
              <a:buNone/>
              <a:defRPr sz="1693" b="1" baseline="0">
                <a:solidFill>
                  <a:schemeClr val="bg1"/>
                </a:solidFill>
              </a:defRPr>
            </a:lvl1pPr>
            <a:lvl2pPr marL="500655" indent="0">
              <a:buNone/>
              <a:defRPr/>
            </a:lvl2pPr>
            <a:lvl3pPr marL="831626" indent="0">
              <a:buNone/>
              <a:defRPr/>
            </a:lvl3pPr>
          </a:lstStyle>
          <a:p>
            <a:pPr lvl="0"/>
            <a:r>
              <a:rPr lang="en-GB" noProof="0"/>
              <a:t>Column header</a:t>
            </a:r>
          </a:p>
        </p:txBody>
      </p:sp>
    </p:spTree>
    <p:extLst>
      <p:ext uri="{BB962C8B-B14F-4D97-AF65-F5344CB8AC3E}">
        <p14:creationId xmlns:p14="http://schemas.microsoft.com/office/powerpoint/2010/main" val="31945718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oleObject" Target="../embeddings/oleObject1.bin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image" Target="../media/image2.jpe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ags" Target="../tags/tag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oleObject" Target="../embeddings/oleObject2.bin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theme" Target="../theme/theme1.xml"/><Relationship Id="rId30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/>
          </p:cNvGraphicFramePr>
          <p:nvPr>
            <p:custDataLst>
              <p:tags r:id="rId28"/>
            </p:custDataLst>
          </p:nvPr>
        </p:nvGraphicFramePr>
        <p:xfrm>
          <a:off x="2119" y="1589"/>
          <a:ext cx="2116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9" imgW="270" imgH="270" progId="TCLayout.ActiveDocument.1">
                  <p:embed/>
                </p:oleObj>
              </mc:Choice>
              <mc:Fallback>
                <p:oleObj name="think-cell Slide" r:id="rId29" imgW="270" imgH="270" progId="TCLayout.ActiveDocument.1">
                  <p:embed/>
                  <p:pic>
                    <p:nvPicPr>
                      <p:cNvPr id="4" name="Object 3" hidden="1"/>
                      <p:cNvPicPr/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2119" y="1589"/>
                        <a:ext cx="2116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platzhalter 1"/>
          <p:cNvSpPr>
            <a:spLocks noGrp="1"/>
          </p:cNvSpPr>
          <p:nvPr>
            <p:ph type="title"/>
          </p:nvPr>
        </p:nvSpPr>
        <p:spPr bwMode="gray">
          <a:xfrm>
            <a:off x="336001" y="40500"/>
            <a:ext cx="11519451" cy="903600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/>
          <a:p>
            <a:r>
              <a:rPr lang="en-US" noProof="0"/>
              <a:t>Click here to add the headline</a:t>
            </a:r>
          </a:p>
        </p:txBody>
      </p:sp>
      <p:cxnSp>
        <p:nvCxnSpPr>
          <p:cNvPr id="48" name="Gerade Verbindung 47"/>
          <p:cNvCxnSpPr/>
          <p:nvPr/>
        </p:nvCxnSpPr>
        <p:spPr bwMode="gray">
          <a:xfrm flipV="1">
            <a:off x="6093887" y="-123825"/>
            <a:ext cx="0" cy="107156"/>
          </a:xfrm>
          <a:prstGeom prst="line">
            <a:avLst/>
          </a:prstGeom>
          <a:ln>
            <a:solidFill>
              <a:schemeClr val="bg1"/>
            </a:solidFill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Gerade Verbindung 48"/>
          <p:cNvCxnSpPr/>
          <p:nvPr/>
        </p:nvCxnSpPr>
        <p:spPr bwMode="gray">
          <a:xfrm flipV="1">
            <a:off x="5973237" y="-123825"/>
            <a:ext cx="0" cy="107156"/>
          </a:xfrm>
          <a:prstGeom prst="line">
            <a:avLst/>
          </a:prstGeom>
          <a:ln>
            <a:solidFill>
              <a:schemeClr val="bg1"/>
            </a:solidFill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Gerade Verbindung 49"/>
          <p:cNvCxnSpPr/>
          <p:nvPr/>
        </p:nvCxnSpPr>
        <p:spPr bwMode="gray">
          <a:xfrm flipV="1">
            <a:off x="6214537" y="-123825"/>
            <a:ext cx="0" cy="107156"/>
          </a:xfrm>
          <a:prstGeom prst="line">
            <a:avLst/>
          </a:prstGeom>
          <a:ln>
            <a:solidFill>
              <a:schemeClr val="bg1"/>
            </a:solidFill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feld 50"/>
          <p:cNvSpPr txBox="1"/>
          <p:nvPr/>
        </p:nvSpPr>
        <p:spPr bwMode="gray">
          <a:xfrm>
            <a:off x="5943664" y="-287059"/>
            <a:ext cx="270875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800">
                <a:solidFill>
                  <a:prstClr val="white"/>
                </a:solidFill>
              </a:rPr>
              <a:t>0.00</a:t>
            </a:r>
          </a:p>
        </p:txBody>
      </p:sp>
      <p:sp>
        <p:nvSpPr>
          <p:cNvPr id="52" name="Textfeld 51"/>
          <p:cNvSpPr txBox="1"/>
          <p:nvPr/>
        </p:nvSpPr>
        <p:spPr bwMode="gray">
          <a:xfrm>
            <a:off x="5621931" y="-194726"/>
            <a:ext cx="270875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800">
                <a:solidFill>
                  <a:prstClr val="white"/>
                </a:solidFill>
              </a:rPr>
              <a:t>0.10</a:t>
            </a:r>
          </a:p>
        </p:txBody>
      </p:sp>
      <p:sp>
        <p:nvSpPr>
          <p:cNvPr id="53" name="Textfeld 52"/>
          <p:cNvSpPr txBox="1"/>
          <p:nvPr/>
        </p:nvSpPr>
        <p:spPr bwMode="gray">
          <a:xfrm>
            <a:off x="6280211" y="-194726"/>
            <a:ext cx="270875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800">
                <a:solidFill>
                  <a:prstClr val="white"/>
                </a:solidFill>
              </a:rPr>
              <a:t>0.10</a:t>
            </a:r>
          </a:p>
        </p:txBody>
      </p:sp>
      <p:cxnSp>
        <p:nvCxnSpPr>
          <p:cNvPr id="60" name="Gerade Verbindung 59"/>
          <p:cNvCxnSpPr/>
          <p:nvPr/>
        </p:nvCxnSpPr>
        <p:spPr bwMode="gray">
          <a:xfrm flipH="1">
            <a:off x="-198968" y="1265237"/>
            <a:ext cx="156635" cy="0"/>
          </a:xfrm>
          <a:prstGeom prst="line">
            <a:avLst/>
          </a:prstGeom>
          <a:ln>
            <a:solidFill>
              <a:schemeClr val="bg1"/>
            </a:solidFill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feld 60"/>
          <p:cNvSpPr txBox="1"/>
          <p:nvPr/>
        </p:nvSpPr>
        <p:spPr bwMode="gray">
          <a:xfrm>
            <a:off x="-538690" y="1511173"/>
            <a:ext cx="241300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800">
                <a:solidFill>
                  <a:prstClr val="white"/>
                </a:solidFill>
              </a:rPr>
              <a:t>2.05</a:t>
            </a:r>
          </a:p>
        </p:txBody>
      </p:sp>
      <p:cxnSp>
        <p:nvCxnSpPr>
          <p:cNvPr id="62" name="Gerade Verbindung 61"/>
          <p:cNvCxnSpPr/>
          <p:nvPr/>
        </p:nvCxnSpPr>
        <p:spPr bwMode="gray">
          <a:xfrm flipH="1">
            <a:off x="-198968" y="3840163"/>
            <a:ext cx="156635" cy="0"/>
          </a:xfrm>
          <a:prstGeom prst="line">
            <a:avLst/>
          </a:prstGeom>
          <a:ln>
            <a:solidFill>
              <a:schemeClr val="bg1"/>
            </a:solidFill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feld 62"/>
          <p:cNvSpPr txBox="1"/>
          <p:nvPr/>
        </p:nvSpPr>
        <p:spPr bwMode="gray">
          <a:xfrm>
            <a:off x="-538690" y="3790361"/>
            <a:ext cx="241300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800">
                <a:solidFill>
                  <a:prstClr val="white"/>
                </a:solidFill>
              </a:rPr>
              <a:t>0.45</a:t>
            </a:r>
          </a:p>
        </p:txBody>
      </p:sp>
      <p:cxnSp>
        <p:nvCxnSpPr>
          <p:cNvPr id="64" name="Gerade Verbindung 63"/>
          <p:cNvCxnSpPr/>
          <p:nvPr/>
        </p:nvCxnSpPr>
        <p:spPr bwMode="gray">
          <a:xfrm flipH="1">
            <a:off x="-198968" y="3929063"/>
            <a:ext cx="156635" cy="0"/>
          </a:xfrm>
          <a:prstGeom prst="line">
            <a:avLst/>
          </a:prstGeom>
          <a:ln>
            <a:solidFill>
              <a:schemeClr val="bg1"/>
            </a:solidFill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Textfeld 64"/>
          <p:cNvSpPr txBox="1"/>
          <p:nvPr/>
        </p:nvSpPr>
        <p:spPr bwMode="gray">
          <a:xfrm>
            <a:off x="-538690" y="3882231"/>
            <a:ext cx="241300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800">
                <a:solidFill>
                  <a:prstClr val="white"/>
                </a:solidFill>
              </a:rPr>
              <a:t>0.55</a:t>
            </a:r>
          </a:p>
        </p:txBody>
      </p:sp>
      <p:cxnSp>
        <p:nvCxnSpPr>
          <p:cNvPr id="69" name="Gerade Verbindung 68"/>
          <p:cNvCxnSpPr/>
          <p:nvPr/>
        </p:nvCxnSpPr>
        <p:spPr bwMode="gray">
          <a:xfrm flipH="1">
            <a:off x="-198968" y="3744653"/>
            <a:ext cx="156635" cy="0"/>
          </a:xfrm>
          <a:prstGeom prst="line">
            <a:avLst/>
          </a:prstGeom>
          <a:ln>
            <a:solidFill>
              <a:schemeClr val="bg1"/>
            </a:solidFill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Textfeld 69"/>
          <p:cNvSpPr txBox="1"/>
          <p:nvPr/>
        </p:nvSpPr>
        <p:spPr bwMode="gray">
          <a:xfrm>
            <a:off x="-538690" y="3698489"/>
            <a:ext cx="241300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800">
                <a:solidFill>
                  <a:prstClr val="white"/>
                </a:solidFill>
              </a:rPr>
              <a:t>0.35</a:t>
            </a:r>
          </a:p>
        </p:txBody>
      </p:sp>
      <p:cxnSp>
        <p:nvCxnSpPr>
          <p:cNvPr id="71" name="Gerade Verbindung 70"/>
          <p:cNvCxnSpPr/>
          <p:nvPr/>
        </p:nvCxnSpPr>
        <p:spPr bwMode="gray">
          <a:xfrm flipH="1">
            <a:off x="-198968" y="6116639"/>
            <a:ext cx="156635" cy="0"/>
          </a:xfrm>
          <a:prstGeom prst="line">
            <a:avLst/>
          </a:prstGeom>
          <a:ln>
            <a:solidFill>
              <a:schemeClr val="bg1"/>
            </a:solidFill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Textfeld 71"/>
          <p:cNvSpPr txBox="1"/>
          <p:nvPr/>
        </p:nvSpPr>
        <p:spPr bwMode="gray">
          <a:xfrm>
            <a:off x="-538690" y="6070473"/>
            <a:ext cx="241300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800">
                <a:solidFill>
                  <a:prstClr val="white"/>
                </a:solidFill>
              </a:rPr>
              <a:t>2.94</a:t>
            </a:r>
          </a:p>
        </p:txBody>
      </p:sp>
      <p:cxnSp>
        <p:nvCxnSpPr>
          <p:cNvPr id="54" name="Gerade Verbindung 39"/>
          <p:cNvCxnSpPr/>
          <p:nvPr/>
        </p:nvCxnSpPr>
        <p:spPr bwMode="gray">
          <a:xfrm flipV="1">
            <a:off x="11856640" y="-123825"/>
            <a:ext cx="0" cy="107156"/>
          </a:xfrm>
          <a:prstGeom prst="line">
            <a:avLst/>
          </a:prstGeom>
          <a:ln>
            <a:solidFill>
              <a:schemeClr val="bg1"/>
            </a:solidFill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feld 44"/>
          <p:cNvSpPr txBox="1"/>
          <p:nvPr/>
        </p:nvSpPr>
        <p:spPr bwMode="gray">
          <a:xfrm>
            <a:off x="11706417" y="-287059"/>
            <a:ext cx="270875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800">
                <a:solidFill>
                  <a:prstClr val="white"/>
                </a:solidFill>
              </a:rPr>
              <a:t>4.72</a:t>
            </a:r>
          </a:p>
        </p:txBody>
      </p:sp>
      <p:cxnSp>
        <p:nvCxnSpPr>
          <p:cNvPr id="57" name="Gerade Verbindung 39"/>
          <p:cNvCxnSpPr/>
          <p:nvPr/>
        </p:nvCxnSpPr>
        <p:spPr bwMode="gray">
          <a:xfrm flipV="1">
            <a:off x="337391" y="-123825"/>
            <a:ext cx="0" cy="107156"/>
          </a:xfrm>
          <a:prstGeom prst="line">
            <a:avLst/>
          </a:prstGeom>
          <a:ln>
            <a:solidFill>
              <a:schemeClr val="bg1"/>
            </a:solidFill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feld 44"/>
          <p:cNvSpPr txBox="1"/>
          <p:nvPr/>
        </p:nvSpPr>
        <p:spPr bwMode="gray">
          <a:xfrm>
            <a:off x="187168" y="-287059"/>
            <a:ext cx="270875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800">
                <a:solidFill>
                  <a:prstClr val="white"/>
                </a:solidFill>
              </a:rPr>
              <a:t>4.72</a:t>
            </a:r>
          </a:p>
        </p:txBody>
      </p:sp>
      <p:sp>
        <p:nvSpPr>
          <p:cNvPr id="7" name="Textfeld 6"/>
          <p:cNvSpPr txBox="1"/>
          <p:nvPr/>
        </p:nvSpPr>
        <p:spPr bwMode="gray">
          <a:xfrm>
            <a:off x="8229173" y="6590803"/>
            <a:ext cx="3626279" cy="20512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algn="r">
              <a:defRPr/>
            </a:pPr>
            <a:r>
              <a:rPr lang="en-US" sz="1333">
                <a:solidFill>
                  <a:srgbClr val="6D6D6D"/>
                </a:solidFill>
              </a:rPr>
              <a:t>Avril 2021|</a:t>
            </a:r>
            <a:r>
              <a:rPr lang="en-US" sz="1333">
                <a:solidFill>
                  <a:srgbClr val="A9A9A9"/>
                </a:solidFill>
              </a:rPr>
              <a:t> </a:t>
            </a:r>
            <a:fld id="{5152254E-7EB4-45E4-904F-3575BFE2F20B}" type="slidenum">
              <a:rPr lang="en-US" sz="1333">
                <a:solidFill>
                  <a:srgbClr val="6D6D6D"/>
                </a:solidFill>
              </a:rPr>
              <a:pPr algn="r">
                <a:defRPr/>
              </a:pPr>
              <a:t>‹#›</a:t>
            </a:fld>
            <a:endParaRPr lang="en-US" sz="1333">
              <a:solidFill>
                <a:srgbClr val="6D6D6D"/>
              </a:solidFill>
            </a:endParaRPr>
          </a:p>
        </p:txBody>
      </p:sp>
      <p:graphicFrame>
        <p:nvGraphicFramePr>
          <p:cNvPr id="31" name="Object 30" hidden="1"/>
          <p:cNvGraphicFramePr>
            <a:graphicFrameLocks noChangeAspect="1"/>
          </p:cNvGraphicFramePr>
          <p:nvPr/>
        </p:nvGraphicFramePr>
        <p:xfrm>
          <a:off x="2119" y="1589"/>
          <a:ext cx="2116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1" imgW="270" imgH="270" progId="TCLayout.ActiveDocument.1">
                  <p:embed/>
                </p:oleObj>
              </mc:Choice>
              <mc:Fallback>
                <p:oleObj name="think-cell Slide" r:id="rId31" imgW="270" imgH="270" progId="TCLayout.ActiveDocument.1">
                  <p:embed/>
                  <p:pic>
                    <p:nvPicPr>
                      <p:cNvPr id="31" name="Object 30" hidden="1"/>
                      <p:cNvPicPr/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2119" y="1589"/>
                        <a:ext cx="2116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6" name="Straight Connector 5"/>
          <p:cNvCxnSpPr/>
          <p:nvPr/>
        </p:nvCxnSpPr>
        <p:spPr>
          <a:xfrm>
            <a:off x="0" y="1001251"/>
            <a:ext cx="1219200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F25E1CD4-A583-4BB2-82B1-EA8448AABC97" descr="95C080D9-D9F9-4764-A9F0-7C86F910EFA5"/>
          <p:cNvPicPr>
            <a:picLocks noChangeAspect="1" noChangeArrowheads="1"/>
          </p:cNvPicPr>
          <p:nvPr/>
        </p:nvPicPr>
        <p:blipFill>
          <a:blip r:embed="rId3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7382" y="6412533"/>
            <a:ext cx="480053" cy="280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9" name="Textplatzhalter 2"/>
          <p:cNvSpPr txBox="1">
            <a:spLocks/>
          </p:cNvSpPr>
          <p:nvPr userDrawn="1"/>
        </p:nvSpPr>
        <p:spPr bwMode="gray">
          <a:xfrm>
            <a:off x="336000" y="1494001"/>
            <a:ext cx="11520000" cy="462263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85750" marR="0" indent="-28575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q"/>
              <a:tabLst/>
              <a:defRPr sz="1800" kern="1200" baseline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623888" marR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D7404"/>
              </a:buClr>
              <a:buSzPct val="105000"/>
              <a:buFont typeface="Wingdings" panose="05000000000000000000" pitchFamily="2" charset="2"/>
              <a:buChar char="§"/>
              <a:tabLst>
                <a:tab pos="623888" algn="l"/>
              </a:tabLst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04863" marR="0" indent="-179388" algn="l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63666A"/>
              </a:buClr>
              <a:buSzTx/>
              <a:buFont typeface="Arial" panose="020B0604020202020204" pitchFamily="34" charset="0"/>
              <a:buChar char="•"/>
              <a:tabLst>
                <a:tab pos="714375" algn="l"/>
              </a:tabLst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74738" marR="0" indent="-185738" algn="l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63666A"/>
              </a:buClr>
              <a:buSzTx/>
              <a:buFont typeface="Symbol" panose="05050102010706020507" pitchFamily="18" charset="2"/>
              <a:buChar char="-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46200" marR="0" indent="-185738" algn="l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63666A"/>
              </a:buClr>
              <a:buSzPct val="85000"/>
              <a:buFont typeface="Courier New" panose="02070309020205020404" pitchFamily="49" charset="0"/>
              <a:buChar char="o"/>
              <a:tabLst>
                <a:tab pos="1255713" algn="l"/>
              </a:tabLst>
              <a:defRPr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06563" marR="0" indent="-185738" algn="l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63666A"/>
              </a:buClr>
              <a:buSzTx/>
              <a:buFont typeface="Calibri" panose="020F0502020204030204" pitchFamily="34" charset="0"/>
              <a:buChar char="»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766800" indent="-187200" algn="l" defTabSz="914400" rtl="0" eaLnBrk="1" latinLnBrk="0" hangingPunct="1">
              <a:spcBef>
                <a:spcPts val="500"/>
              </a:spcBef>
              <a:buClr>
                <a:schemeClr val="tx1"/>
              </a:buClr>
              <a:buFont typeface="Calibri" panose="020F0502020204030204" pitchFamily="34" charset="0"/>
              <a:buChar char="»"/>
              <a:defRPr sz="1400" kern="1200" baseline="0">
                <a:solidFill>
                  <a:srgbClr val="6D6D6D"/>
                </a:solidFill>
                <a:latin typeface="+mn-lt"/>
                <a:ea typeface="+mn-ea"/>
                <a:cs typeface="+mn-cs"/>
              </a:defRPr>
            </a:lvl7pPr>
            <a:lvl8pPr marL="766800" indent="-187200" algn="l" defTabSz="914400" rtl="0" eaLnBrk="1" latinLnBrk="0" hangingPunct="1">
              <a:spcBef>
                <a:spcPts val="500"/>
              </a:spcBef>
              <a:buClr>
                <a:schemeClr val="tx1"/>
              </a:buClr>
              <a:buFont typeface="Calibri" panose="020F0502020204030204" pitchFamily="34" charset="0"/>
              <a:buChar char="»"/>
              <a:defRPr sz="1400" kern="1200" baseline="0">
                <a:solidFill>
                  <a:srgbClr val="6D6D6D"/>
                </a:solidFill>
                <a:latin typeface="+mn-lt"/>
                <a:ea typeface="+mn-ea"/>
                <a:cs typeface="+mn-cs"/>
              </a:defRPr>
            </a:lvl8pPr>
            <a:lvl9pPr marL="766800" indent="-187200" algn="l" defTabSz="914400" rtl="0" eaLnBrk="1" latinLnBrk="0" hangingPunct="1">
              <a:spcBef>
                <a:spcPts val="500"/>
              </a:spcBef>
              <a:buClr>
                <a:schemeClr val="tx1"/>
              </a:buClr>
              <a:buFont typeface="Calibri" panose="020F0502020204030204" pitchFamily="34" charset="0"/>
              <a:buChar char="»"/>
              <a:defRPr sz="1400" kern="1200" baseline="0">
                <a:solidFill>
                  <a:srgbClr val="6D6D6D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20027061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5" r:id="rId14"/>
    <p:sldLayoutId id="2147483676" r:id="rId15"/>
    <p:sldLayoutId id="2147483677" r:id="rId16"/>
    <p:sldLayoutId id="2147483678" r:id="rId17"/>
    <p:sldLayoutId id="2147483679" r:id="rId18"/>
    <p:sldLayoutId id="2147483680" r:id="rId19"/>
    <p:sldLayoutId id="2147483681" r:id="rId20"/>
    <p:sldLayoutId id="2147483682" r:id="rId21"/>
    <p:sldLayoutId id="2147483683" r:id="rId22"/>
    <p:sldLayoutId id="2147483684" r:id="rId23"/>
    <p:sldLayoutId id="2147483685" r:id="rId24"/>
    <p:sldLayoutId id="2147483686" r:id="rId25"/>
    <p:sldLayoutId id="2147483687" r:id="rId26"/>
  </p:sldLayoutIdLst>
  <p:txStyles>
    <p:titleStyle>
      <a:lvl1pPr algn="l" defTabSz="1219170" rtl="0" eaLnBrk="1" latinLnBrk="0" hangingPunct="1">
        <a:spcBef>
          <a:spcPct val="0"/>
        </a:spcBef>
        <a:buNone/>
        <a:defRPr sz="3200" kern="1200" cap="none" baseline="0">
          <a:solidFill>
            <a:schemeClr val="accent5"/>
          </a:solidFill>
          <a:latin typeface="+mj-lt"/>
          <a:ea typeface="+mj-ea"/>
          <a:cs typeface="+mj-cs"/>
        </a:defRPr>
      </a:lvl1pPr>
    </p:titleStyle>
    <p:bodyStyle>
      <a:lvl1pPr marL="0" marR="0" indent="0" algn="l" defTabSz="1219170" rtl="0" eaLnBrk="1" fontAlgn="auto" latinLnBrk="0" hangingPunct="1">
        <a:lnSpc>
          <a:spcPct val="100000"/>
        </a:lnSpc>
        <a:spcBef>
          <a:spcPts val="0"/>
        </a:spcBef>
        <a:spcAft>
          <a:spcPts val="667"/>
        </a:spcAft>
        <a:buClrTx/>
        <a:buSzTx/>
        <a:buFont typeface="Arial" panose="020B0604020202020204" pitchFamily="34" charset="0"/>
        <a:buNone/>
        <a:tabLst/>
        <a:defRPr sz="2667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0" marR="0" indent="0" algn="l" defTabSz="1219170" rtl="0" eaLnBrk="1" fontAlgn="auto" latinLnBrk="0" hangingPunct="1">
        <a:lnSpc>
          <a:spcPct val="100000"/>
        </a:lnSpc>
        <a:spcBef>
          <a:spcPts val="667"/>
        </a:spcBef>
        <a:spcAft>
          <a:spcPts val="0"/>
        </a:spcAft>
        <a:buClr>
          <a:srgbClr val="ED7404"/>
        </a:buClr>
        <a:buSzPct val="105000"/>
        <a:buFontTx/>
        <a:buNone/>
        <a:tabLst/>
        <a:defRPr sz="2400" kern="1200">
          <a:solidFill>
            <a:srgbClr val="6D6D6D"/>
          </a:solidFill>
          <a:latin typeface="+mn-lt"/>
          <a:ea typeface="+mn-ea"/>
          <a:cs typeface="+mn-cs"/>
        </a:defRPr>
      </a:lvl2pPr>
      <a:lvl3pPr marL="239994" marR="0" indent="-239994" algn="l" defTabSz="1219170" rtl="0" eaLnBrk="1" fontAlgn="auto" latinLnBrk="0" hangingPunct="1">
        <a:lnSpc>
          <a:spcPct val="100000"/>
        </a:lnSpc>
        <a:spcBef>
          <a:spcPts val="667"/>
        </a:spcBef>
        <a:spcAft>
          <a:spcPts val="0"/>
        </a:spcAft>
        <a:buClr>
          <a:srgbClr val="63666A"/>
        </a:buClr>
        <a:buSzTx/>
        <a:buFont typeface="Calibri" panose="020F0502020204030204" pitchFamily="34" charset="0"/>
        <a:buChar char="›"/>
        <a:tabLst/>
        <a:defRPr sz="2133" kern="1200">
          <a:solidFill>
            <a:srgbClr val="6D6D6D"/>
          </a:solidFill>
          <a:latin typeface="+mn-lt"/>
          <a:ea typeface="+mn-ea"/>
          <a:cs typeface="+mn-cs"/>
        </a:defRPr>
      </a:lvl3pPr>
      <a:lvl4pPr marL="489588" marR="0" indent="-249594" algn="l" defTabSz="1219170" rtl="0" eaLnBrk="1" fontAlgn="auto" latinLnBrk="0" hangingPunct="1">
        <a:lnSpc>
          <a:spcPct val="100000"/>
        </a:lnSpc>
        <a:spcBef>
          <a:spcPts val="667"/>
        </a:spcBef>
        <a:spcAft>
          <a:spcPts val="0"/>
        </a:spcAft>
        <a:buClr>
          <a:srgbClr val="63666A"/>
        </a:buClr>
        <a:buSzTx/>
        <a:buFont typeface="Symbol" panose="05050102010706020507" pitchFamily="18" charset="2"/>
        <a:buChar char="-"/>
        <a:tabLst/>
        <a:defRPr sz="2133" kern="1200">
          <a:solidFill>
            <a:srgbClr val="6D6D6D"/>
          </a:solidFill>
          <a:latin typeface="+mn-lt"/>
          <a:ea typeface="+mn-ea"/>
          <a:cs typeface="+mn-cs"/>
        </a:defRPr>
      </a:lvl4pPr>
      <a:lvl5pPr marL="767981" marR="0" indent="-249594" algn="l" defTabSz="1219170" rtl="0" eaLnBrk="1" fontAlgn="auto" latinLnBrk="0" hangingPunct="1">
        <a:lnSpc>
          <a:spcPct val="100000"/>
        </a:lnSpc>
        <a:spcBef>
          <a:spcPts val="667"/>
        </a:spcBef>
        <a:spcAft>
          <a:spcPts val="0"/>
        </a:spcAft>
        <a:buClr>
          <a:srgbClr val="63666A"/>
        </a:buClr>
        <a:buSzTx/>
        <a:buFont typeface="Symbol" panose="05050102010706020507" pitchFamily="18" charset="2"/>
        <a:buChar char="-"/>
        <a:tabLst/>
        <a:defRPr sz="1867" kern="1200">
          <a:solidFill>
            <a:srgbClr val="6D6D6D"/>
          </a:solidFill>
          <a:latin typeface="+mn-lt"/>
          <a:ea typeface="+mn-ea"/>
          <a:cs typeface="+mn-cs"/>
        </a:defRPr>
      </a:lvl5pPr>
      <a:lvl6pPr marL="1022325" marR="0" indent="-247644" algn="l" defTabSz="1219170" rtl="0" eaLnBrk="1" fontAlgn="auto" latinLnBrk="0" hangingPunct="1">
        <a:lnSpc>
          <a:spcPct val="100000"/>
        </a:lnSpc>
        <a:spcBef>
          <a:spcPts val="667"/>
        </a:spcBef>
        <a:spcAft>
          <a:spcPts val="0"/>
        </a:spcAft>
        <a:buClr>
          <a:srgbClr val="63666A"/>
        </a:buClr>
        <a:buSzTx/>
        <a:buFont typeface="Calibri" panose="020F0502020204030204" pitchFamily="34" charset="0"/>
        <a:buChar char="»"/>
        <a:tabLst/>
        <a:defRPr sz="1867" kern="1200">
          <a:solidFill>
            <a:srgbClr val="6D6D6D"/>
          </a:solidFill>
          <a:latin typeface="+mn-lt"/>
          <a:ea typeface="+mn-ea"/>
          <a:cs typeface="+mn-cs"/>
        </a:defRPr>
      </a:lvl6pPr>
      <a:lvl7pPr marL="1022374" indent="-249594" algn="l" defTabSz="1219170" rtl="0" eaLnBrk="1" latinLnBrk="0" hangingPunct="1">
        <a:spcBef>
          <a:spcPts val="667"/>
        </a:spcBef>
        <a:buClr>
          <a:schemeClr val="tx1"/>
        </a:buClr>
        <a:buFont typeface="Calibri" panose="020F0502020204030204" pitchFamily="34" charset="0"/>
        <a:buChar char="»"/>
        <a:defRPr sz="1867" kern="1200" baseline="0">
          <a:solidFill>
            <a:srgbClr val="6D6D6D"/>
          </a:solidFill>
          <a:latin typeface="+mn-lt"/>
          <a:ea typeface="+mn-ea"/>
          <a:cs typeface="+mn-cs"/>
        </a:defRPr>
      </a:lvl7pPr>
      <a:lvl8pPr marL="1022374" indent="-249594" algn="l" defTabSz="1219170" rtl="0" eaLnBrk="1" latinLnBrk="0" hangingPunct="1">
        <a:spcBef>
          <a:spcPts val="667"/>
        </a:spcBef>
        <a:buClr>
          <a:schemeClr val="tx1"/>
        </a:buClr>
        <a:buFont typeface="Calibri" panose="020F0502020204030204" pitchFamily="34" charset="0"/>
        <a:buChar char="»"/>
        <a:defRPr sz="1867" kern="1200" baseline="0">
          <a:solidFill>
            <a:srgbClr val="6D6D6D"/>
          </a:solidFill>
          <a:latin typeface="+mn-lt"/>
          <a:ea typeface="+mn-ea"/>
          <a:cs typeface="+mn-cs"/>
        </a:defRPr>
      </a:lvl8pPr>
      <a:lvl9pPr marL="1022374" indent="-249594" algn="l" defTabSz="1219170" rtl="0" eaLnBrk="1" latinLnBrk="0" hangingPunct="1">
        <a:spcBef>
          <a:spcPts val="667"/>
        </a:spcBef>
        <a:buClr>
          <a:schemeClr val="tx1"/>
        </a:buClr>
        <a:buFont typeface="Calibri" panose="020F0502020204030204" pitchFamily="34" charset="0"/>
        <a:buChar char="»"/>
        <a:defRPr sz="1867" kern="1200" baseline="0">
          <a:solidFill>
            <a:srgbClr val="6D6D6D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12" Type="http://schemas.openxmlformats.org/officeDocument/2006/relationships/image" Target="../media/image15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3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7.jpeg"/><Relationship Id="rId4" Type="http://schemas.openxmlformats.org/officeDocument/2006/relationships/image" Target="../media/image2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7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7.jpeg"/><Relationship Id="rId4" Type="http://schemas.openxmlformats.org/officeDocument/2006/relationships/image" Target="../media/image30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Relationship Id="rId9" Type="http://schemas.openxmlformats.org/officeDocument/2006/relationships/image" Target="../media/image17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7" Type="http://schemas.openxmlformats.org/officeDocument/2006/relationships/image" Target="../media/image17.jpe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jpeg"/><Relationship Id="rId2" Type="http://schemas.openxmlformats.org/officeDocument/2006/relationships/image" Target="../media/image43.jpe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5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jpeg"/><Relationship Id="rId2" Type="http://schemas.openxmlformats.org/officeDocument/2006/relationships/image" Target="../media/image43.jpe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jpeg"/><Relationship Id="rId2" Type="http://schemas.openxmlformats.org/officeDocument/2006/relationships/image" Target="../media/image47.jpe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9.jpe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jpe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7.jpeg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Installation ISP B2C</a:t>
            </a:r>
          </a:p>
        </p:txBody>
      </p:sp>
    </p:spTree>
    <p:extLst>
      <p:ext uri="{BB962C8B-B14F-4D97-AF65-F5344CB8AC3E}">
        <p14:creationId xmlns:p14="http://schemas.microsoft.com/office/powerpoint/2010/main" val="30342045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/>
          <p:cNvSpPr>
            <a:spLocks noGrp="1"/>
          </p:cNvSpPr>
          <p:nvPr>
            <p:ph sz="quarter" idx="14"/>
          </p:nvPr>
        </p:nvSpPr>
        <p:spPr>
          <a:xfrm>
            <a:off x="6060688" y="1354873"/>
            <a:ext cx="5417230" cy="5419493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/>
              <a:t>Un modèle opérationnel combinant rapidité d’exécution et maitrise des coûts</a:t>
            </a:r>
          </a:p>
          <a:p>
            <a:pPr marL="411444" lvl="2" indent="-171450">
              <a:buFont typeface="Arial" panose="020B0604020202020204" pitchFamily="34" charset="0"/>
              <a:buChar char="•"/>
            </a:pPr>
            <a:r>
              <a:rPr lang="fr-FR" sz="1100"/>
              <a:t>Une structure de tête « légère » animée par une équipe de Direction resserrée</a:t>
            </a:r>
          </a:p>
          <a:p>
            <a:pPr marL="411444" lvl="2" indent="-171450">
              <a:buFont typeface="Arial" panose="020B0604020202020204" pitchFamily="34" charset="0"/>
              <a:buChar char="•"/>
            </a:pPr>
            <a:r>
              <a:rPr lang="fr-FR" sz="1100"/>
              <a:t>Un adossement systématique sur les structures Groupes permettant de maximiser les synergies</a:t>
            </a:r>
          </a:p>
          <a:p>
            <a:pPr marL="411444" lvl="2" indent="-171450">
              <a:buFont typeface="Arial" panose="020B0604020202020204" pitchFamily="34" charset="0"/>
              <a:buChar char="•"/>
            </a:pPr>
            <a:r>
              <a:rPr lang="fr-FR" sz="1100"/>
              <a:t>Un modèle industriel normé </a:t>
            </a:r>
            <a:r>
              <a:rPr lang="fr-FR" sz="1100" err="1"/>
              <a:t>réplicable</a:t>
            </a:r>
            <a:r>
              <a:rPr lang="fr-FR" sz="1100"/>
              <a:t> dans chaque nouveau pays d’implantation</a:t>
            </a:r>
          </a:p>
          <a:p>
            <a:pPr lvl="2" indent="0">
              <a:buNone/>
            </a:pPr>
            <a:endParaRPr lang="fr-FR" sz="12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/>
              <a:t>Un changement de dimension - démarrage </a:t>
            </a:r>
            <a:r>
              <a:rPr lang="fr-FR" sz="1600" err="1"/>
              <a:t>from</a:t>
            </a:r>
            <a:r>
              <a:rPr lang="fr-FR" sz="1600"/>
              <a:t> scratch en Janvier 2015, 6 pays fin 2020, à terme 15 pays  - qui se traduit par un double challenge </a:t>
            </a:r>
          </a:p>
          <a:p>
            <a:pPr marL="411444" lvl="2" indent="-171450">
              <a:buFont typeface="Arial" panose="020B0604020202020204" pitchFamily="34" charset="0"/>
              <a:buChar char="•"/>
            </a:pPr>
            <a:r>
              <a:rPr lang="fr-FR" sz="1100"/>
              <a:t>Accompagner l’intensification du développement : lancement nouveaux pays de taille plus importante</a:t>
            </a:r>
          </a:p>
          <a:p>
            <a:pPr marL="411444" lvl="2" indent="-171450">
              <a:buFont typeface="Arial" panose="020B0604020202020204" pitchFamily="34" charset="0"/>
              <a:buChar char="•"/>
            </a:pPr>
            <a:r>
              <a:rPr lang="fr-FR" sz="1100"/>
              <a:t>Piloter  et contrôler en parallèle le Business As </a:t>
            </a:r>
            <a:r>
              <a:rPr lang="fr-FR" sz="1100" err="1"/>
              <a:t>Usual</a:t>
            </a:r>
            <a:r>
              <a:rPr lang="fr-FR" sz="1100"/>
              <a:t> : passage des nouveaux pays en mode </a:t>
            </a:r>
            <a:r>
              <a:rPr lang="fr-FR" sz="1100" err="1"/>
              <a:t>Run</a:t>
            </a:r>
            <a:endParaRPr lang="fr-FR" sz="1100"/>
          </a:p>
          <a:p>
            <a:pPr lvl="2" indent="0">
              <a:buNone/>
            </a:pPr>
            <a:endParaRPr lang="fr-FR" sz="12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/>
              <a:t>Une structure dédiée au pilotage de la performance des processus avec une double mission </a:t>
            </a:r>
          </a:p>
          <a:p>
            <a:pPr marL="411444" lvl="2" indent="-171450">
              <a:buFont typeface="Arial" panose="020B0604020202020204" pitchFamily="34" charset="0"/>
              <a:buChar char="•"/>
            </a:pPr>
            <a:r>
              <a:rPr lang="fr-FR" sz="1100"/>
              <a:t>Contribuer à l’accélération du déploiement des nouveaux pays par la standardisation des processus groupe : </a:t>
            </a:r>
            <a:r>
              <a:rPr lang="fr-FR" sz="1100" err="1"/>
              <a:t>réplicabilité</a:t>
            </a:r>
            <a:r>
              <a:rPr lang="fr-FR" sz="1100"/>
              <a:t> des processus - appropriation par les collaborateurs (Développement)</a:t>
            </a:r>
          </a:p>
          <a:p>
            <a:pPr marL="411444" lvl="2" indent="-171450">
              <a:buFont typeface="Arial" panose="020B0604020202020204" pitchFamily="34" charset="0"/>
              <a:buChar char="•"/>
            </a:pPr>
            <a:r>
              <a:rPr lang="fr-FR" sz="1100"/>
              <a:t>Supporter une démarche d’amélioration continue de la performance des processus : efficacité et efficience des processus  (</a:t>
            </a:r>
            <a:r>
              <a:rPr lang="fr-FR" sz="1100" err="1"/>
              <a:t>Run</a:t>
            </a:r>
            <a:r>
              <a:rPr lang="fr-FR" sz="1100"/>
              <a:t>)</a:t>
            </a:r>
          </a:p>
          <a:p>
            <a:pPr marL="0" indent="0">
              <a:buNone/>
            </a:pPr>
            <a:endParaRPr lang="fr-FR" sz="160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725564" y="1354873"/>
            <a:ext cx="4961558" cy="5419493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/>
              <a:t>Création en janvier 2015, filiale du groupe Vivendi dédiée au développement de l’accès internet Très Haut Dédit en Afrique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/>
              <a:t>Un développement  en croissance continue de GVA en Afrique depuis fin 2017 avec le 1</a:t>
            </a:r>
            <a:r>
              <a:rPr lang="fr-FR" sz="1600" baseline="30000"/>
              <a:t>er</a:t>
            </a:r>
            <a:r>
              <a:rPr lang="fr-FR" sz="1600"/>
              <a:t> lancement au Gabon </a:t>
            </a:r>
          </a:p>
          <a:p>
            <a:pPr marL="762885" lvl="1" indent="-285750">
              <a:buFont typeface="Arial" panose="020B0604020202020204" pitchFamily="34" charset="0"/>
              <a:buChar char="•"/>
            </a:pPr>
            <a:r>
              <a:rPr lang="fr-FR" sz="1389"/>
              <a:t>Présence dans 5 pays : Congo, Gabon, Côte d’Ivoire, Rwanda et Togo</a:t>
            </a:r>
          </a:p>
          <a:p>
            <a:pPr marL="477135" lvl="1" indent="0"/>
            <a:endParaRPr lang="fr-FR" sz="1389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/>
              <a:t>Une démarche commerciale « agressive »: </a:t>
            </a:r>
            <a:endParaRPr lang="fr-FR" sz="1389"/>
          </a:p>
          <a:p>
            <a:pPr marL="762885" lvl="1" indent="-285750">
              <a:buFont typeface="Arial" panose="020B0604020202020204" pitchFamily="34" charset="0"/>
              <a:buChar char="•"/>
            </a:pPr>
            <a:r>
              <a:rPr lang="fr-FR" sz="1389"/>
              <a:t>Politique de prix compétitifs </a:t>
            </a:r>
          </a:p>
          <a:p>
            <a:pPr marL="762885" lvl="1" indent="-285750">
              <a:buFont typeface="Arial" panose="020B0604020202020204" pitchFamily="34" charset="0"/>
              <a:buChar char="•"/>
            </a:pPr>
            <a:r>
              <a:rPr lang="fr-FR" sz="1389"/>
              <a:t>Vente directe à domicile</a:t>
            </a:r>
          </a:p>
          <a:p>
            <a:pPr marL="762885" lvl="1" indent="-285750">
              <a:buFont typeface="Arial" panose="020B0604020202020204" pitchFamily="34" charset="0"/>
              <a:buChar char="•"/>
            </a:pPr>
            <a:r>
              <a:rPr lang="fr-FR" sz="1389"/>
              <a:t>Priorisation sur le service client </a:t>
            </a:r>
            <a:endParaRPr lang="fr-FR" sz="160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221178" y="-21315"/>
            <a:ext cx="11855999" cy="903600"/>
          </a:xfrm>
        </p:spPr>
        <p:txBody>
          <a:bodyPr/>
          <a:lstStyle/>
          <a:p>
            <a:r>
              <a:rPr lang="fr-FR"/>
              <a:t>Une démarche pour soutenir l’accélération du développement de GVA</a:t>
            </a:r>
            <a:endParaRPr lang="en-GB"/>
          </a:p>
        </p:txBody>
      </p:sp>
      <p:sp>
        <p:nvSpPr>
          <p:cNvPr id="9" name="Content Placeholder 8"/>
          <p:cNvSpPr>
            <a:spLocks noGrp="1"/>
          </p:cNvSpPr>
          <p:nvPr>
            <p:ph idx="15"/>
          </p:nvPr>
        </p:nvSpPr>
        <p:spPr>
          <a:xfrm>
            <a:off x="725919" y="1040161"/>
            <a:ext cx="4961203" cy="314712"/>
          </a:xfrm>
        </p:spPr>
        <p:txBody>
          <a:bodyPr/>
          <a:lstStyle/>
          <a:p>
            <a:r>
              <a:rPr lang="fr-FR" sz="1600" cap="all"/>
              <a:t>GVA</a:t>
            </a:r>
            <a:endParaRPr lang="en-GB" cap="all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fr-FR"/>
              <a:t>.</a:t>
            </a:r>
          </a:p>
        </p:txBody>
      </p:sp>
      <p:sp>
        <p:nvSpPr>
          <p:cNvPr id="2" name="Espace réservé du contenu 1"/>
          <p:cNvSpPr>
            <a:spLocks noGrp="1"/>
          </p:cNvSpPr>
          <p:nvPr>
            <p:ph idx="16"/>
          </p:nvPr>
        </p:nvSpPr>
        <p:spPr>
          <a:xfrm>
            <a:off x="6060689" y="1039814"/>
            <a:ext cx="5417230" cy="315059"/>
          </a:xfrm>
        </p:spPr>
        <p:txBody>
          <a:bodyPr/>
          <a:lstStyle/>
          <a:p>
            <a:r>
              <a:rPr lang="fr-FR"/>
              <a:t>ENJEUX </a:t>
            </a:r>
          </a:p>
        </p:txBody>
      </p:sp>
    </p:spTree>
    <p:extLst>
      <p:ext uri="{BB962C8B-B14F-4D97-AF65-F5344CB8AC3E}">
        <p14:creationId xmlns:p14="http://schemas.microsoft.com/office/powerpoint/2010/main" val="16291283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Adoption de la démarche BPM avec une approche Top Down</a:t>
            </a:r>
          </a:p>
        </p:txBody>
      </p:sp>
      <p:sp>
        <p:nvSpPr>
          <p:cNvPr id="5" name="Rectangle 4"/>
          <p:cNvSpPr/>
          <p:nvPr/>
        </p:nvSpPr>
        <p:spPr>
          <a:xfrm>
            <a:off x="1583499" y="1412776"/>
            <a:ext cx="9144000" cy="12416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fr-FR" sz="1867">
                <a:ea typeface="Tahoma" panose="020B0604030504040204" pitchFamily="34" charset="0"/>
                <a:cs typeface="Tahoma" panose="020B0604030504040204" pitchFamily="34" charset="0"/>
              </a:rPr>
              <a:t>La démarche BPM (</a:t>
            </a:r>
            <a:r>
              <a:rPr lang="fr-FR" sz="1867" b="1">
                <a:ea typeface="Tahoma" panose="020B0604030504040204" pitchFamily="34" charset="0"/>
                <a:cs typeface="Tahoma" panose="020B0604030504040204" pitchFamily="34" charset="0"/>
              </a:rPr>
              <a:t>Business </a:t>
            </a:r>
            <a:r>
              <a:rPr lang="fr-FR" sz="1867" b="1" err="1">
                <a:ea typeface="Tahoma" panose="020B0604030504040204" pitchFamily="34" charset="0"/>
                <a:cs typeface="Tahoma" panose="020B0604030504040204" pitchFamily="34" charset="0"/>
              </a:rPr>
              <a:t>Process</a:t>
            </a:r>
            <a:r>
              <a:rPr lang="fr-FR" sz="1867" b="1"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fr-FR" sz="1867" b="1" err="1">
                <a:ea typeface="Tahoma" panose="020B0604030504040204" pitchFamily="34" charset="0"/>
                <a:cs typeface="Tahoma" panose="020B0604030504040204" pitchFamily="34" charset="0"/>
              </a:rPr>
              <a:t>Managment</a:t>
            </a:r>
            <a:r>
              <a:rPr lang="fr-FR" sz="1867">
                <a:ea typeface="Tahoma" panose="020B0604030504040204" pitchFamily="34" charset="0"/>
                <a:cs typeface="Tahoma" panose="020B0604030504040204" pitchFamily="34" charset="0"/>
              </a:rPr>
              <a:t>), prônée par la </a:t>
            </a:r>
            <a:r>
              <a:rPr lang="fr-FR" sz="1867" b="1" i="1">
                <a:ea typeface="Tahoma" panose="020B0604030504040204" pitchFamily="34" charset="0"/>
                <a:cs typeface="Tahoma" panose="020B0604030504040204" pitchFamily="34" charset="0"/>
              </a:rPr>
              <a:t>norme ISO 9001 version 2015</a:t>
            </a:r>
            <a:r>
              <a:rPr lang="fr-FR" sz="1867">
                <a:ea typeface="Tahoma" panose="020B0604030504040204" pitchFamily="34" charset="0"/>
                <a:cs typeface="Tahoma" panose="020B0604030504040204" pitchFamily="34" charset="0"/>
              </a:rPr>
              <a:t>, s’intéresse à </a:t>
            </a:r>
            <a:r>
              <a:rPr lang="fr-FR" sz="1867" b="1">
                <a:solidFill>
                  <a:srgbClr val="FF0000"/>
                </a:solidFill>
                <a:ea typeface="Tahoma" panose="020B0604030504040204" pitchFamily="34" charset="0"/>
                <a:cs typeface="Tahoma" panose="020B0604030504040204" pitchFamily="34" charset="0"/>
              </a:rPr>
              <a:t>l’optimisation de la performance </a:t>
            </a:r>
            <a:r>
              <a:rPr lang="fr-FR" sz="1867">
                <a:ea typeface="Tahoma" panose="020B0604030504040204" pitchFamily="34" charset="0"/>
                <a:cs typeface="Tahoma" panose="020B0604030504040204" pitchFamily="34" charset="0"/>
              </a:rPr>
              <a:t>par une approche centrée autour des processus. Cette approche apporte une </a:t>
            </a:r>
            <a:r>
              <a:rPr lang="fr-FR" sz="1867" b="1">
                <a:solidFill>
                  <a:srgbClr val="FF0000"/>
                </a:solidFill>
                <a:ea typeface="Tahoma" panose="020B0604030504040204" pitchFamily="34" charset="0"/>
                <a:cs typeface="Tahoma" panose="020B0604030504040204" pitchFamily="34" charset="0"/>
              </a:rPr>
              <a:t>vision globale </a:t>
            </a:r>
            <a:r>
              <a:rPr lang="fr-FR" sz="1867">
                <a:ea typeface="Tahoma" panose="020B0604030504040204" pitchFamily="34" charset="0"/>
                <a:cs typeface="Tahoma" panose="020B0604030504040204" pitchFamily="34" charset="0"/>
              </a:rPr>
              <a:t>des différentes activités de l’entreprise en répondant au « quoi », « quand », « qui », « pourquoi » et « comment ».</a:t>
            </a:r>
          </a:p>
        </p:txBody>
      </p:sp>
      <p:sp>
        <p:nvSpPr>
          <p:cNvPr id="6" name="ZoneTexte 5"/>
          <p:cNvSpPr txBox="1"/>
          <p:nvPr/>
        </p:nvSpPr>
        <p:spPr>
          <a:xfrm rot="16200000">
            <a:off x="405197" y="1976075"/>
            <a:ext cx="1248271" cy="318100"/>
          </a:xfrm>
          <a:prstGeom prst="rect">
            <a:avLst/>
          </a:prstGeom>
          <a:noFill/>
          <a:ln>
            <a:solidFill>
              <a:schemeClr val="accent5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sz="1467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Définition</a:t>
            </a:r>
          </a:p>
        </p:txBody>
      </p:sp>
      <p:sp>
        <p:nvSpPr>
          <p:cNvPr id="7" name="ZoneTexte 6"/>
          <p:cNvSpPr txBox="1"/>
          <p:nvPr/>
        </p:nvSpPr>
        <p:spPr>
          <a:xfrm rot="16200000">
            <a:off x="-279634" y="4323053"/>
            <a:ext cx="2617929" cy="318100"/>
          </a:xfrm>
          <a:prstGeom prst="rect">
            <a:avLst/>
          </a:prstGeom>
          <a:noFill/>
          <a:ln>
            <a:solidFill>
              <a:schemeClr val="accent5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sz="1467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Apports de la démarche </a:t>
            </a:r>
          </a:p>
        </p:txBody>
      </p:sp>
      <p:sp>
        <p:nvSpPr>
          <p:cNvPr id="8" name="Rectangle 7"/>
          <p:cNvSpPr/>
          <p:nvPr/>
        </p:nvSpPr>
        <p:spPr>
          <a:xfrm>
            <a:off x="1632559" y="2837099"/>
            <a:ext cx="8447884" cy="38275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867" i="1">
                <a:solidFill>
                  <a:schemeClr val="accent5"/>
                </a:solidFill>
              </a:rPr>
              <a:t>Au niveau de l’organisation,</a:t>
            </a:r>
          </a:p>
          <a:p>
            <a:pPr marL="990575" lvl="1" indent="-380990">
              <a:buFont typeface="Arial" panose="020B0604020202020204" pitchFamily="34" charset="0"/>
              <a:buChar char="•"/>
            </a:pPr>
            <a:r>
              <a:rPr lang="fr-FR" sz="1867" b="1"/>
              <a:t>Vision globale </a:t>
            </a:r>
            <a:r>
              <a:rPr lang="fr-FR" sz="1867"/>
              <a:t>de l’organisation </a:t>
            </a:r>
          </a:p>
          <a:p>
            <a:pPr marL="990575" lvl="1" indent="-380990">
              <a:buFont typeface="Arial" panose="020B0604020202020204" pitchFamily="34" charset="0"/>
              <a:buChar char="•"/>
            </a:pPr>
            <a:r>
              <a:rPr lang="fr-FR" sz="1867" b="1"/>
              <a:t>Sécurisation</a:t>
            </a:r>
            <a:r>
              <a:rPr lang="fr-FR" sz="1867"/>
              <a:t> du déroulement des activités et </a:t>
            </a:r>
            <a:r>
              <a:rPr lang="fr-FR" sz="1867" b="1"/>
              <a:t>contrôle</a:t>
            </a:r>
            <a:r>
              <a:rPr lang="fr-FR" sz="1867"/>
              <a:t> des risques</a:t>
            </a:r>
          </a:p>
          <a:p>
            <a:pPr marL="990575" lvl="1" indent="-380990">
              <a:buFont typeface="Arial" panose="020B0604020202020204" pitchFamily="34" charset="0"/>
              <a:buChar char="•"/>
            </a:pPr>
            <a:r>
              <a:rPr lang="fr-FR" sz="1867"/>
              <a:t>Meilleure </a:t>
            </a:r>
            <a:r>
              <a:rPr lang="fr-FR" sz="1867" b="1"/>
              <a:t>visibilité</a:t>
            </a:r>
            <a:r>
              <a:rPr lang="fr-FR" sz="1867"/>
              <a:t> des rôles au sein des processus (</a:t>
            </a:r>
            <a:r>
              <a:rPr lang="fr-FR" sz="1867" b="1"/>
              <a:t>RACI</a:t>
            </a:r>
            <a:r>
              <a:rPr lang="fr-FR" sz="1867"/>
              <a:t>)</a:t>
            </a:r>
          </a:p>
          <a:p>
            <a:r>
              <a:rPr lang="fr-FR" sz="1867" i="1">
                <a:solidFill>
                  <a:schemeClr val="accent5"/>
                </a:solidFill>
              </a:rPr>
              <a:t>Au niveau de l’</a:t>
            </a:r>
            <a:r>
              <a:rPr lang="fr-FR" sz="1867" i="1" err="1">
                <a:solidFill>
                  <a:schemeClr val="accent5"/>
                </a:solidFill>
              </a:rPr>
              <a:t>execution</a:t>
            </a:r>
            <a:r>
              <a:rPr lang="fr-FR" sz="1867">
                <a:solidFill>
                  <a:schemeClr val="accent5"/>
                </a:solidFill>
              </a:rPr>
              <a:t>,</a:t>
            </a:r>
          </a:p>
          <a:p>
            <a:pPr marL="990575" lvl="1" indent="-380990">
              <a:buFont typeface="Arial" panose="020B0604020202020204" pitchFamily="34" charset="0"/>
              <a:buChar char="•"/>
            </a:pPr>
            <a:r>
              <a:rPr lang="fr-FR" sz="1867" b="1"/>
              <a:t>Fluidité</a:t>
            </a:r>
            <a:r>
              <a:rPr lang="fr-FR" sz="1867"/>
              <a:t> des échanges au sein de l’entreprise </a:t>
            </a:r>
          </a:p>
          <a:p>
            <a:pPr marL="990575" lvl="1" indent="-380990">
              <a:buFont typeface="Arial" panose="020B0604020202020204" pitchFamily="34" charset="0"/>
              <a:buChar char="•"/>
            </a:pPr>
            <a:r>
              <a:rPr lang="fr-FR" sz="1867"/>
              <a:t>Communication </a:t>
            </a:r>
            <a:r>
              <a:rPr lang="fr-FR" sz="1867" b="1"/>
              <a:t>transversale</a:t>
            </a:r>
            <a:r>
              <a:rPr lang="fr-FR" sz="1867"/>
              <a:t> </a:t>
            </a:r>
          </a:p>
          <a:p>
            <a:pPr marL="990575" lvl="1" indent="-380990">
              <a:buFont typeface="Arial" panose="020B0604020202020204" pitchFamily="34" charset="0"/>
              <a:buChar char="•"/>
            </a:pPr>
            <a:r>
              <a:rPr lang="fr-FR" sz="1867" b="1"/>
              <a:t>Collaboration</a:t>
            </a:r>
            <a:r>
              <a:rPr lang="fr-FR" sz="1867"/>
              <a:t> entre les différentes équipes</a:t>
            </a:r>
          </a:p>
          <a:p>
            <a:r>
              <a:rPr lang="fr-FR" sz="1867" i="1">
                <a:solidFill>
                  <a:schemeClr val="accent5"/>
                </a:solidFill>
              </a:rPr>
              <a:t>Au niveau du suivi et du pilotage,</a:t>
            </a:r>
          </a:p>
          <a:p>
            <a:pPr marL="990575" lvl="1" indent="-380990">
              <a:buFont typeface="Arial" panose="020B0604020202020204" pitchFamily="34" charset="0"/>
              <a:buChar char="•"/>
            </a:pPr>
            <a:r>
              <a:rPr lang="fr-FR" sz="1867"/>
              <a:t>Mise en place et suivi </a:t>
            </a:r>
            <a:r>
              <a:rPr lang="fr-FR" sz="1867" b="1"/>
              <a:t>d’indicateurs</a:t>
            </a:r>
          </a:p>
          <a:p>
            <a:pPr marL="990575" lvl="1" indent="-380990">
              <a:buFont typeface="Arial" panose="020B0604020202020204" pitchFamily="34" charset="0"/>
              <a:buChar char="•"/>
            </a:pPr>
            <a:r>
              <a:rPr lang="fr-FR" sz="1867"/>
              <a:t>Mise en évidence de </a:t>
            </a:r>
            <a:r>
              <a:rPr lang="fr-FR" sz="1867" b="1"/>
              <a:t>dysfonctionnements</a:t>
            </a:r>
            <a:r>
              <a:rPr lang="fr-FR" sz="1867"/>
              <a:t> </a:t>
            </a:r>
          </a:p>
          <a:p>
            <a:pPr marL="990575" lvl="1" indent="-380990">
              <a:buFont typeface="Arial" panose="020B0604020202020204" pitchFamily="34" charset="0"/>
              <a:buChar char="•"/>
            </a:pPr>
            <a:r>
              <a:rPr lang="fr-FR" sz="1867"/>
              <a:t>Accompagnement de la démarche </a:t>
            </a:r>
            <a:r>
              <a:rPr lang="fr-FR" sz="1867" b="1"/>
              <a:t>d’amélioration continue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endParaRPr lang="fr-FR" sz="1867"/>
          </a:p>
        </p:txBody>
      </p:sp>
    </p:spTree>
    <p:extLst>
      <p:ext uri="{BB962C8B-B14F-4D97-AF65-F5344CB8AC3E}">
        <p14:creationId xmlns:p14="http://schemas.microsoft.com/office/powerpoint/2010/main" val="31919118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Tableau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9495016"/>
              </p:ext>
            </p:extLst>
          </p:nvPr>
        </p:nvGraphicFramePr>
        <p:xfrm>
          <a:off x="836631" y="1167341"/>
          <a:ext cx="4974621" cy="56079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88563">
                  <a:extLst>
                    <a:ext uri="{9D8B030D-6E8A-4147-A177-3AD203B41FA5}">
                      <a16:colId xmlns:a16="http://schemas.microsoft.com/office/drawing/2014/main" val="1016517965"/>
                    </a:ext>
                  </a:extLst>
                </a:gridCol>
                <a:gridCol w="1584093">
                  <a:extLst>
                    <a:ext uri="{9D8B030D-6E8A-4147-A177-3AD203B41FA5}">
                      <a16:colId xmlns:a16="http://schemas.microsoft.com/office/drawing/2014/main" val="2732424858"/>
                    </a:ext>
                  </a:extLst>
                </a:gridCol>
                <a:gridCol w="890497">
                  <a:extLst>
                    <a:ext uri="{9D8B030D-6E8A-4147-A177-3AD203B41FA5}">
                      <a16:colId xmlns:a16="http://schemas.microsoft.com/office/drawing/2014/main" val="3446518124"/>
                    </a:ext>
                  </a:extLst>
                </a:gridCol>
                <a:gridCol w="1411468">
                  <a:extLst>
                    <a:ext uri="{9D8B030D-6E8A-4147-A177-3AD203B41FA5}">
                      <a16:colId xmlns:a16="http://schemas.microsoft.com/office/drawing/2014/main" val="796687613"/>
                    </a:ext>
                  </a:extLst>
                </a:gridCol>
              </a:tblGrid>
              <a:tr h="791279">
                <a:tc>
                  <a:txBody>
                    <a:bodyPr/>
                    <a:lstStyle/>
                    <a:p>
                      <a:pPr algn="ctr"/>
                      <a:r>
                        <a:rPr lang="fr-FR" sz="1200" b="1">
                          <a:solidFill>
                            <a:schemeClr val="bg1"/>
                          </a:solidFill>
                        </a:rPr>
                        <a:t>Famille de la chaîne de valeur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B7FAC"/>
                    </a:solidFill>
                  </a:tcPr>
                </a:tc>
                <a:tc gridSpan="3">
                  <a:txBody>
                    <a:bodyPr/>
                    <a:lstStyle/>
                    <a:p>
                      <a:r>
                        <a:rPr lang="fr-FR" sz="1200" err="1"/>
                        <a:t>Core</a:t>
                      </a:r>
                      <a:r>
                        <a:rPr lang="fr-FR" sz="1200"/>
                        <a:t> Business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7903403"/>
                  </a:ext>
                </a:extLst>
              </a:tr>
              <a:tr h="791279">
                <a:tc>
                  <a:txBody>
                    <a:bodyPr/>
                    <a:lstStyle/>
                    <a:p>
                      <a:pPr marL="0" marR="0" lvl="0" indent="0" algn="ctr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b="1">
                          <a:solidFill>
                            <a:schemeClr val="bg1"/>
                          </a:solidFill>
                        </a:rPr>
                        <a:t>Maillon chaîne de valeur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B7FAC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/>
                        <a:t>Run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5999517"/>
                  </a:ext>
                </a:extLst>
              </a:tr>
              <a:tr h="560488">
                <a:tc>
                  <a:txBody>
                    <a:bodyPr/>
                    <a:lstStyle/>
                    <a:p>
                      <a:pPr algn="ctr"/>
                      <a:r>
                        <a:rPr lang="fr-FR" sz="1200" b="1">
                          <a:solidFill>
                            <a:schemeClr val="bg1"/>
                          </a:solidFill>
                        </a:rPr>
                        <a:t>Macro</a:t>
                      </a:r>
                      <a:r>
                        <a:rPr lang="fr-FR" sz="1200" b="1" baseline="0">
                          <a:solidFill>
                            <a:schemeClr val="bg1"/>
                          </a:solidFill>
                        </a:rPr>
                        <a:t> processus</a:t>
                      </a:r>
                      <a:endParaRPr lang="fr-FR" sz="1200" b="1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B7FAC"/>
                    </a:solidFill>
                  </a:tcPr>
                </a:tc>
                <a:tc gridSpan="3">
                  <a:txBody>
                    <a:bodyPr/>
                    <a:lstStyle/>
                    <a:p>
                      <a:r>
                        <a:rPr lang="fr-FR" sz="1200"/>
                        <a:t>ISP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1360870"/>
                  </a:ext>
                </a:extLst>
              </a:tr>
              <a:tr h="362670">
                <a:tc>
                  <a:txBody>
                    <a:bodyPr/>
                    <a:lstStyle/>
                    <a:p>
                      <a:pPr marL="0" marR="0" lvl="0" indent="0" algn="ctr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b="1">
                          <a:solidFill>
                            <a:schemeClr val="bg1"/>
                          </a:solidFill>
                        </a:rPr>
                        <a:t>Processus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B7FAC"/>
                    </a:solidFill>
                  </a:tcPr>
                </a:tc>
                <a:tc gridSpan="3">
                  <a:txBody>
                    <a:bodyPr/>
                    <a:lstStyle/>
                    <a:p>
                      <a:r>
                        <a:rPr lang="fr-FR" sz="1200" b="1"/>
                        <a:t>Installation ISP B2C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914622"/>
                  </a:ext>
                </a:extLst>
              </a:tr>
              <a:tr h="1252856">
                <a:tc>
                  <a:txBody>
                    <a:bodyPr/>
                    <a:lstStyle/>
                    <a:p>
                      <a:pPr algn="ctr"/>
                      <a:r>
                        <a:rPr lang="fr-FR" sz="1200" b="1">
                          <a:solidFill>
                            <a:schemeClr val="bg1"/>
                          </a:solidFill>
                        </a:rPr>
                        <a:t>Début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DC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/>
                        <a:t>Souscription qui génère la création du </a:t>
                      </a:r>
                      <a:r>
                        <a:rPr lang="fr-FR" sz="1200" err="1"/>
                        <a:t>WorkOrder</a:t>
                      </a:r>
                      <a:r>
                        <a:rPr lang="fr-FR" sz="1200"/>
                        <a:t> d'installation dans </a:t>
                      </a:r>
                      <a:r>
                        <a:rPr lang="fr-FR" sz="1200" err="1"/>
                        <a:t>Pxo</a:t>
                      </a:r>
                      <a:endParaRPr lang="fr-FR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b="1" i="0">
                          <a:solidFill>
                            <a:schemeClr val="bg1"/>
                          </a:solidFill>
                        </a:rPr>
                        <a:t>Fin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DC8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200"/>
                        <a:t>Début du service</a:t>
                      </a:r>
                    </a:p>
                    <a:p>
                      <a:r>
                        <a:rPr lang="fr-FR" sz="1200"/>
                        <a:t>KO provisoire</a:t>
                      </a:r>
                    </a:p>
                    <a:p>
                      <a:r>
                        <a:rPr lang="fr-FR" sz="1200"/>
                        <a:t>KO </a:t>
                      </a:r>
                      <a:r>
                        <a:rPr lang="fr-FR" sz="1200" err="1"/>
                        <a:t>défintif</a:t>
                      </a:r>
                      <a:endParaRPr lang="fr-FR" sz="1200"/>
                    </a:p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628231715"/>
                  </a:ext>
                </a:extLst>
              </a:tr>
              <a:tr h="1288855">
                <a:tc>
                  <a:txBody>
                    <a:bodyPr/>
                    <a:lstStyle/>
                    <a:p>
                      <a:pPr marL="0" marR="0" lvl="0" indent="0" algn="ctr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b="1">
                          <a:solidFill>
                            <a:schemeClr val="bg1"/>
                          </a:solidFill>
                        </a:rPr>
                        <a:t>Fournisseur input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DC8E8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fr-FR" sz="1200"/>
                        <a:t>Stock Consommables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fr-FR" sz="1200"/>
                        <a:t>MQ</a:t>
                      </a:r>
                    </a:p>
                    <a:p>
                      <a:pPr marL="171450" marR="0" lvl="0" indent="-17145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r-FR" sz="1200"/>
                        <a:t>SI : CGA Web, </a:t>
                      </a:r>
                      <a:r>
                        <a:rPr lang="fr-FR" sz="1200" err="1"/>
                        <a:t>Netcracker</a:t>
                      </a:r>
                      <a:endParaRPr lang="fr-FR" sz="1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0025611"/>
                  </a:ext>
                </a:extLst>
              </a:tr>
              <a:tr h="560488">
                <a:tc>
                  <a:txBody>
                    <a:bodyPr/>
                    <a:lstStyle/>
                    <a:p>
                      <a:pPr algn="ctr"/>
                      <a:r>
                        <a:rPr lang="fr-FR" sz="1200" b="1">
                          <a:solidFill>
                            <a:schemeClr val="bg1"/>
                          </a:solidFill>
                        </a:rPr>
                        <a:t>Fonctions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DC8E8"/>
                    </a:solidFill>
                  </a:tcPr>
                </a:tc>
                <a:tc gridSpan="3">
                  <a:txBody>
                    <a:bodyPr/>
                    <a:lstStyle/>
                    <a:p>
                      <a:r>
                        <a:rPr lang="fr-FR" sz="1200"/>
                        <a:t>Client Installation Dispatcher (NETIS)</a:t>
                      </a:r>
                    </a:p>
                    <a:p>
                      <a:r>
                        <a:rPr lang="fr-FR" sz="1200"/>
                        <a:t>Technicien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fr-FR" sz="1400" b="1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fr-FR" sz="14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95062787"/>
                  </a:ext>
                </a:extLst>
              </a:tr>
            </a:tbl>
          </a:graphicData>
        </a:graphic>
      </p:graphicFrame>
      <p:sp>
        <p:nvSpPr>
          <p:cNvPr id="3" name="Titr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Carte identité processus – Installation ISP B2C</a:t>
            </a:r>
          </a:p>
        </p:txBody>
      </p:sp>
      <p:graphicFrame>
        <p:nvGraphicFramePr>
          <p:cNvPr id="12" name="Tableau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7850692"/>
              </p:ext>
            </p:extLst>
          </p:nvPr>
        </p:nvGraphicFramePr>
        <p:xfrm>
          <a:off x="6178532" y="1167342"/>
          <a:ext cx="5270518" cy="560791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94439">
                  <a:extLst>
                    <a:ext uri="{9D8B030D-6E8A-4147-A177-3AD203B41FA5}">
                      <a16:colId xmlns:a16="http://schemas.microsoft.com/office/drawing/2014/main" val="1170727219"/>
                    </a:ext>
                  </a:extLst>
                </a:gridCol>
                <a:gridCol w="4076079">
                  <a:extLst>
                    <a:ext uri="{9D8B030D-6E8A-4147-A177-3AD203B41FA5}">
                      <a16:colId xmlns:a16="http://schemas.microsoft.com/office/drawing/2014/main" val="1953787792"/>
                    </a:ext>
                  </a:extLst>
                </a:gridCol>
              </a:tblGrid>
              <a:tr h="607973">
                <a:tc>
                  <a:txBody>
                    <a:bodyPr/>
                    <a:lstStyle/>
                    <a:p>
                      <a:pPr algn="ctr"/>
                      <a:r>
                        <a:rPr lang="fr-FR" sz="1200" b="1">
                          <a:solidFill>
                            <a:schemeClr val="bg1"/>
                          </a:solidFill>
                        </a:rPr>
                        <a:t>Location des acteurs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C8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200"/>
                        <a:t>Partenaires sauf Congo interne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07097725"/>
                  </a:ext>
                </a:extLst>
              </a:tr>
              <a:tr h="607973">
                <a:tc>
                  <a:txBody>
                    <a:bodyPr/>
                    <a:lstStyle/>
                    <a:p>
                      <a:pPr marL="0" marR="0" lvl="0" indent="0" algn="ctr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b="1">
                          <a:solidFill>
                            <a:schemeClr val="bg1"/>
                          </a:solidFill>
                        </a:rPr>
                        <a:t>SI de mise en œuvre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C8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200" err="1"/>
                        <a:t>Praxedo</a:t>
                      </a:r>
                      <a:r>
                        <a:rPr lang="fr-FR" sz="1200" baseline="0"/>
                        <a:t> : vue superviseur et application mobile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12474209"/>
                  </a:ext>
                </a:extLst>
              </a:tr>
              <a:tr h="1859686">
                <a:tc>
                  <a:txBody>
                    <a:bodyPr/>
                    <a:lstStyle/>
                    <a:p>
                      <a:pPr algn="ctr"/>
                      <a:r>
                        <a:rPr lang="fr-FR" sz="1200" b="1">
                          <a:solidFill>
                            <a:schemeClr val="bg1"/>
                          </a:solidFill>
                        </a:rPr>
                        <a:t>Mesure de la performance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C8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200"/>
                        <a:t>Délai maximal de 24H pour le 1er appel (note)</a:t>
                      </a:r>
                    </a:p>
                    <a:p>
                      <a:r>
                        <a:rPr lang="fr-FR" sz="1200"/>
                        <a:t>Longueur</a:t>
                      </a:r>
                      <a:r>
                        <a:rPr lang="fr-FR" sz="1200" baseline="0"/>
                        <a:t> moyenne d’installation</a:t>
                      </a:r>
                      <a:endParaRPr lang="fr-FR" sz="1200"/>
                    </a:p>
                    <a:p>
                      <a:r>
                        <a:rPr lang="fr-FR" sz="1200"/>
                        <a:t>Taux de réussite installation</a:t>
                      </a:r>
                    </a:p>
                    <a:p>
                      <a:r>
                        <a:rPr lang="fr-FR" sz="1200"/>
                        <a:t>Signal</a:t>
                      </a:r>
                      <a:r>
                        <a:rPr lang="fr-FR" sz="1200" baseline="0"/>
                        <a:t> reçu PTO</a:t>
                      </a:r>
                    </a:p>
                    <a:p>
                      <a:r>
                        <a:rPr lang="fr-FR" sz="1200" baseline="0"/>
                        <a:t>Note installation </a:t>
                      </a:r>
                      <a:r>
                        <a:rPr lang="fr-FR" sz="1200" baseline="0" err="1"/>
                        <a:t>Welcome</a:t>
                      </a:r>
                      <a:r>
                        <a:rPr lang="fr-FR" sz="1200" baseline="0"/>
                        <a:t> call</a:t>
                      </a:r>
                    </a:p>
                    <a:p>
                      <a:r>
                        <a:rPr lang="fr-FR" sz="1200"/>
                        <a:t>Durée d'installation =&lt; 3 heures </a:t>
                      </a:r>
                    </a:p>
                    <a:p>
                      <a:r>
                        <a:rPr lang="fr-FR" sz="1200"/>
                        <a:t>Délai de 2h entre l'envoi du compte rendu par le technicien et la validation</a:t>
                      </a:r>
                    </a:p>
                    <a:p>
                      <a:r>
                        <a:rPr lang="fr-FR" sz="1200"/>
                        <a:t>Délai d'installation  (entre souscription et installation effective) =&lt; 7 jours </a:t>
                      </a:r>
                    </a:p>
                    <a:p>
                      <a:r>
                        <a:rPr lang="fr-FR" sz="1200"/>
                        <a:t>Taux de coupures franches après installation (30 jours)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04683358"/>
                  </a:ext>
                </a:extLst>
              </a:tr>
              <a:tr h="929843">
                <a:tc>
                  <a:txBody>
                    <a:bodyPr/>
                    <a:lstStyle/>
                    <a:p>
                      <a:pPr algn="ctr"/>
                      <a:r>
                        <a:rPr lang="fr-FR" sz="1200" b="1">
                          <a:solidFill>
                            <a:schemeClr val="bg1"/>
                          </a:solidFill>
                        </a:rPr>
                        <a:t>Points de contrôle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C8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200"/>
                        <a:t>Raccordement ISP extérieur</a:t>
                      </a:r>
                    </a:p>
                    <a:p>
                      <a:r>
                        <a:rPr lang="fr-FR" sz="1200"/>
                        <a:t>Raccordement</a:t>
                      </a:r>
                      <a:r>
                        <a:rPr lang="fr-FR" sz="1200" baseline="0"/>
                        <a:t> ISP </a:t>
                      </a:r>
                      <a:r>
                        <a:rPr lang="fr-FR" sz="1200"/>
                        <a:t>intérieur</a:t>
                      </a:r>
                    </a:p>
                    <a:p>
                      <a:r>
                        <a:rPr lang="fr-FR" sz="1200"/>
                        <a:t>Inventaire</a:t>
                      </a:r>
                      <a:r>
                        <a:rPr lang="fr-FR" sz="1200" baseline="0"/>
                        <a:t> des consommables</a:t>
                      </a:r>
                      <a:endParaRPr lang="fr-FR" sz="1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06359023"/>
                  </a:ext>
                </a:extLst>
              </a:tr>
              <a:tr h="1359003">
                <a:tc>
                  <a:txBody>
                    <a:bodyPr/>
                    <a:lstStyle/>
                    <a:p>
                      <a:pPr marL="0" marR="0" lvl="0" indent="0" algn="ctr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b="1">
                          <a:solidFill>
                            <a:schemeClr val="bg1"/>
                          </a:solidFill>
                        </a:rPr>
                        <a:t>Sous processus liés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9C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200"/>
                        <a:t>Gestion KO pré installation</a:t>
                      </a:r>
                    </a:p>
                    <a:p>
                      <a:r>
                        <a:rPr lang="fr-FR" sz="1200"/>
                        <a:t>Gestion KO installation</a:t>
                      </a:r>
                    </a:p>
                    <a:p>
                      <a:r>
                        <a:rPr lang="fr-FR" sz="1200"/>
                        <a:t>Planification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01267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72931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6"/>
          <p:cNvSpPr txBox="1">
            <a:spLocks/>
          </p:cNvSpPr>
          <p:nvPr/>
        </p:nvSpPr>
        <p:spPr bwMode="gray">
          <a:xfrm>
            <a:off x="303983" y="495324"/>
            <a:ext cx="10727165" cy="332547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l" defTabSz="1219170" rtl="0" eaLnBrk="1" latinLnBrk="0" hangingPunct="1">
              <a:spcBef>
                <a:spcPct val="0"/>
              </a:spcBef>
              <a:buNone/>
              <a:defRPr sz="3200" kern="1200" cap="none" baseline="0">
                <a:solidFill>
                  <a:schemeClr val="accent5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err="1"/>
              <a:t>Modélisation</a:t>
            </a:r>
            <a:r>
              <a:rPr lang="en-US"/>
              <a:t> </a:t>
            </a:r>
            <a:r>
              <a:rPr lang="fr-FR"/>
              <a:t>– Installation ISP B2C</a:t>
            </a:r>
            <a:endParaRPr lang="en-US"/>
          </a:p>
        </p:txBody>
      </p:sp>
      <p:sp>
        <p:nvSpPr>
          <p:cNvPr id="4" name="ZoneTexte 3"/>
          <p:cNvSpPr txBox="1"/>
          <p:nvPr/>
        </p:nvSpPr>
        <p:spPr>
          <a:xfrm>
            <a:off x="647205" y="1409033"/>
            <a:ext cx="5931725" cy="72439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fr-FR" b="1"/>
              <a:t>Convention de modélisation :</a:t>
            </a:r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2830" y="2336748"/>
            <a:ext cx="609685" cy="581106"/>
          </a:xfrm>
          <a:prstGeom prst="rect">
            <a:avLst/>
          </a:prstGeom>
        </p:spPr>
      </p:pic>
      <p:pic>
        <p:nvPicPr>
          <p:cNvPr id="6" name="Imag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5487" y="3105737"/>
            <a:ext cx="784369" cy="616291"/>
          </a:xfrm>
          <a:prstGeom prst="rect">
            <a:avLst/>
          </a:prstGeom>
        </p:spPr>
      </p:pic>
      <p:pic>
        <p:nvPicPr>
          <p:cNvPr id="7" name="Imag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4902" y="4082946"/>
            <a:ext cx="1065120" cy="342948"/>
          </a:xfrm>
          <a:prstGeom prst="rect">
            <a:avLst/>
          </a:prstGeom>
        </p:spPr>
      </p:pic>
      <p:cxnSp>
        <p:nvCxnSpPr>
          <p:cNvPr id="9" name="Connecteur droit avec flèche 8"/>
          <p:cNvCxnSpPr/>
          <p:nvPr/>
        </p:nvCxnSpPr>
        <p:spPr>
          <a:xfrm>
            <a:off x="8029950" y="5100981"/>
            <a:ext cx="855024" cy="5937"/>
          </a:xfrm>
          <a:prstGeom prst="straightConnector1">
            <a:avLst/>
          </a:prstGeom>
          <a:ln w="9525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Image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96858" y="2244359"/>
            <a:ext cx="1099220" cy="804307"/>
          </a:xfrm>
          <a:prstGeom prst="rect">
            <a:avLst/>
          </a:prstGeom>
        </p:spPr>
      </p:pic>
      <p:pic>
        <p:nvPicPr>
          <p:cNvPr id="13" name="Image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23410" y="3331315"/>
            <a:ext cx="1246117" cy="927766"/>
          </a:xfrm>
          <a:prstGeom prst="rect">
            <a:avLst/>
          </a:prstGeom>
        </p:spPr>
      </p:pic>
      <p:pic>
        <p:nvPicPr>
          <p:cNvPr id="14" name="Image 1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4003" y="2336748"/>
            <a:ext cx="658286" cy="545143"/>
          </a:xfrm>
          <a:prstGeom prst="rect">
            <a:avLst/>
          </a:prstGeom>
        </p:spPr>
      </p:pic>
      <p:pic>
        <p:nvPicPr>
          <p:cNvPr id="15" name="Image 1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3042" y="3071646"/>
            <a:ext cx="531900" cy="563188"/>
          </a:xfrm>
          <a:prstGeom prst="rect">
            <a:avLst/>
          </a:prstGeom>
        </p:spPr>
      </p:pic>
      <p:pic>
        <p:nvPicPr>
          <p:cNvPr id="16" name="Image 15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4003" y="3836692"/>
            <a:ext cx="560939" cy="521574"/>
          </a:xfrm>
          <a:prstGeom prst="rect">
            <a:avLst/>
          </a:prstGeom>
        </p:spPr>
      </p:pic>
      <p:pic>
        <p:nvPicPr>
          <p:cNvPr id="17" name="Image 16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58140" y="4580131"/>
            <a:ext cx="592667" cy="553155"/>
          </a:xfrm>
          <a:prstGeom prst="rect">
            <a:avLst/>
          </a:prstGeom>
        </p:spPr>
      </p:pic>
      <p:sp>
        <p:nvSpPr>
          <p:cNvPr id="18" name="ZoneTexte 17"/>
          <p:cNvSpPr txBox="1"/>
          <p:nvPr/>
        </p:nvSpPr>
        <p:spPr>
          <a:xfrm>
            <a:off x="1407226" y="2484911"/>
            <a:ext cx="1650670" cy="32320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fr-FR" sz="1400"/>
              <a:t>Elément d’entrée</a:t>
            </a:r>
          </a:p>
        </p:txBody>
      </p:sp>
      <p:sp>
        <p:nvSpPr>
          <p:cNvPr id="19" name="ZoneTexte 18"/>
          <p:cNvSpPr txBox="1"/>
          <p:nvPr/>
        </p:nvSpPr>
        <p:spPr>
          <a:xfrm>
            <a:off x="1395329" y="3237788"/>
            <a:ext cx="1650670" cy="32320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fr-FR" sz="1400"/>
              <a:t>Elément de sortie</a:t>
            </a:r>
          </a:p>
        </p:txBody>
      </p:sp>
      <p:sp>
        <p:nvSpPr>
          <p:cNvPr id="20" name="ZoneTexte 19"/>
          <p:cNvSpPr txBox="1"/>
          <p:nvPr/>
        </p:nvSpPr>
        <p:spPr>
          <a:xfrm>
            <a:off x="1395329" y="3935874"/>
            <a:ext cx="1650670" cy="32320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fr-FR" sz="1400"/>
              <a:t>KO définitif</a:t>
            </a:r>
          </a:p>
        </p:txBody>
      </p:sp>
      <p:sp>
        <p:nvSpPr>
          <p:cNvPr id="21" name="ZoneTexte 20"/>
          <p:cNvSpPr txBox="1"/>
          <p:nvPr/>
        </p:nvSpPr>
        <p:spPr>
          <a:xfrm>
            <a:off x="1395329" y="4743542"/>
            <a:ext cx="1650670" cy="32320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fr-FR" sz="1400"/>
              <a:t>KO provisoire</a:t>
            </a:r>
          </a:p>
        </p:txBody>
      </p:sp>
      <p:sp>
        <p:nvSpPr>
          <p:cNvPr id="22" name="ZoneTexte 21"/>
          <p:cNvSpPr txBox="1"/>
          <p:nvPr/>
        </p:nvSpPr>
        <p:spPr>
          <a:xfrm>
            <a:off x="5810069" y="2530124"/>
            <a:ext cx="1650670" cy="32320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fr-FR" sz="1400"/>
              <a:t>Activité</a:t>
            </a:r>
          </a:p>
        </p:txBody>
      </p:sp>
      <p:sp>
        <p:nvSpPr>
          <p:cNvPr id="23" name="ZoneTexte 22"/>
          <p:cNvSpPr txBox="1"/>
          <p:nvPr/>
        </p:nvSpPr>
        <p:spPr>
          <a:xfrm>
            <a:off x="5816007" y="3707535"/>
            <a:ext cx="1650670" cy="32320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fr-FR" sz="1400"/>
              <a:t>Sous processus</a:t>
            </a:r>
          </a:p>
        </p:txBody>
      </p:sp>
      <p:sp>
        <p:nvSpPr>
          <p:cNvPr id="24" name="ZoneTexte 23"/>
          <p:cNvSpPr txBox="1"/>
          <p:nvPr/>
        </p:nvSpPr>
        <p:spPr>
          <a:xfrm>
            <a:off x="9212779" y="2499400"/>
            <a:ext cx="1650670" cy="32320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fr-FR" sz="1400"/>
              <a:t>Choix / condition</a:t>
            </a:r>
          </a:p>
        </p:txBody>
      </p:sp>
      <p:sp>
        <p:nvSpPr>
          <p:cNvPr id="25" name="ZoneTexte 24"/>
          <p:cNvSpPr txBox="1"/>
          <p:nvPr/>
        </p:nvSpPr>
        <p:spPr>
          <a:xfrm>
            <a:off x="9212779" y="3323198"/>
            <a:ext cx="1650670" cy="32320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fr-FR" sz="1400"/>
              <a:t>Activités en parallèle</a:t>
            </a:r>
          </a:p>
        </p:txBody>
      </p:sp>
      <p:sp>
        <p:nvSpPr>
          <p:cNvPr id="26" name="ZoneTexte 25"/>
          <p:cNvSpPr txBox="1"/>
          <p:nvPr/>
        </p:nvSpPr>
        <p:spPr>
          <a:xfrm>
            <a:off x="9212779" y="4146996"/>
            <a:ext cx="2252847" cy="32320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fr-FR" sz="1400"/>
              <a:t>Actions SI liées à une activité</a:t>
            </a:r>
          </a:p>
        </p:txBody>
      </p:sp>
      <p:sp>
        <p:nvSpPr>
          <p:cNvPr id="27" name="ZoneTexte 26"/>
          <p:cNvSpPr txBox="1"/>
          <p:nvPr/>
        </p:nvSpPr>
        <p:spPr>
          <a:xfrm>
            <a:off x="9171213" y="4939376"/>
            <a:ext cx="2252847" cy="32320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fr-FR" sz="1400"/>
              <a:t>Flux</a:t>
            </a:r>
          </a:p>
        </p:txBody>
      </p:sp>
      <p:pic>
        <p:nvPicPr>
          <p:cNvPr id="28" name="Image 27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819392" y="4638752"/>
            <a:ext cx="341618" cy="300624"/>
          </a:xfrm>
          <a:prstGeom prst="rect">
            <a:avLst/>
          </a:prstGeom>
        </p:spPr>
      </p:pic>
      <p:pic>
        <p:nvPicPr>
          <p:cNvPr id="29" name="Image 28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833260" y="5319047"/>
            <a:ext cx="327750" cy="317178"/>
          </a:xfrm>
          <a:prstGeom prst="rect">
            <a:avLst/>
          </a:prstGeom>
        </p:spPr>
      </p:pic>
      <p:sp>
        <p:nvSpPr>
          <p:cNvPr id="30" name="ZoneTexte 29"/>
          <p:cNvSpPr txBox="1"/>
          <p:nvPr/>
        </p:nvSpPr>
        <p:spPr>
          <a:xfrm>
            <a:off x="5810069" y="4689883"/>
            <a:ext cx="1650670" cy="32320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fr-FR" sz="1400"/>
              <a:t>Action humaine</a:t>
            </a:r>
          </a:p>
        </p:txBody>
      </p:sp>
      <p:sp>
        <p:nvSpPr>
          <p:cNvPr id="31" name="ZoneTexte 30"/>
          <p:cNvSpPr txBox="1"/>
          <p:nvPr/>
        </p:nvSpPr>
        <p:spPr>
          <a:xfrm>
            <a:off x="5810069" y="5398694"/>
            <a:ext cx="1650670" cy="32320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fr-FR" sz="1400"/>
              <a:t>Action automatique</a:t>
            </a:r>
          </a:p>
        </p:txBody>
      </p:sp>
    </p:spTree>
    <p:extLst>
      <p:ext uri="{BB962C8B-B14F-4D97-AF65-F5344CB8AC3E}">
        <p14:creationId xmlns:p14="http://schemas.microsoft.com/office/powerpoint/2010/main" val="1571549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0226" y="2194306"/>
            <a:ext cx="19813957" cy="7211810"/>
          </a:xfrm>
          <a:prstGeom prst="rect">
            <a:avLst/>
          </a:prstGeom>
        </p:spPr>
      </p:pic>
      <p:sp>
        <p:nvSpPr>
          <p:cNvPr id="3" name="Title 6"/>
          <p:cNvSpPr txBox="1">
            <a:spLocks/>
          </p:cNvSpPr>
          <p:nvPr/>
        </p:nvSpPr>
        <p:spPr bwMode="gray">
          <a:xfrm>
            <a:off x="303983" y="495324"/>
            <a:ext cx="10727165" cy="332547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l" defTabSz="1219170" rtl="0" eaLnBrk="1" latinLnBrk="0" hangingPunct="1">
              <a:spcBef>
                <a:spcPct val="0"/>
              </a:spcBef>
              <a:buNone/>
              <a:defRPr sz="3200" kern="1200" cap="none" baseline="0">
                <a:solidFill>
                  <a:schemeClr val="accent5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err="1"/>
              <a:t>Modélisation</a:t>
            </a:r>
            <a:r>
              <a:rPr lang="en-US"/>
              <a:t> </a:t>
            </a:r>
            <a:r>
              <a:rPr lang="fr-FR"/>
              <a:t>– Installation ISP B2C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90082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6"/>
          <p:cNvSpPr txBox="1">
            <a:spLocks/>
          </p:cNvSpPr>
          <p:nvPr/>
        </p:nvSpPr>
        <p:spPr bwMode="gray">
          <a:xfrm>
            <a:off x="303983" y="495324"/>
            <a:ext cx="10727165" cy="332547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l" defTabSz="1219170" rtl="0" eaLnBrk="1" latinLnBrk="0" hangingPunct="1">
              <a:spcBef>
                <a:spcPct val="0"/>
              </a:spcBef>
              <a:buNone/>
              <a:defRPr sz="3200" kern="1200" cap="none" baseline="0">
                <a:solidFill>
                  <a:schemeClr val="accent5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Support de </a:t>
            </a:r>
            <a:r>
              <a:rPr lang="en-US" err="1"/>
              <a:t>modélisation</a:t>
            </a:r>
            <a:r>
              <a:rPr lang="en-US"/>
              <a:t> </a:t>
            </a:r>
            <a:r>
              <a:rPr lang="fr-FR"/>
              <a:t>– Installation ISP B2C</a:t>
            </a:r>
            <a:endParaRPr lang="en-US"/>
          </a:p>
        </p:txBody>
      </p:sp>
      <p:graphicFrame>
        <p:nvGraphicFramePr>
          <p:cNvPr id="3" name="Tableau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2762683"/>
              </p:ext>
            </p:extLst>
          </p:nvPr>
        </p:nvGraphicFramePr>
        <p:xfrm>
          <a:off x="178423" y="924466"/>
          <a:ext cx="11859319" cy="1291123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64492">
                  <a:extLst>
                    <a:ext uri="{9D8B030D-6E8A-4147-A177-3AD203B41FA5}">
                      <a16:colId xmlns:a16="http://schemas.microsoft.com/office/drawing/2014/main" val="2584165569"/>
                    </a:ext>
                  </a:extLst>
                </a:gridCol>
                <a:gridCol w="882902">
                  <a:extLst>
                    <a:ext uri="{9D8B030D-6E8A-4147-A177-3AD203B41FA5}">
                      <a16:colId xmlns:a16="http://schemas.microsoft.com/office/drawing/2014/main" val="1208346116"/>
                    </a:ext>
                  </a:extLst>
                </a:gridCol>
                <a:gridCol w="827526">
                  <a:extLst>
                    <a:ext uri="{9D8B030D-6E8A-4147-A177-3AD203B41FA5}">
                      <a16:colId xmlns:a16="http://schemas.microsoft.com/office/drawing/2014/main" val="725077073"/>
                    </a:ext>
                  </a:extLst>
                </a:gridCol>
                <a:gridCol w="818680">
                  <a:extLst>
                    <a:ext uri="{9D8B030D-6E8A-4147-A177-3AD203B41FA5}">
                      <a16:colId xmlns:a16="http://schemas.microsoft.com/office/drawing/2014/main" val="1593197735"/>
                    </a:ext>
                  </a:extLst>
                </a:gridCol>
                <a:gridCol w="1002502">
                  <a:extLst>
                    <a:ext uri="{9D8B030D-6E8A-4147-A177-3AD203B41FA5}">
                      <a16:colId xmlns:a16="http://schemas.microsoft.com/office/drawing/2014/main" val="1107905336"/>
                    </a:ext>
                  </a:extLst>
                </a:gridCol>
                <a:gridCol w="882902">
                  <a:extLst>
                    <a:ext uri="{9D8B030D-6E8A-4147-A177-3AD203B41FA5}">
                      <a16:colId xmlns:a16="http://schemas.microsoft.com/office/drawing/2014/main" val="3319118020"/>
                    </a:ext>
                  </a:extLst>
                </a:gridCol>
                <a:gridCol w="1129873">
                  <a:extLst>
                    <a:ext uri="{9D8B030D-6E8A-4147-A177-3AD203B41FA5}">
                      <a16:colId xmlns:a16="http://schemas.microsoft.com/office/drawing/2014/main" val="394133933"/>
                    </a:ext>
                  </a:extLst>
                </a:gridCol>
                <a:gridCol w="899394">
                  <a:extLst>
                    <a:ext uri="{9D8B030D-6E8A-4147-A177-3AD203B41FA5}">
                      <a16:colId xmlns:a16="http://schemas.microsoft.com/office/drawing/2014/main" val="3912424925"/>
                    </a:ext>
                  </a:extLst>
                </a:gridCol>
                <a:gridCol w="974344">
                  <a:extLst>
                    <a:ext uri="{9D8B030D-6E8A-4147-A177-3AD203B41FA5}">
                      <a16:colId xmlns:a16="http://schemas.microsoft.com/office/drawing/2014/main" val="2324864269"/>
                    </a:ext>
                  </a:extLst>
                </a:gridCol>
                <a:gridCol w="527998">
                  <a:extLst>
                    <a:ext uri="{9D8B030D-6E8A-4147-A177-3AD203B41FA5}">
                      <a16:colId xmlns:a16="http://schemas.microsoft.com/office/drawing/2014/main" val="2731851890"/>
                    </a:ext>
                  </a:extLst>
                </a:gridCol>
                <a:gridCol w="882902">
                  <a:extLst>
                    <a:ext uri="{9D8B030D-6E8A-4147-A177-3AD203B41FA5}">
                      <a16:colId xmlns:a16="http://schemas.microsoft.com/office/drawing/2014/main" val="4171693015"/>
                    </a:ext>
                  </a:extLst>
                </a:gridCol>
                <a:gridCol w="882902">
                  <a:extLst>
                    <a:ext uri="{9D8B030D-6E8A-4147-A177-3AD203B41FA5}">
                      <a16:colId xmlns:a16="http://schemas.microsoft.com/office/drawing/2014/main" val="2407536356"/>
                    </a:ext>
                  </a:extLst>
                </a:gridCol>
                <a:gridCol w="882902">
                  <a:extLst>
                    <a:ext uri="{9D8B030D-6E8A-4147-A177-3AD203B41FA5}">
                      <a16:colId xmlns:a16="http://schemas.microsoft.com/office/drawing/2014/main" val="235275277"/>
                    </a:ext>
                  </a:extLst>
                </a:gridCol>
              </a:tblGrid>
              <a:tr h="107124">
                <a:tc>
                  <a:txBody>
                    <a:bodyPr/>
                    <a:lstStyle/>
                    <a:p>
                      <a:pPr algn="l" fontAlgn="ctr"/>
                      <a:r>
                        <a:rPr lang="fr-FR" sz="600" u="none" strike="noStrike">
                          <a:effectLst/>
                        </a:rPr>
                        <a:t>Début du processus : fait générateur</a:t>
                      </a: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11" marR="1011" marT="1011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600" u="none" strike="noStrike">
                          <a:effectLst/>
                        </a:rPr>
                        <a:t>Souscription qui génère la création du WorkOrder d'installation dans Pxo</a:t>
                      </a: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11" marR="1011" marT="101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600" u="none" strike="noStrike">
                          <a:effectLst/>
                        </a:rPr>
                        <a:t>Disponibilités client/technicien</a:t>
                      </a: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11" marR="1011" marT="101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600" u="none" strike="noStrike">
                          <a:effectLst/>
                        </a:rPr>
                        <a:t>RDV loggué dans PXO Superviseur</a:t>
                      </a: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11" marR="1011" marT="101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600" u="none" strike="noStrike">
                          <a:effectLst/>
                        </a:rPr>
                        <a:t>Créneau intervention</a:t>
                      </a: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11" marR="1011" marT="101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600" u="none" strike="noStrike">
                          <a:effectLst/>
                        </a:rPr>
                        <a:t>Arrivée chez le client </a:t>
                      </a: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11" marR="1011" marT="101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600" u="none" strike="noStrike">
                          <a:effectLst/>
                        </a:rPr>
                        <a:t>Vérifications OK</a:t>
                      </a: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11" marR="1011" marT="101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600" u="none" strike="noStrike">
                          <a:effectLst/>
                        </a:rPr>
                        <a:t>Raccordement extérieur réalisé</a:t>
                      </a: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11" marR="1011" marT="101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600" u="none" strike="noStrike">
                          <a:effectLst/>
                        </a:rPr>
                        <a:t>Raccordement intérieur réalisé</a:t>
                      </a: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11" marR="1011" marT="101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600" u="none" strike="noStrike">
                          <a:effectLst/>
                        </a:rPr>
                        <a:t>Atténuation OK</a:t>
                      </a: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11" marR="1011" marT="101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600" u="none" strike="noStrike">
                          <a:effectLst/>
                        </a:rPr>
                        <a:t>Connexion internet fonctionnelle</a:t>
                      </a: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11" marR="1011" marT="101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600" u="none" strike="noStrike">
                          <a:effectLst/>
                        </a:rPr>
                        <a:t>Compte rendu complété</a:t>
                      </a: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11" marR="1011" marT="101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600" u="none" strike="noStrike">
                          <a:effectLst/>
                        </a:rPr>
                        <a:t>Compte rendu envoyé</a:t>
                      </a: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11" marR="1011" marT="1011" marB="0" anchor="ctr"/>
                </a:tc>
                <a:extLst>
                  <a:ext uri="{0D108BD9-81ED-4DB2-BD59-A6C34878D82A}">
                    <a16:rowId xmlns:a16="http://schemas.microsoft.com/office/drawing/2014/main" val="1973327409"/>
                  </a:ext>
                </a:extLst>
              </a:tr>
              <a:tr h="357080">
                <a:tc>
                  <a:txBody>
                    <a:bodyPr/>
                    <a:lstStyle/>
                    <a:p>
                      <a:pPr algn="l" fontAlgn="ctr"/>
                      <a:r>
                        <a:rPr lang="fr-FR" sz="600" u="none" strike="noStrike">
                          <a:effectLst/>
                        </a:rPr>
                        <a:t>Fournisseur de l'input</a:t>
                      </a: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11" marR="1011" marT="1011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600" u="none" strike="noStrike">
                          <a:effectLst/>
                        </a:rPr>
                        <a:t>PFS :</a:t>
                      </a:r>
                      <a:br>
                        <a:rPr lang="fr-FR" sz="600" u="none" strike="noStrike">
                          <a:effectLst/>
                        </a:rPr>
                      </a:br>
                      <a:r>
                        <a:rPr lang="fr-FR" sz="600" u="none" strike="noStrike">
                          <a:effectLst/>
                        </a:rPr>
                        <a:t>--&gt;CGA Web (identité client, offre choisie, matériel(serial number, mac address, model ID, contacts(email, tel))</a:t>
                      </a:r>
                      <a:br>
                        <a:rPr lang="fr-FR" sz="600" u="none" strike="noStrike">
                          <a:effectLst/>
                        </a:rPr>
                      </a:br>
                      <a:r>
                        <a:rPr lang="fr-FR" sz="600" u="none" strike="noStrike">
                          <a:effectLst/>
                        </a:rPr>
                        <a:t>--&gt;Netcracker (point de raccordement (splitter) +port splitter)</a:t>
                      </a:r>
                      <a:br>
                        <a:rPr lang="fr-FR" sz="600" u="none" strike="noStrike">
                          <a:effectLst/>
                        </a:rPr>
                      </a:b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11" marR="1011" marT="101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600" u="none" strike="noStrike">
                          <a:effectLst/>
                        </a:rPr>
                        <a:t>Client </a:t>
                      </a:r>
                      <a:br>
                        <a:rPr lang="fr-FR" sz="600" u="none" strike="noStrike">
                          <a:effectLst/>
                        </a:rPr>
                      </a:br>
                      <a:r>
                        <a:rPr lang="fr-FR" sz="600" u="none" strike="noStrike">
                          <a:effectLst/>
                        </a:rPr>
                        <a:t>Technicien</a:t>
                      </a: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11" marR="1011" marT="101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600" u="none" strike="noStrike">
                          <a:effectLst/>
                        </a:rPr>
                        <a:t>Praxedo - Vue superviseur</a:t>
                      </a: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11" marR="1011" marT="101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600" u="none" strike="noStrike">
                          <a:effectLst/>
                        </a:rPr>
                        <a:t>*Praxedo - Application Mobile</a:t>
                      </a:r>
                      <a:br>
                        <a:rPr lang="fr-FR" sz="600" u="none" strike="noStrike">
                          <a:effectLst/>
                        </a:rPr>
                      </a:br>
                      <a:br>
                        <a:rPr lang="fr-FR" sz="600" u="none" strike="noStrike">
                          <a:effectLst/>
                        </a:rPr>
                      </a:br>
                      <a:r>
                        <a:rPr lang="fr-FR" sz="600" u="none" strike="noStrike">
                          <a:effectLst/>
                        </a:rPr>
                        <a:t>*Google Maps</a:t>
                      </a: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11" marR="1011" marT="101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600" u="none" strike="noStrike">
                          <a:effectLst/>
                        </a:rPr>
                        <a:t> </a:t>
                      </a: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11" marR="1011" marT="101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600" u="none" strike="noStrike">
                          <a:effectLst/>
                        </a:rPr>
                        <a:t>Praxedo - Application Mobile</a:t>
                      </a: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11" marR="1011" marT="101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600" u="none" strike="noStrike">
                          <a:effectLst/>
                        </a:rPr>
                        <a:t>Technicien</a:t>
                      </a: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11" marR="1011" marT="101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600" u="none" strike="noStrike">
                          <a:effectLst/>
                        </a:rPr>
                        <a:t> </a:t>
                      </a: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11" marR="1011" marT="101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600" u="none" strike="noStrike">
                          <a:effectLst/>
                        </a:rPr>
                        <a:t>*Praxedo - Application Mobile</a:t>
                      </a:r>
                      <a:br>
                        <a:rPr lang="fr-FR" sz="600" u="none" strike="noStrike">
                          <a:effectLst/>
                        </a:rPr>
                      </a:br>
                      <a:br>
                        <a:rPr lang="fr-FR" sz="600" u="none" strike="noStrike">
                          <a:effectLst/>
                        </a:rPr>
                      </a:br>
                      <a:r>
                        <a:rPr lang="fr-FR" sz="600" u="none" strike="noStrike">
                          <a:effectLst/>
                        </a:rPr>
                        <a:t>*Client</a:t>
                      </a: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11" marR="1011" marT="101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600" u="none" strike="noStrike">
                          <a:effectLst/>
                        </a:rPr>
                        <a:t>Consommables utilisés </a:t>
                      </a: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11" marR="1011" marT="101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600" u="none" strike="noStrike">
                          <a:effectLst/>
                        </a:rPr>
                        <a:t>Technicien</a:t>
                      </a: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11" marR="1011" marT="101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600" u="none" strike="noStrike">
                          <a:effectLst/>
                        </a:rPr>
                        <a:t>*Technicien</a:t>
                      </a:r>
                      <a:br>
                        <a:rPr lang="fr-FR" sz="600" u="none" strike="noStrike">
                          <a:effectLst/>
                        </a:rPr>
                      </a:br>
                      <a:r>
                        <a:rPr lang="fr-FR" sz="600" u="none" strike="noStrike">
                          <a:effectLst/>
                        </a:rPr>
                        <a:t>*Praxedo - Application Mobile</a:t>
                      </a: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11" marR="1011" marT="1011" marB="0" anchor="ctr"/>
                </a:tc>
                <a:extLst>
                  <a:ext uri="{0D108BD9-81ED-4DB2-BD59-A6C34878D82A}">
                    <a16:rowId xmlns:a16="http://schemas.microsoft.com/office/drawing/2014/main" val="3203412326"/>
                  </a:ext>
                </a:extLst>
              </a:tr>
              <a:tr h="71416">
                <a:tc>
                  <a:txBody>
                    <a:bodyPr/>
                    <a:lstStyle/>
                    <a:p>
                      <a:pPr algn="l" fontAlgn="ctr"/>
                      <a:r>
                        <a:rPr lang="fr-FR" sz="600" u="none" strike="noStrike">
                          <a:effectLst/>
                        </a:rPr>
                        <a:t>Activité</a:t>
                      </a: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11" marR="1011" marT="1011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600" u="none" strike="noStrike">
                          <a:effectLst/>
                        </a:rPr>
                        <a:t>Appel client </a:t>
                      </a: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11" marR="1011" marT="101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600" u="none" strike="noStrike">
                          <a:effectLst/>
                        </a:rPr>
                        <a:t>Planification du RDV</a:t>
                      </a: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11" marR="1011" marT="101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600" u="none" strike="noStrike">
                          <a:effectLst/>
                        </a:rPr>
                        <a:t>Synchronisation planning</a:t>
                      </a: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11" marR="1011" marT="101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600" u="none" strike="noStrike">
                          <a:effectLst/>
                        </a:rPr>
                        <a:t>Déplacement chez le client </a:t>
                      </a: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11" marR="1011" marT="101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600" u="none" strike="noStrike">
                          <a:effectLst/>
                        </a:rPr>
                        <a:t>Vérifications pré-installation</a:t>
                      </a: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11" marR="1011" marT="101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600" u="none" strike="noStrike">
                          <a:effectLst/>
                        </a:rPr>
                        <a:t>Raccordement ISP extérieur </a:t>
                      </a: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11" marR="1011" marT="101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600" u="none" strike="noStrike">
                          <a:effectLst/>
                        </a:rPr>
                        <a:t>Raccordement ISP intérieur </a:t>
                      </a: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11" marR="1011" marT="101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600" u="none" strike="noStrike">
                          <a:effectLst/>
                        </a:rPr>
                        <a:t>Mesure atténuation </a:t>
                      </a: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11" marR="1011" marT="101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600" u="none" strike="noStrike">
                          <a:effectLst/>
                        </a:rPr>
                        <a:t>Validation du client</a:t>
                      </a: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11" marR="1011" marT="101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600" u="none" strike="noStrike">
                          <a:effectLst/>
                        </a:rPr>
                        <a:t>Inventaire consommables</a:t>
                      </a: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11" marR="1011" marT="101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600" u="none" strike="noStrike">
                          <a:effectLst/>
                        </a:rPr>
                        <a:t>Résultats et validation compte rendu</a:t>
                      </a: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11" marR="1011" marT="101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600" u="none" strike="noStrike">
                          <a:effectLst/>
                        </a:rPr>
                        <a:t>Validation du compte rendu</a:t>
                      </a: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11" marR="1011" marT="1011" marB="0" anchor="ctr"/>
                </a:tc>
                <a:extLst>
                  <a:ext uri="{0D108BD9-81ED-4DB2-BD59-A6C34878D82A}">
                    <a16:rowId xmlns:a16="http://schemas.microsoft.com/office/drawing/2014/main" val="1180032792"/>
                  </a:ext>
                </a:extLst>
              </a:tr>
              <a:tr h="858365">
                <a:tc>
                  <a:txBody>
                    <a:bodyPr/>
                    <a:lstStyle/>
                    <a:p>
                      <a:pPr algn="l" fontAlgn="ctr"/>
                      <a:r>
                        <a:rPr lang="fr-FR" sz="600" u="none" strike="noStrike">
                          <a:effectLst/>
                        </a:rPr>
                        <a:t>Sous activités</a:t>
                      </a: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11" marR="1011" marT="1011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600" u="none" strike="noStrike">
                          <a:effectLst/>
                        </a:rPr>
                        <a:t>* Récupération du n° tel</a:t>
                      </a:r>
                      <a:br>
                        <a:rPr lang="fr-FR" sz="600" u="none" strike="noStrike">
                          <a:effectLst/>
                        </a:rPr>
                      </a:br>
                      <a:br>
                        <a:rPr lang="fr-FR" sz="600" u="none" strike="noStrike">
                          <a:effectLst/>
                        </a:rPr>
                      </a:br>
                      <a:r>
                        <a:rPr lang="fr-FR" sz="600" u="none" strike="noStrike">
                          <a:effectLst/>
                        </a:rPr>
                        <a:t>* Remerciement </a:t>
                      </a:r>
                      <a:br>
                        <a:rPr lang="fr-FR" sz="600" u="none" strike="noStrike">
                          <a:effectLst/>
                        </a:rPr>
                      </a:br>
                      <a:br>
                        <a:rPr lang="fr-FR" sz="600" u="none" strike="noStrike">
                          <a:effectLst/>
                        </a:rPr>
                      </a:br>
                      <a:r>
                        <a:rPr lang="fr-FR" sz="600" u="none" strike="noStrike">
                          <a:effectLst/>
                        </a:rPr>
                        <a:t>* Vérifications des disponiblités client et technicien</a:t>
                      </a:r>
                      <a:br>
                        <a:rPr lang="fr-FR" sz="600" u="none" strike="noStrike">
                          <a:effectLst/>
                        </a:rPr>
                      </a:br>
                      <a:br>
                        <a:rPr lang="fr-FR" sz="600" u="none" strike="noStrike">
                          <a:effectLst/>
                        </a:rPr>
                      </a:br>
                      <a:r>
                        <a:rPr lang="fr-FR" sz="600" u="none" strike="noStrike">
                          <a:effectLst/>
                        </a:rPr>
                        <a:t>* Ajout d'une note</a:t>
                      </a: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11" marR="1011" marT="101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600" u="none" strike="noStrike">
                          <a:effectLst/>
                        </a:rPr>
                        <a:t>*Date + matin/après midi</a:t>
                      </a:r>
                      <a:br>
                        <a:rPr lang="fr-FR" sz="600" u="none" strike="noStrike">
                          <a:effectLst/>
                        </a:rPr>
                      </a:br>
                      <a:br>
                        <a:rPr lang="fr-FR" sz="600" u="none" strike="noStrike">
                          <a:effectLst/>
                        </a:rPr>
                      </a:br>
                      <a:r>
                        <a:rPr lang="fr-FR" sz="600" u="none" strike="noStrike">
                          <a:effectLst/>
                        </a:rPr>
                        <a:t>*Durée</a:t>
                      </a:r>
                      <a:br>
                        <a:rPr lang="fr-FR" sz="600" u="none" strike="noStrike">
                          <a:effectLst/>
                        </a:rPr>
                      </a:br>
                      <a:br>
                        <a:rPr lang="fr-FR" sz="600" u="none" strike="noStrike">
                          <a:effectLst/>
                        </a:rPr>
                      </a:br>
                      <a:r>
                        <a:rPr lang="fr-FR" sz="600" u="none" strike="noStrike">
                          <a:effectLst/>
                        </a:rPr>
                        <a:t>*Technicien d'affectation</a:t>
                      </a: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11" marR="1011" marT="101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600" u="none" strike="noStrike">
                          <a:effectLst/>
                        </a:rPr>
                        <a:t> </a:t>
                      </a: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11" marR="1011" marT="101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600" u="none" strike="noStrike">
                          <a:effectLst/>
                        </a:rPr>
                        <a:t>*Consultation du </a:t>
                      </a:r>
                      <a:r>
                        <a:rPr lang="fr-FR" sz="600" u="none" strike="noStrike" err="1">
                          <a:effectLst/>
                        </a:rPr>
                        <a:t>workOrder</a:t>
                      </a:r>
                      <a:br>
                        <a:rPr lang="fr-FR" sz="600" u="none" strike="noStrike">
                          <a:effectLst/>
                        </a:rPr>
                      </a:br>
                      <a:r>
                        <a:rPr lang="fr-FR" sz="600" u="none" strike="noStrike">
                          <a:effectLst/>
                        </a:rPr>
                        <a:t>*Mise en route</a:t>
                      </a: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11" marR="1011" marT="101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600" u="none" strike="noStrike">
                          <a:effectLst/>
                        </a:rPr>
                        <a:t>*Vérification de l'adresse (building ID)</a:t>
                      </a:r>
                      <a:br>
                        <a:rPr lang="fr-FR" sz="600" u="none" strike="noStrike">
                          <a:effectLst/>
                        </a:rPr>
                      </a:br>
                      <a:r>
                        <a:rPr lang="fr-FR" sz="600" u="none" strike="noStrike">
                          <a:effectLst/>
                        </a:rPr>
                        <a:t>*Vérification du numéro de BOX client</a:t>
                      </a:r>
                      <a:br>
                        <a:rPr lang="fr-FR" sz="600" u="none" strike="noStrike">
                          <a:effectLst/>
                        </a:rPr>
                      </a:br>
                      <a:r>
                        <a:rPr lang="fr-FR" sz="600" u="none" strike="noStrike">
                          <a:effectLst/>
                        </a:rPr>
                        <a:t>*Vérification de la possibilité de raccordement jusqu'au domicile client </a:t>
                      </a:r>
                      <a:br>
                        <a:rPr lang="fr-FR" sz="600" u="none" strike="noStrike">
                          <a:effectLst/>
                        </a:rPr>
                      </a:br>
                      <a:r>
                        <a:rPr lang="fr-FR" sz="600" u="none" strike="noStrike">
                          <a:effectLst/>
                        </a:rPr>
                        <a:t>*vérification de la disponibilité du port</a:t>
                      </a:r>
                      <a:br>
                        <a:rPr lang="fr-FR" sz="600" u="none" strike="noStrike">
                          <a:effectLst/>
                        </a:rPr>
                      </a:br>
                      <a:r>
                        <a:rPr lang="fr-FR" sz="600" u="none" strike="noStrike">
                          <a:effectLst/>
                        </a:rPr>
                        <a:t>*Vérification  de l'atténuation</a:t>
                      </a: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11" marR="1011" marT="101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600" u="none" strike="noStrike">
                          <a:effectLst/>
                        </a:rPr>
                        <a:t>*repérer les coordonnées de l'OTB, *vérification de la disponibilité du port</a:t>
                      </a:r>
                      <a:br>
                        <a:rPr lang="fr-FR" sz="600" u="none" strike="noStrike">
                          <a:effectLst/>
                        </a:rPr>
                      </a:br>
                      <a:r>
                        <a:rPr lang="fr-FR" sz="600" u="none" strike="noStrike">
                          <a:effectLst/>
                        </a:rPr>
                        <a:t>*photo du splitter)</a:t>
                      </a:r>
                      <a:br>
                        <a:rPr lang="fr-FR" sz="600" u="none" strike="noStrike">
                          <a:effectLst/>
                        </a:rPr>
                      </a:br>
                      <a:r>
                        <a:rPr lang="fr-FR" sz="600" u="none" strike="noStrike">
                          <a:effectLst/>
                        </a:rPr>
                        <a:t>*Validation de l'emplacement de la BOX avec le client (pièce du logement)</a:t>
                      </a:r>
                      <a:br>
                        <a:rPr lang="fr-FR" sz="600" u="none" strike="noStrike">
                          <a:effectLst/>
                        </a:rPr>
                      </a:br>
                      <a:r>
                        <a:rPr lang="fr-FR" sz="600" u="none" strike="noStrike">
                          <a:effectLst/>
                        </a:rPr>
                        <a:t>*Validation du passage de câble extérieur avec le client</a:t>
                      </a:r>
                      <a:br>
                        <a:rPr lang="fr-FR" sz="600" u="none" strike="noStrike">
                          <a:effectLst/>
                        </a:rPr>
                      </a:br>
                      <a:r>
                        <a:rPr lang="fr-FR" sz="600" u="none" strike="noStrike">
                          <a:effectLst/>
                        </a:rPr>
                        <a:t>*Validation du point d'entrée du drop avec le client</a:t>
                      </a:r>
                      <a:br>
                        <a:rPr lang="fr-FR" sz="600" u="none" strike="noStrike">
                          <a:effectLst/>
                        </a:rPr>
                      </a:br>
                      <a:r>
                        <a:rPr lang="fr-FR" sz="600" u="none" strike="noStrike">
                          <a:effectLst/>
                        </a:rPr>
                        <a:t>*Evaluation de la longueur du drop (extra installation?)</a:t>
                      </a:r>
                      <a:br>
                        <a:rPr lang="fr-FR" sz="600" u="none" strike="noStrike">
                          <a:effectLst/>
                        </a:rPr>
                      </a:br>
                      <a:r>
                        <a:rPr lang="fr-FR" sz="600" u="none" strike="noStrike">
                          <a:effectLst/>
                        </a:rPr>
                        <a:t>* Montage du connecteur sur extrémité du drop</a:t>
                      </a:r>
                      <a:br>
                        <a:rPr lang="fr-FR" sz="600" u="none" strike="noStrike">
                          <a:effectLst/>
                        </a:rPr>
                      </a:br>
                      <a:r>
                        <a:rPr lang="fr-FR" sz="600" u="none" strike="noStrike">
                          <a:effectLst/>
                        </a:rPr>
                        <a:t>* Connexion du drop au port du Splitter</a:t>
                      </a: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11" marR="1011" marT="101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600" u="none" strike="noStrike">
                          <a:effectLst/>
                        </a:rPr>
                        <a:t>*Validation du passage &amp; installation du câble intérieur + photo</a:t>
                      </a:r>
                      <a:br>
                        <a:rPr lang="fr-FR" sz="600" u="none" strike="noStrike">
                          <a:effectLst/>
                        </a:rPr>
                      </a:br>
                      <a:r>
                        <a:rPr lang="fr-FR" sz="600" u="none" strike="noStrike">
                          <a:effectLst/>
                        </a:rPr>
                        <a:t>*Installation du PTO</a:t>
                      </a:r>
                      <a:br>
                        <a:rPr lang="fr-FR" sz="600" u="none" strike="noStrike">
                          <a:effectLst/>
                        </a:rPr>
                      </a:br>
                      <a:r>
                        <a:rPr lang="fr-FR" sz="600" u="none" strike="noStrike">
                          <a:effectLst/>
                        </a:rPr>
                        <a:t>*Branchement CanalBox + photo voyants/code barre</a:t>
                      </a:r>
                      <a:br>
                        <a:rPr lang="fr-FR" sz="600" u="none" strike="noStrike">
                          <a:effectLst/>
                        </a:rPr>
                      </a:br>
                      <a:r>
                        <a:rPr lang="fr-FR" sz="600" u="none" strike="noStrike">
                          <a:effectLst/>
                        </a:rPr>
                        <a:t>*Mesure de l'atténuation + photo PowerMeter</a:t>
                      </a:r>
                      <a:br>
                        <a:rPr lang="fr-FR" sz="600" u="none" strike="noStrike">
                          <a:effectLst/>
                        </a:rPr>
                      </a:br>
                      <a:r>
                        <a:rPr lang="fr-FR" sz="600" u="none" strike="noStrike">
                          <a:effectLst/>
                        </a:rPr>
                        <a:t>*Mesure Speedtest + photo - en adéquation avec l'offre souscrite </a:t>
                      </a: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11" marR="1011" marT="101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600" u="none" strike="noStrike">
                          <a:effectLst/>
                        </a:rPr>
                        <a:t>Mesure Power meter</a:t>
                      </a: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11" marR="1011" marT="101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600" u="none" strike="noStrike">
                          <a:effectLst/>
                        </a:rPr>
                        <a:t>*Connexion d'un équipement</a:t>
                      </a:r>
                      <a:br>
                        <a:rPr lang="fr-FR" sz="600" u="none" strike="noStrike">
                          <a:effectLst/>
                        </a:rPr>
                      </a:br>
                      <a:r>
                        <a:rPr lang="fr-FR" sz="600" u="none" strike="noStrike">
                          <a:effectLst/>
                        </a:rPr>
                        <a:t>*Information conditions générales (disponibles en ligne)</a:t>
                      </a:r>
                      <a:br>
                        <a:rPr lang="fr-FR" sz="600" u="none" strike="noStrike">
                          <a:effectLst/>
                        </a:rPr>
                      </a:br>
                      <a:r>
                        <a:rPr lang="fr-FR" sz="600" u="none" strike="noStrike">
                          <a:effectLst/>
                        </a:rPr>
                        <a:t>*Acceptation et signature des conditions générales par le client</a:t>
                      </a:r>
                      <a:br>
                        <a:rPr lang="fr-FR" sz="600" u="none" strike="noStrike">
                          <a:effectLst/>
                        </a:rPr>
                      </a:br>
                      <a:r>
                        <a:rPr lang="fr-FR" sz="600" u="none" strike="noStrike">
                          <a:effectLst/>
                        </a:rPr>
                        <a:t>*Commentaires client</a:t>
                      </a: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11" marR="1011" marT="101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600" u="none" strike="noStrike">
                          <a:effectLst/>
                        </a:rPr>
                        <a:t>*Relever l'ensemble des articles utilisés : longueur de drop intérieur et estérieur (réconciliation facturation) et nombre de CT1 (pour déclaration SEEG sur le nombre de poteaux utilisés)</a:t>
                      </a: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11" marR="1011" marT="101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600" u="none" strike="noStrike">
                          <a:effectLst/>
                        </a:rPr>
                        <a:t>*Vérifier les informations du comptre rendu</a:t>
                      </a:r>
                      <a:br>
                        <a:rPr lang="fr-FR" sz="600" u="none" strike="noStrike">
                          <a:effectLst/>
                        </a:rPr>
                      </a:br>
                      <a:br>
                        <a:rPr lang="fr-FR" sz="600" u="none" strike="noStrike">
                          <a:effectLst/>
                        </a:rPr>
                      </a:br>
                      <a:r>
                        <a:rPr lang="fr-FR" sz="600" u="none" strike="noStrike">
                          <a:effectLst/>
                        </a:rPr>
                        <a:t>*Sélectionner un résultat d'installation</a:t>
                      </a:r>
                      <a:br>
                        <a:rPr lang="fr-FR" sz="600" u="none" strike="noStrike">
                          <a:effectLst/>
                        </a:rPr>
                      </a:br>
                      <a:r>
                        <a:rPr lang="fr-FR" sz="600" u="none" strike="noStrike">
                          <a:effectLst/>
                        </a:rPr>
                        <a:t>*Photos (photos bâtiment, OTB,passage de câble,voyants, code barres, PTO, speed test)</a:t>
                      </a:r>
                      <a:br>
                        <a:rPr lang="fr-FR" sz="600" u="none" strike="noStrike">
                          <a:effectLst/>
                        </a:rPr>
                      </a:br>
                      <a:r>
                        <a:rPr lang="fr-FR" sz="600" u="none" strike="noStrike">
                          <a:effectLst/>
                        </a:rPr>
                        <a:t>*Enregistrement du compte rendu</a:t>
                      </a: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11" marR="1011" marT="101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600" u="none" strike="noStrike">
                          <a:effectLst/>
                        </a:rPr>
                        <a:t>*Vérification de la cohérence des informations du compte rendu </a:t>
                      </a:r>
                      <a:br>
                        <a:rPr lang="fr-FR" sz="600" u="none" strike="noStrike">
                          <a:effectLst/>
                        </a:rPr>
                      </a:br>
                      <a:r>
                        <a:rPr lang="fr-FR" sz="600" u="none" strike="noStrike">
                          <a:effectLst/>
                        </a:rPr>
                        <a:t>*Modifer les iniformations si nécessaire</a:t>
                      </a:r>
                      <a:br>
                        <a:rPr lang="fr-FR" sz="600" u="none" strike="noStrike">
                          <a:effectLst/>
                        </a:rPr>
                      </a:br>
                      <a:r>
                        <a:rPr lang="fr-FR" sz="600" u="none" strike="noStrike">
                          <a:effectLst/>
                        </a:rPr>
                        <a:t>*Valider le compte rendu</a:t>
                      </a: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11" marR="1011" marT="1011" marB="0" anchor="ctr"/>
                </a:tc>
                <a:extLst>
                  <a:ext uri="{0D108BD9-81ED-4DB2-BD59-A6C34878D82A}">
                    <a16:rowId xmlns:a16="http://schemas.microsoft.com/office/drawing/2014/main" val="2615078048"/>
                  </a:ext>
                </a:extLst>
              </a:tr>
              <a:tr h="71416">
                <a:tc>
                  <a:txBody>
                    <a:bodyPr/>
                    <a:lstStyle/>
                    <a:p>
                      <a:pPr algn="l" fontAlgn="ctr"/>
                      <a:r>
                        <a:rPr lang="fr-FR" sz="600" u="none" strike="noStrike">
                          <a:effectLst/>
                        </a:rPr>
                        <a:t>Acteur</a:t>
                      </a: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11" marR="1011" marT="1011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600" u="none" strike="noStrike">
                          <a:effectLst/>
                        </a:rPr>
                        <a:t>Client Installation Dispatcher (NETIS)</a:t>
                      </a: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11" marR="1011" marT="101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600" u="none" strike="noStrike">
                          <a:effectLst/>
                        </a:rPr>
                        <a:t>Client Installation Dispatcher (NETIS)</a:t>
                      </a: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11" marR="1011" marT="101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600" u="none" strike="noStrike">
                          <a:effectLst/>
                        </a:rPr>
                        <a:t>Technicien</a:t>
                      </a: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11" marR="1011" marT="101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600" u="none" strike="noStrike">
                          <a:effectLst/>
                        </a:rPr>
                        <a:t>Technicien</a:t>
                      </a: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11" marR="1011" marT="101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600" u="none" strike="noStrike">
                          <a:effectLst/>
                        </a:rPr>
                        <a:t>Technicien</a:t>
                      </a: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11" marR="1011" marT="101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600" u="none" strike="noStrike">
                          <a:effectLst/>
                        </a:rPr>
                        <a:t>Technicien</a:t>
                      </a: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11" marR="1011" marT="101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600" u="none" strike="noStrike">
                          <a:effectLst/>
                        </a:rPr>
                        <a:t>Technicien</a:t>
                      </a: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11" marR="1011" marT="101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600" u="none" strike="noStrike">
                          <a:effectLst/>
                        </a:rPr>
                        <a:t>Technicien</a:t>
                      </a: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11" marR="1011" marT="101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600" u="none" strike="noStrike">
                          <a:effectLst/>
                        </a:rPr>
                        <a:t>Technicien</a:t>
                      </a: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11" marR="1011" marT="101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600" u="none" strike="noStrike">
                          <a:effectLst/>
                        </a:rPr>
                        <a:t>Technicien</a:t>
                      </a: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11" marR="1011" marT="101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600" u="none" strike="noStrike">
                          <a:effectLst/>
                        </a:rPr>
                        <a:t>Technicien</a:t>
                      </a: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11" marR="1011" marT="101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600" u="none" strike="noStrike">
                          <a:effectLst/>
                        </a:rPr>
                        <a:t>Client Installation Dispatcher (NETIS)</a:t>
                      </a: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11" marR="1011" marT="1011" marB="0" anchor="ctr"/>
                </a:tc>
                <a:extLst>
                  <a:ext uri="{0D108BD9-81ED-4DB2-BD59-A6C34878D82A}">
                    <a16:rowId xmlns:a16="http://schemas.microsoft.com/office/drawing/2014/main" val="3859138739"/>
                  </a:ext>
                </a:extLst>
              </a:tr>
              <a:tr h="71416">
                <a:tc>
                  <a:txBody>
                    <a:bodyPr/>
                    <a:lstStyle/>
                    <a:p>
                      <a:pPr algn="l" fontAlgn="ctr"/>
                      <a:r>
                        <a:rPr lang="fr-FR" sz="600" u="none" strike="noStrike">
                          <a:effectLst/>
                        </a:rPr>
                        <a:t>Localisation des acteurs</a:t>
                      </a: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11" marR="1011" marT="1011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600" u="none" strike="noStrike">
                          <a:effectLst/>
                        </a:rPr>
                        <a:t>Partenaire (sauf Congo interne)</a:t>
                      </a: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11" marR="1011" marT="101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600" u="none" strike="noStrike">
                          <a:effectLst/>
                        </a:rPr>
                        <a:t>Partenaire (sauf Congo interne)</a:t>
                      </a: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11" marR="1011" marT="101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600" u="none" strike="noStrike">
                          <a:effectLst/>
                        </a:rPr>
                        <a:t>Partenaire (sauf Congo interne)</a:t>
                      </a: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11" marR="1011" marT="101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600" u="none" strike="noStrike">
                          <a:effectLst/>
                        </a:rPr>
                        <a:t>Partenaire (sauf Congo interne)</a:t>
                      </a: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11" marR="1011" marT="101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600" u="none" strike="noStrike">
                          <a:effectLst/>
                        </a:rPr>
                        <a:t> </a:t>
                      </a: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11" marR="1011" marT="101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600" u="none" strike="noStrike">
                          <a:effectLst/>
                        </a:rPr>
                        <a:t>Partenaire (sauf Congo interne)</a:t>
                      </a: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11" marR="1011" marT="101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600" u="none" strike="noStrike">
                          <a:effectLst/>
                        </a:rPr>
                        <a:t>Partenaire (sauf Congo interne)</a:t>
                      </a: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11" marR="1011" marT="101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600" u="none" strike="noStrike">
                          <a:effectLst/>
                        </a:rPr>
                        <a:t> </a:t>
                      </a: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11" marR="1011" marT="101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600" u="none" strike="noStrike">
                          <a:effectLst/>
                        </a:rPr>
                        <a:t>Partenaire (sauf Congo interne)</a:t>
                      </a: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11" marR="1011" marT="101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600" u="none" strike="noStrike">
                          <a:effectLst/>
                        </a:rPr>
                        <a:t>Partenaire (sauf Congo interne)</a:t>
                      </a: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11" marR="1011" marT="101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600" u="none" strike="noStrike">
                          <a:effectLst/>
                        </a:rPr>
                        <a:t>Partenaire (sauf Congo interne)</a:t>
                      </a: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11" marR="1011" marT="101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600" u="none" strike="noStrike">
                          <a:effectLst/>
                        </a:rPr>
                        <a:t>Partenaire (sauf Congo interne)</a:t>
                      </a: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11" marR="1011" marT="1011" marB="0" anchor="ctr"/>
                </a:tc>
                <a:extLst>
                  <a:ext uri="{0D108BD9-81ED-4DB2-BD59-A6C34878D82A}">
                    <a16:rowId xmlns:a16="http://schemas.microsoft.com/office/drawing/2014/main" val="1898194742"/>
                  </a:ext>
                </a:extLst>
              </a:tr>
              <a:tr h="42758">
                <a:tc>
                  <a:txBody>
                    <a:bodyPr/>
                    <a:lstStyle/>
                    <a:p>
                      <a:pPr algn="l" fontAlgn="ctr"/>
                      <a:r>
                        <a:rPr lang="fr-FR" sz="600" u="none" strike="noStrike">
                          <a:effectLst/>
                        </a:rPr>
                        <a:t>Document de référence? </a:t>
                      </a: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11" marR="1011" marT="1011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600" u="none" strike="noStrike">
                          <a:effectLst/>
                        </a:rPr>
                        <a:t>NA</a:t>
                      </a: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11" marR="1011" marT="101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600" u="none" strike="noStrike">
                          <a:effectLst/>
                        </a:rPr>
                        <a:t> </a:t>
                      </a: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11" marR="1011" marT="101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600" u="none" strike="noStrike">
                          <a:effectLst/>
                        </a:rPr>
                        <a:t> </a:t>
                      </a: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11" marR="1011" marT="101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600" u="none" strike="noStrike">
                          <a:effectLst/>
                        </a:rPr>
                        <a:t> </a:t>
                      </a: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11" marR="1011" marT="101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600" u="none" strike="noStrike">
                          <a:effectLst/>
                        </a:rPr>
                        <a:t> </a:t>
                      </a: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11" marR="1011" marT="101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600" u="none" strike="noStrike">
                          <a:effectLst/>
                        </a:rPr>
                        <a:t> </a:t>
                      </a: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11" marR="1011" marT="101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600" u="none" strike="noStrike">
                          <a:effectLst/>
                        </a:rPr>
                        <a:t> </a:t>
                      </a: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11" marR="1011" marT="101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600" u="none" strike="noStrike">
                          <a:effectLst/>
                        </a:rPr>
                        <a:t> </a:t>
                      </a: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11" marR="1011" marT="101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600" u="none" strike="noStrike">
                          <a:effectLst/>
                        </a:rPr>
                        <a:t> </a:t>
                      </a: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11" marR="1011" marT="101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600" u="none" strike="noStrike">
                          <a:effectLst/>
                        </a:rPr>
                        <a:t> </a:t>
                      </a: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11" marR="1011" marT="101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600" u="none" strike="noStrike">
                          <a:effectLst/>
                        </a:rPr>
                        <a:t> </a:t>
                      </a: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11" marR="1011" marT="101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600" u="none" strike="noStrike">
                          <a:effectLst/>
                        </a:rPr>
                        <a:t> </a:t>
                      </a: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11" marR="1011" marT="1011" marB="0" anchor="ctr"/>
                </a:tc>
                <a:extLst>
                  <a:ext uri="{0D108BD9-81ED-4DB2-BD59-A6C34878D82A}">
                    <a16:rowId xmlns:a16="http://schemas.microsoft.com/office/drawing/2014/main" val="3437729063"/>
                  </a:ext>
                </a:extLst>
              </a:tr>
              <a:tr h="71416">
                <a:tc>
                  <a:txBody>
                    <a:bodyPr/>
                    <a:lstStyle/>
                    <a:p>
                      <a:pPr algn="l" fontAlgn="ctr"/>
                      <a:r>
                        <a:rPr lang="fr-FR" sz="600" u="none" strike="noStrike">
                          <a:effectLst/>
                        </a:rPr>
                        <a:t>SI mis en </a:t>
                      </a:r>
                      <a:r>
                        <a:rPr lang="fr-FR" sz="600" u="none" strike="noStrike" err="1">
                          <a:effectLst/>
                        </a:rPr>
                        <a:t>oeuvre</a:t>
                      </a: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11" marR="1011" marT="1011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600" u="none" strike="noStrike">
                          <a:effectLst/>
                        </a:rPr>
                        <a:t>Praxedo - Vue superviseur</a:t>
                      </a: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11" marR="1011" marT="101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600" u="none" strike="noStrike">
                          <a:effectLst/>
                        </a:rPr>
                        <a:t>Praxedo - Vue superviseur</a:t>
                      </a: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11" marR="1011" marT="101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600" u="none" strike="noStrike">
                          <a:effectLst/>
                        </a:rPr>
                        <a:t>Praxedo - Application Mobile</a:t>
                      </a: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11" marR="1011" marT="101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600" u="none" strike="noStrike">
                          <a:effectLst/>
                        </a:rPr>
                        <a:t>Praxedo - Application Mobile</a:t>
                      </a: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11" marR="1011" marT="101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600" u="none" strike="noStrike">
                          <a:effectLst/>
                        </a:rPr>
                        <a:t> </a:t>
                      </a: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11" marR="1011" marT="101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600" u="none" strike="noStrike">
                          <a:effectLst/>
                        </a:rPr>
                        <a:t>Praxedo - Application Mobile</a:t>
                      </a: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11" marR="1011" marT="101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600" u="none" strike="noStrike">
                          <a:effectLst/>
                        </a:rPr>
                        <a:t>Praxedo - Application Mobile</a:t>
                      </a: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11" marR="1011" marT="101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600" u="none" strike="noStrike">
                          <a:effectLst/>
                        </a:rPr>
                        <a:t> </a:t>
                      </a: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11" marR="1011" marT="101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600" u="none" strike="noStrike">
                          <a:effectLst/>
                        </a:rPr>
                        <a:t>Praxedo - Application Mobile</a:t>
                      </a: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11" marR="1011" marT="101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600" u="none" strike="noStrike">
                          <a:effectLst/>
                        </a:rPr>
                        <a:t>Praxedo - Application Mobile</a:t>
                      </a: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11" marR="1011" marT="101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600" u="none" strike="noStrike">
                          <a:effectLst/>
                        </a:rPr>
                        <a:t>Praxedo - Application Mobile</a:t>
                      </a: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11" marR="1011" marT="101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600" u="none" strike="noStrike">
                          <a:effectLst/>
                        </a:rPr>
                        <a:t>Praxedo - Vue superviseur</a:t>
                      </a: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11" marR="1011" marT="1011" marB="0" anchor="ctr"/>
                </a:tc>
                <a:extLst>
                  <a:ext uri="{0D108BD9-81ED-4DB2-BD59-A6C34878D82A}">
                    <a16:rowId xmlns:a16="http://schemas.microsoft.com/office/drawing/2014/main" val="3864710820"/>
                  </a:ext>
                </a:extLst>
              </a:tr>
              <a:tr h="232102">
                <a:tc>
                  <a:txBody>
                    <a:bodyPr/>
                    <a:lstStyle/>
                    <a:p>
                      <a:pPr algn="l" fontAlgn="ctr"/>
                      <a:r>
                        <a:rPr lang="fr-FR" sz="600" u="none" strike="noStrike">
                          <a:effectLst/>
                        </a:rPr>
                        <a:t>Quelle action SI/</a:t>
                      </a:r>
                      <a:r>
                        <a:rPr lang="fr-FR" sz="600" u="none" strike="noStrike" err="1">
                          <a:effectLst/>
                        </a:rPr>
                        <a:t>foctionnalités</a:t>
                      </a:r>
                      <a:r>
                        <a:rPr lang="fr-FR" sz="600" u="none" strike="noStrike">
                          <a:effectLst/>
                        </a:rPr>
                        <a:t> ? </a:t>
                      </a: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11" marR="1011" marT="1011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600" u="none" strike="noStrike">
                          <a:effectLst/>
                        </a:rPr>
                        <a:t>*Consultation du workOrder d'installation</a:t>
                      </a:r>
                      <a:br>
                        <a:rPr lang="fr-FR" sz="600" u="none" strike="noStrike">
                          <a:effectLst/>
                        </a:rPr>
                      </a:br>
                      <a:br>
                        <a:rPr lang="fr-FR" sz="600" u="none" strike="noStrike">
                          <a:effectLst/>
                        </a:rPr>
                      </a:br>
                      <a:r>
                        <a:rPr lang="fr-FR" sz="600" u="none" strike="noStrike">
                          <a:effectLst/>
                        </a:rPr>
                        <a:t>*Consultation plannings techniciens</a:t>
                      </a:r>
                      <a:br>
                        <a:rPr lang="fr-FR" sz="600" u="none" strike="noStrike">
                          <a:effectLst/>
                        </a:rPr>
                      </a:br>
                      <a:br>
                        <a:rPr lang="fr-FR" sz="600" u="none" strike="noStrike">
                          <a:effectLst/>
                        </a:rPr>
                      </a:br>
                      <a:r>
                        <a:rPr lang="fr-FR" sz="600" u="none" strike="noStrike">
                          <a:effectLst/>
                        </a:rPr>
                        <a:t>*Ajout d'une note</a:t>
                      </a: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11" marR="1011" marT="101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600" u="none" strike="noStrike">
                          <a:effectLst/>
                        </a:rPr>
                        <a:t>*Planification Pxo</a:t>
                      </a:r>
                      <a:br>
                        <a:rPr lang="fr-FR" sz="600" u="none" strike="noStrike">
                          <a:effectLst/>
                        </a:rPr>
                      </a:br>
                      <a:r>
                        <a:rPr lang="fr-FR" sz="600" u="none" strike="noStrike">
                          <a:effectLst/>
                        </a:rPr>
                        <a:t>*Renvoie statut CGA (RDV pris)</a:t>
                      </a: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11" marR="1011" marT="101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600" u="none" strike="noStrike">
                          <a:effectLst/>
                        </a:rPr>
                        <a:t>Synchronisation </a:t>
                      </a: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11" marR="1011" marT="101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600" u="none" strike="noStrike">
                          <a:effectLst/>
                        </a:rPr>
                        <a:t>*Consultation du workOder installation</a:t>
                      </a:r>
                      <a:br>
                        <a:rPr lang="fr-FR" sz="600" u="none" strike="noStrike">
                          <a:effectLst/>
                        </a:rPr>
                      </a:br>
                      <a:br>
                        <a:rPr lang="fr-FR" sz="600" u="none" strike="noStrike">
                          <a:effectLst/>
                        </a:rPr>
                      </a:br>
                      <a:r>
                        <a:rPr lang="fr-FR" sz="600" u="none" strike="noStrike">
                          <a:effectLst/>
                        </a:rPr>
                        <a:t>*Changement statut technicien (en route)</a:t>
                      </a:r>
                      <a:br>
                        <a:rPr lang="fr-FR" sz="600" u="none" strike="noStrike">
                          <a:effectLst/>
                        </a:rPr>
                      </a:br>
                      <a:r>
                        <a:rPr lang="fr-FR" sz="600" u="none" strike="noStrike">
                          <a:effectLst/>
                        </a:rPr>
                        <a:t>*Selection lieu RDV+Guidage GPS</a:t>
                      </a: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11" marR="1011" marT="101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600" u="none" strike="noStrike">
                          <a:effectLst/>
                        </a:rPr>
                        <a:t> </a:t>
                      </a: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11" marR="1011" marT="101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600" u="none" strike="noStrike">
                          <a:effectLst/>
                        </a:rPr>
                        <a:t>Compléter le volet "raccordement" du compte rendu Praxedo (photo)</a:t>
                      </a: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11" marR="1011" marT="101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600" u="none" strike="noStrike">
                          <a:effectLst/>
                        </a:rPr>
                        <a:t>Compléter le volet "Box" du compte rendu Praxedo</a:t>
                      </a: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11" marR="1011" marT="101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600" u="none" strike="noStrike">
                          <a:effectLst/>
                        </a:rPr>
                        <a:t> </a:t>
                      </a: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11" marR="1011" marT="101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600" u="none" strike="noStrike">
                          <a:effectLst/>
                        </a:rPr>
                        <a:t>Compléter les volets "Validation client" du compte rendu Praxedo </a:t>
                      </a: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11" marR="1011" marT="101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600" u="none" strike="noStrike">
                          <a:effectLst/>
                        </a:rPr>
                        <a:t>Saisie des consommables</a:t>
                      </a: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11" marR="1011" marT="101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600" u="none" strike="noStrike">
                          <a:effectLst/>
                        </a:rPr>
                        <a:t>*Selection du résultat d'installation </a:t>
                      </a:r>
                      <a:br>
                        <a:rPr lang="fr-FR" sz="600" u="none" strike="noStrike">
                          <a:effectLst/>
                        </a:rPr>
                      </a:br>
                      <a:r>
                        <a:rPr lang="fr-FR" sz="600" u="none" strike="noStrike">
                          <a:effectLst/>
                        </a:rPr>
                        <a:t>*Enregistrement et transmission du compte rendu (vers PXO Vue Dispatch - version web)</a:t>
                      </a: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11" marR="1011" marT="101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600" u="none" strike="noStrike">
                          <a:effectLst/>
                        </a:rPr>
                        <a:t>*Modifier </a:t>
                      </a:r>
                      <a:br>
                        <a:rPr lang="fr-FR" sz="600" u="none" strike="noStrike">
                          <a:effectLst/>
                        </a:rPr>
                      </a:br>
                      <a:r>
                        <a:rPr lang="fr-FR" sz="600" u="none" strike="noStrike">
                          <a:effectLst/>
                        </a:rPr>
                        <a:t>*Valider</a:t>
                      </a: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11" marR="1011" marT="1011" marB="0" anchor="ctr"/>
                </a:tc>
                <a:extLst>
                  <a:ext uri="{0D108BD9-81ED-4DB2-BD59-A6C34878D82A}">
                    <a16:rowId xmlns:a16="http://schemas.microsoft.com/office/drawing/2014/main" val="990710894"/>
                  </a:ext>
                </a:extLst>
              </a:tr>
              <a:tr h="249956">
                <a:tc>
                  <a:txBody>
                    <a:bodyPr/>
                    <a:lstStyle/>
                    <a:p>
                      <a:pPr algn="l" fontAlgn="ctr"/>
                      <a:r>
                        <a:rPr lang="fr-FR" sz="600" u="none" strike="noStrike">
                          <a:effectLst/>
                        </a:rPr>
                        <a:t>Critère de qualité/Analyse de la performance</a:t>
                      </a: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11" marR="1011" marT="1011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600" u="none" strike="noStrike">
                          <a:effectLst/>
                        </a:rPr>
                        <a:t>Délai maximal de 24H pour le 1er appel (note)</a:t>
                      </a: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11" marR="1011" marT="101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600" u="none" strike="noStrike">
                          <a:effectLst/>
                        </a:rPr>
                        <a:t> </a:t>
                      </a: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11" marR="1011" marT="101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600" u="none" strike="noStrike">
                          <a:effectLst/>
                        </a:rPr>
                        <a:t> </a:t>
                      </a: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11" marR="1011" marT="101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600" u="none" strike="noStrike">
                          <a:effectLst/>
                        </a:rPr>
                        <a:t> </a:t>
                      </a: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11" marR="1011" marT="101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600" u="none" strike="noStrike">
                          <a:effectLst/>
                        </a:rPr>
                        <a:t> </a:t>
                      </a: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11" marR="1011" marT="101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600" u="none" strike="noStrike">
                          <a:effectLst/>
                        </a:rPr>
                        <a:t>Installation Standard ~300m </a:t>
                      </a: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11" marR="1011" marT="101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600" u="none" strike="noStrike">
                          <a:effectLst/>
                        </a:rPr>
                        <a:t> </a:t>
                      </a: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11" marR="1011" marT="101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600" u="none" strike="noStrike">
                          <a:effectLst/>
                        </a:rPr>
                        <a:t> </a:t>
                      </a: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11" marR="1011" marT="101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600" u="none" strike="noStrike">
                          <a:effectLst/>
                        </a:rPr>
                        <a:t>Notes installation Welcome Call</a:t>
                      </a: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11" marR="1011" marT="101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600" u="none" strike="noStrike">
                          <a:effectLst/>
                        </a:rPr>
                        <a:t> </a:t>
                      </a: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11" marR="1011" marT="101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600" u="none" strike="noStrike">
                          <a:effectLst/>
                        </a:rPr>
                        <a:t>Durée d'installation =&lt; 3 heures </a:t>
                      </a: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11" marR="1011" marT="101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600" u="none" strike="noStrike">
                          <a:effectLst/>
                        </a:rPr>
                        <a:t>*Délai de 2h entre l'envoi du compte rendu par le technicien et la validation</a:t>
                      </a:r>
                      <a:br>
                        <a:rPr lang="fr-FR" sz="600" u="none" strike="noStrike">
                          <a:effectLst/>
                        </a:rPr>
                      </a:br>
                      <a:r>
                        <a:rPr lang="fr-FR" sz="600" u="none" strike="noStrike">
                          <a:effectLst/>
                        </a:rPr>
                        <a:t>*Délai d'installation  (entre souscription et installation) =&lt; 7 jours </a:t>
                      </a: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11" marR="1011" marT="1011" marB="0" anchor="ctr"/>
                </a:tc>
                <a:extLst>
                  <a:ext uri="{0D108BD9-81ED-4DB2-BD59-A6C34878D82A}">
                    <a16:rowId xmlns:a16="http://schemas.microsoft.com/office/drawing/2014/main" val="1729960853"/>
                  </a:ext>
                </a:extLst>
              </a:tr>
              <a:tr h="142833">
                <a:tc>
                  <a:txBody>
                    <a:bodyPr/>
                    <a:lstStyle/>
                    <a:p>
                      <a:pPr algn="l" fontAlgn="ctr"/>
                      <a:r>
                        <a:rPr lang="fr-FR" sz="600" u="none" strike="noStrike">
                          <a:effectLst/>
                        </a:rPr>
                        <a:t>Qui réalise contrôle?</a:t>
                      </a: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11" marR="1011" marT="1011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600" u="none" strike="noStrike">
                          <a:effectLst/>
                        </a:rPr>
                        <a:t>Client Installation Supervisor (GVA)</a:t>
                      </a: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11" marR="1011" marT="101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600" u="none" strike="noStrike">
                          <a:effectLst/>
                        </a:rPr>
                        <a:t> </a:t>
                      </a: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11" marR="1011" marT="101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600" u="none" strike="noStrike">
                          <a:effectLst/>
                        </a:rPr>
                        <a:t>Dispacther</a:t>
                      </a: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11" marR="1011" marT="101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600" u="none" strike="noStrike">
                          <a:effectLst/>
                        </a:rPr>
                        <a:t>Dispacther ou Equipe de supervision ISP GVA</a:t>
                      </a: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11" marR="1011" marT="101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600" u="none" strike="noStrike">
                          <a:effectLst/>
                        </a:rPr>
                        <a:t> </a:t>
                      </a: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11" marR="1011" marT="101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600" u="none" strike="noStrike">
                          <a:effectLst/>
                        </a:rPr>
                        <a:t>Client Installation Supervisor (GVA)</a:t>
                      </a: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11" marR="1011" marT="101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600" u="none" strike="noStrike">
                          <a:effectLst/>
                        </a:rPr>
                        <a:t>Client Installation Supervisor (GVA)</a:t>
                      </a: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11" marR="1011" marT="101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600" u="none" strike="noStrike">
                          <a:effectLst/>
                        </a:rPr>
                        <a:t>Technicien</a:t>
                      </a: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11" marR="1011" marT="101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600" u="none" strike="noStrike">
                          <a:effectLst/>
                        </a:rPr>
                        <a:t>*NOC si note &lt;8</a:t>
                      </a:r>
                      <a:br>
                        <a:rPr lang="fr-FR" sz="600" u="none" strike="noStrike">
                          <a:effectLst/>
                        </a:rPr>
                      </a:br>
                      <a:r>
                        <a:rPr lang="fr-FR" sz="600" u="none" strike="noStrike">
                          <a:effectLst/>
                        </a:rPr>
                        <a:t>*Equipe de supervision ISP GVA</a:t>
                      </a: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11" marR="1011" marT="101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600" u="none" strike="noStrike">
                          <a:effectLst/>
                        </a:rPr>
                        <a:t>Client Installation Supervisor (GVA)</a:t>
                      </a: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11" marR="1011" marT="101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600" u="none" strike="noStrike">
                          <a:effectLst/>
                        </a:rPr>
                        <a:t>Contrôle "immédiat" = Dispatch (activité suivante) + autre contrôle Supervision ISP GVA</a:t>
                      </a: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11" marR="1011" marT="101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600" u="none" strike="noStrike">
                          <a:effectLst/>
                        </a:rPr>
                        <a:t> </a:t>
                      </a: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11" marR="1011" marT="1011" marB="0" anchor="ctr"/>
                </a:tc>
                <a:extLst>
                  <a:ext uri="{0D108BD9-81ED-4DB2-BD59-A6C34878D82A}">
                    <a16:rowId xmlns:a16="http://schemas.microsoft.com/office/drawing/2014/main" val="369478881"/>
                  </a:ext>
                </a:extLst>
              </a:tr>
              <a:tr h="249956">
                <a:tc>
                  <a:txBody>
                    <a:bodyPr/>
                    <a:lstStyle/>
                    <a:p>
                      <a:pPr algn="l" fontAlgn="ctr"/>
                      <a:r>
                        <a:rPr lang="fr-FR" sz="600" u="none" strike="noStrike">
                          <a:effectLst/>
                        </a:rPr>
                        <a:t>Quelles actions de contrôle?</a:t>
                      </a: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11" marR="1011" marT="1011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600" u="none" strike="noStrike">
                          <a:effectLst/>
                        </a:rPr>
                        <a:t>Consultation du workOrder</a:t>
                      </a: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11" marR="1011" marT="101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600" u="none" strike="noStrike">
                          <a:effectLst/>
                        </a:rPr>
                        <a:t> </a:t>
                      </a: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11" marR="1011" marT="101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600" u="none" strike="noStrike">
                          <a:effectLst/>
                        </a:rPr>
                        <a:t>* Consultation PXO planning techicien</a:t>
                      </a:r>
                      <a:br>
                        <a:rPr lang="fr-FR" sz="600" u="none" strike="noStrike">
                          <a:effectLst/>
                        </a:rPr>
                      </a:br>
                      <a:r>
                        <a:rPr lang="fr-FR" sz="600" u="none" strike="noStrike">
                          <a:effectLst/>
                        </a:rPr>
                        <a:t>* Statut du workorder doit être = à Synchroniser</a:t>
                      </a: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11" marR="1011" marT="101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600" u="none" strike="noStrike">
                          <a:effectLst/>
                        </a:rPr>
                        <a:t>Consultation Compte Rendu d'activité</a:t>
                      </a: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11" marR="1011" marT="101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600" u="none" strike="noStrike">
                          <a:effectLst/>
                        </a:rPr>
                        <a:t> </a:t>
                      </a: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11" marR="1011" marT="101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600" u="none" strike="noStrike">
                          <a:effectLst/>
                        </a:rPr>
                        <a:t>*Port Utilisé correspond au port dans le SI</a:t>
                      </a: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11" marR="1011" marT="101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600" u="none" strike="noStrike">
                          <a:effectLst/>
                        </a:rPr>
                        <a:t>Contrôle Du passage du câble, de l'emplacement de la Box, niveau d'atténuation</a:t>
                      </a:r>
                      <a:br>
                        <a:rPr lang="fr-FR" sz="600" u="none" strike="noStrike">
                          <a:effectLst/>
                        </a:rPr>
                      </a:b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11" marR="1011" marT="101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600" u="none" strike="noStrike">
                          <a:effectLst/>
                        </a:rPr>
                        <a:t> </a:t>
                      </a: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11" marR="1011" marT="101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600" u="none" strike="noStrike">
                          <a:effectLst/>
                        </a:rPr>
                        <a:t>Consultation des extractions Welcome Call</a:t>
                      </a: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11" marR="1011" marT="101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600" u="none" strike="noStrike">
                          <a:effectLst/>
                        </a:rPr>
                        <a:t>*Longueur de drop interieur/extérieur : terran versus consommables PXO</a:t>
                      </a:r>
                      <a:br>
                        <a:rPr lang="fr-FR" sz="600" u="none" strike="noStrike">
                          <a:effectLst/>
                        </a:rPr>
                      </a:br>
                      <a:r>
                        <a:rPr lang="fr-FR" sz="600" u="none" strike="noStrike">
                          <a:effectLst/>
                        </a:rPr>
                        <a:t>*Nombre de Feuillards utilisés  = Nombre de poteaux "utilisés" = accord sté éléctricité </a:t>
                      </a: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11" marR="1011" marT="101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600" u="none" strike="noStrike">
                          <a:effectLst/>
                        </a:rPr>
                        <a:t>Dispatch : activité suivante </a:t>
                      </a: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11" marR="1011" marT="101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600" u="none" strike="noStrike">
                          <a:effectLst/>
                        </a:rPr>
                        <a:t>*DSI Centrale : Les abonnés actifs non VF</a:t>
                      </a: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11" marR="1011" marT="1011" marB="0" anchor="ctr"/>
                </a:tc>
                <a:extLst>
                  <a:ext uri="{0D108BD9-81ED-4DB2-BD59-A6C34878D82A}">
                    <a16:rowId xmlns:a16="http://schemas.microsoft.com/office/drawing/2014/main" val="3673111155"/>
                  </a:ext>
                </a:extLst>
              </a:tr>
              <a:tr h="71416">
                <a:tc>
                  <a:txBody>
                    <a:bodyPr/>
                    <a:lstStyle/>
                    <a:p>
                      <a:pPr algn="l" fontAlgn="ctr"/>
                      <a:r>
                        <a:rPr lang="fr-FR" sz="600" u="none" strike="noStrike">
                          <a:effectLst/>
                        </a:rPr>
                        <a:t>Condition de passage</a:t>
                      </a: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11" marR="1011" marT="1011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600" u="none" strike="noStrike">
                          <a:effectLst/>
                        </a:rPr>
                        <a:t>Le client décroche </a:t>
                      </a: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11" marR="1011" marT="101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600" u="none" strike="noStrike">
                          <a:effectLst/>
                        </a:rPr>
                        <a:t>Disponibiltés conjointes technicien/client</a:t>
                      </a: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11" marR="1011" marT="101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600" u="none" strike="noStrike">
                          <a:effectLst/>
                        </a:rPr>
                        <a:t>Synchronisation réussie pxo Web/Pxo Mobile</a:t>
                      </a: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11" marR="1011" marT="101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600" u="none" strike="noStrike">
                          <a:effectLst/>
                        </a:rPr>
                        <a:t>Client présent</a:t>
                      </a: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11" marR="1011" marT="101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600" u="none" strike="noStrike">
                          <a:effectLst/>
                        </a:rPr>
                        <a:t>Vérifications OK</a:t>
                      </a: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11" marR="1011" marT="101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600" u="none" strike="noStrike">
                          <a:effectLst/>
                        </a:rPr>
                        <a:t>Conditions techniques remplies</a:t>
                      </a: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11" marR="1011" marT="101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600" u="none" strike="noStrike">
                          <a:effectLst/>
                        </a:rPr>
                        <a:t>Conditions techniques remplies</a:t>
                      </a: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11" marR="1011" marT="101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600" u="none" strike="noStrike">
                          <a:effectLst/>
                        </a:rPr>
                        <a:t>Attenuation &lt; 26dB</a:t>
                      </a: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11" marR="1011" marT="101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600" u="none" strike="noStrike">
                          <a:effectLst/>
                        </a:rPr>
                        <a:t>Accord client </a:t>
                      </a: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11" marR="1011" marT="101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600" u="none" strike="noStrike">
                          <a:effectLst/>
                        </a:rPr>
                        <a:t>Saisie consommables réussie</a:t>
                      </a: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11" marR="1011" marT="101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600" u="none" strike="noStrike">
                          <a:effectLst/>
                        </a:rPr>
                        <a:t> </a:t>
                      </a: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11" marR="1011" marT="101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600" u="none" strike="noStrike">
                          <a:effectLst/>
                        </a:rPr>
                        <a:t>Compte rendu complet, cohérent</a:t>
                      </a: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11" marR="1011" marT="1011" marB="0" anchor="ctr"/>
                </a:tc>
                <a:extLst>
                  <a:ext uri="{0D108BD9-81ED-4DB2-BD59-A6C34878D82A}">
                    <a16:rowId xmlns:a16="http://schemas.microsoft.com/office/drawing/2014/main" val="3121577578"/>
                  </a:ext>
                </a:extLst>
              </a:tr>
              <a:tr h="1583512">
                <a:tc>
                  <a:txBody>
                    <a:bodyPr/>
                    <a:lstStyle/>
                    <a:p>
                      <a:pPr algn="l" fontAlgn="ctr"/>
                      <a:r>
                        <a:rPr lang="fr-FR" sz="600" u="none" strike="noStrike">
                          <a:effectLst/>
                        </a:rPr>
                        <a:t>Condition de blocage</a:t>
                      </a: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11" marR="1011" marT="1011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600" u="none" strike="noStrike">
                          <a:effectLst/>
                        </a:rPr>
                        <a:t>*Le client ne décroche pas</a:t>
                      </a:r>
                      <a:br>
                        <a:rPr lang="fr-FR" sz="600" u="none" strike="noStrike">
                          <a:effectLst/>
                        </a:rPr>
                      </a:br>
                      <a:r>
                        <a:rPr lang="fr-FR" sz="600" u="none" strike="noStrike">
                          <a:effectLst/>
                        </a:rPr>
                        <a:t>*Annulation - refus client</a:t>
                      </a: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11" marR="1011" marT="101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600" u="none" strike="noStrike">
                          <a:effectLst/>
                        </a:rPr>
                        <a:t> </a:t>
                      </a: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11" marR="1011" marT="101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600" u="none" strike="noStrike">
                          <a:effectLst/>
                        </a:rPr>
                        <a:t>Anomalie synchronisation</a:t>
                      </a: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11" marR="1011" marT="101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600" u="none" strike="noStrike">
                          <a:effectLst/>
                        </a:rPr>
                        <a:t>*Problème client – absence client - à </a:t>
                      </a:r>
                      <a:r>
                        <a:rPr lang="fr-FR" sz="600" u="none" strike="noStrike" err="1">
                          <a:effectLst/>
                        </a:rPr>
                        <a:t>replanifier</a:t>
                      </a:r>
                      <a:br>
                        <a:rPr lang="fr-FR" sz="600" u="none" strike="noStrike">
                          <a:effectLst/>
                        </a:rPr>
                      </a:br>
                      <a:r>
                        <a:rPr lang="fr-FR" sz="600" u="none" strike="noStrike">
                          <a:effectLst/>
                        </a:rPr>
                        <a:t>*Annulation - refus client</a:t>
                      </a: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11" marR="1011" marT="101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600" u="none" strike="noStrike">
                          <a:effectLst/>
                        </a:rPr>
                        <a:t>KO pré installation : </a:t>
                      </a:r>
                      <a:br>
                        <a:rPr lang="fr-FR" sz="600" u="none" strike="noStrike">
                          <a:effectLst/>
                        </a:rPr>
                      </a:br>
                      <a:r>
                        <a:rPr lang="fr-FR" sz="600" u="none" strike="noStrike">
                          <a:effectLst/>
                        </a:rPr>
                        <a:t>*erreur adresse</a:t>
                      </a:r>
                      <a:br>
                        <a:rPr lang="fr-FR" sz="600" u="none" strike="noStrike">
                          <a:effectLst/>
                        </a:rPr>
                      </a:br>
                      <a:r>
                        <a:rPr lang="fr-FR" sz="600" u="none" strike="noStrike">
                          <a:effectLst/>
                        </a:rPr>
                        <a:t>*le client ne possède pas la "bonne" BOX</a:t>
                      </a:r>
                      <a:br>
                        <a:rPr lang="fr-FR" sz="600" u="none" strike="noStrike">
                          <a:effectLst/>
                        </a:rPr>
                      </a:br>
                      <a:r>
                        <a:rPr lang="fr-FR" sz="600" u="none" strike="noStrike">
                          <a:effectLst/>
                        </a:rPr>
                        <a:t>*Changement d'OTB</a:t>
                      </a:r>
                      <a:br>
                        <a:rPr lang="fr-FR" sz="600" u="none" strike="noStrike">
                          <a:effectLst/>
                        </a:rPr>
                      </a:br>
                      <a:r>
                        <a:rPr lang="fr-FR" sz="600" u="none" strike="noStrike">
                          <a:effectLst/>
                        </a:rPr>
                        <a:t>*Métrage incorrecte</a:t>
                      </a:r>
                      <a:br>
                        <a:rPr lang="fr-FR" sz="600" u="none" strike="noStrike">
                          <a:effectLst/>
                        </a:rPr>
                      </a:br>
                      <a:r>
                        <a:rPr lang="fr-FR" sz="600" u="none" strike="noStrike">
                          <a:effectLst/>
                        </a:rPr>
                        <a:t>*splitter full</a:t>
                      </a:r>
                      <a:br>
                        <a:rPr lang="fr-FR" sz="600" u="none" strike="noStrike">
                          <a:effectLst/>
                        </a:rPr>
                      </a:br>
                      <a:r>
                        <a:rPr lang="fr-FR" sz="600" u="none" strike="noStrike">
                          <a:effectLst/>
                        </a:rPr>
                        <a:t>*Port attibué non disponible</a:t>
                      </a:r>
                      <a:br>
                        <a:rPr lang="fr-FR" sz="600" u="none" strike="noStrike">
                          <a:effectLst/>
                        </a:rPr>
                      </a:br>
                      <a:r>
                        <a:rPr lang="fr-FR" sz="600" u="none" strike="noStrike">
                          <a:effectLst/>
                        </a:rPr>
                        <a:t>*Atténuation</a:t>
                      </a: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11" marR="1011" marT="101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600" u="none" strike="noStrike">
                          <a:effectLst/>
                        </a:rPr>
                        <a:t>KO Provisoire : </a:t>
                      </a:r>
                      <a:br>
                        <a:rPr lang="fr-FR" sz="600" u="none" strike="noStrike">
                          <a:effectLst/>
                        </a:rPr>
                      </a:br>
                      <a:br>
                        <a:rPr lang="fr-FR" sz="600" u="none" strike="noStrike">
                          <a:effectLst/>
                        </a:rPr>
                      </a:br>
                      <a:r>
                        <a:rPr lang="fr-FR" sz="600" u="none" strike="noStrike">
                          <a:effectLst/>
                        </a:rPr>
                        <a:t>*PBO full - en attente de libération de ressources</a:t>
                      </a:r>
                      <a:br>
                        <a:rPr lang="fr-FR" sz="600" u="none" strike="noStrike">
                          <a:effectLst/>
                        </a:rPr>
                      </a:br>
                      <a:r>
                        <a:rPr lang="fr-FR" sz="600" u="none" strike="noStrike">
                          <a:effectLst/>
                        </a:rPr>
                        <a:t>*Impossibilité d’accès - en attente libération accès</a:t>
                      </a:r>
                      <a:br>
                        <a:rPr lang="fr-FR" sz="600" u="none" strike="noStrike">
                          <a:effectLst/>
                        </a:rPr>
                      </a:br>
                      <a:r>
                        <a:rPr lang="fr-FR" sz="600" u="none" strike="noStrike">
                          <a:effectLst/>
                        </a:rPr>
                        <a:t>*Interdiction de travaux - temporaire</a:t>
                      </a:r>
                      <a:br>
                        <a:rPr lang="fr-FR" sz="600" u="none" strike="noStrike">
                          <a:effectLst/>
                        </a:rPr>
                      </a:br>
                      <a:r>
                        <a:rPr lang="fr-FR" sz="600" u="none" strike="noStrike">
                          <a:effectLst/>
                        </a:rPr>
                        <a:t>*Port PBO défectueux</a:t>
                      </a:r>
                      <a:br>
                        <a:rPr lang="fr-FR" sz="600" u="none" strike="noStrike">
                          <a:effectLst/>
                        </a:rPr>
                      </a:br>
                      <a:r>
                        <a:rPr lang="fr-FR" sz="600" u="none" strike="noStrike">
                          <a:effectLst/>
                        </a:rPr>
                        <a:t>*Intervention difficile : conduite bouchée, passage difficile</a:t>
                      </a:r>
                      <a:br>
                        <a:rPr lang="fr-FR" sz="600" u="none" strike="noStrike">
                          <a:effectLst/>
                        </a:rPr>
                      </a:br>
                      <a:r>
                        <a:rPr lang="fr-FR" sz="600" u="none" strike="noStrike">
                          <a:effectLst/>
                        </a:rPr>
                        <a:t>Intervention à </a:t>
                      </a:r>
                      <a:r>
                        <a:rPr lang="fr-FR" sz="600" u="none" strike="noStrike" err="1">
                          <a:effectLst/>
                        </a:rPr>
                        <a:t>replanifier</a:t>
                      </a:r>
                      <a:r>
                        <a:rPr lang="fr-FR" sz="600" u="none" strike="noStrike">
                          <a:effectLst/>
                        </a:rPr>
                        <a:t> : besoin client spécifique (poteau privé / potence / etc.)</a:t>
                      </a:r>
                      <a:br>
                        <a:rPr lang="fr-FR" sz="600" u="none" strike="noStrike">
                          <a:effectLst/>
                        </a:rPr>
                      </a:br>
                      <a:r>
                        <a:rPr lang="fr-FR" sz="600" u="none" strike="noStrike">
                          <a:effectLst/>
                        </a:rPr>
                        <a:t>*ID building à affecter à un autre OTB</a:t>
                      </a:r>
                      <a:br>
                        <a:rPr lang="fr-FR" sz="600" u="none" strike="noStrike">
                          <a:effectLst/>
                        </a:rPr>
                      </a:br>
                      <a:r>
                        <a:rPr lang="fr-FR" sz="600" u="none" strike="noStrike">
                          <a:effectLst/>
                        </a:rPr>
                        <a:t>*Poteau dangereux - intervention </a:t>
                      </a:r>
                      <a:r>
                        <a:rPr lang="fr-FR" sz="600" u="none" strike="noStrike" err="1">
                          <a:effectLst/>
                        </a:rPr>
                        <a:t>SocElec</a:t>
                      </a:r>
                      <a:r>
                        <a:rPr lang="fr-FR" sz="600" u="none" strike="noStrike">
                          <a:effectLst/>
                        </a:rPr>
                        <a:t> requise</a:t>
                      </a:r>
                      <a:br>
                        <a:rPr lang="fr-FR" sz="600" u="none" strike="noStrike">
                          <a:effectLst/>
                        </a:rPr>
                      </a:br>
                      <a:r>
                        <a:rPr lang="fr-FR" sz="600" u="none" strike="noStrike">
                          <a:effectLst/>
                        </a:rPr>
                        <a:t>*Longueur de drop à facturer</a:t>
                      </a:r>
                      <a:br>
                        <a:rPr lang="fr-FR" sz="600" u="none" strike="noStrike">
                          <a:effectLst/>
                        </a:rPr>
                      </a:br>
                      <a:r>
                        <a:rPr lang="fr-FR" sz="600" u="none" strike="noStrike">
                          <a:effectLst/>
                        </a:rPr>
                        <a:t>*A </a:t>
                      </a:r>
                      <a:r>
                        <a:rPr lang="fr-FR" sz="600" u="none" strike="noStrike" err="1">
                          <a:effectLst/>
                        </a:rPr>
                        <a:t>replanifier</a:t>
                      </a:r>
                      <a:r>
                        <a:rPr lang="fr-FR" sz="600" u="none" strike="noStrike">
                          <a:effectLst/>
                        </a:rPr>
                        <a:t> - 2nd splitter à installer</a:t>
                      </a:r>
                      <a:br>
                        <a:rPr lang="fr-FR" sz="600" u="none" strike="noStrike">
                          <a:effectLst/>
                        </a:rPr>
                      </a:br>
                      <a:br>
                        <a:rPr lang="fr-FR" sz="600" u="none" strike="noStrike">
                          <a:effectLst/>
                        </a:rPr>
                      </a:br>
                      <a:r>
                        <a:rPr lang="fr-FR" sz="600" u="none" strike="noStrike">
                          <a:effectLst/>
                        </a:rPr>
                        <a:t>KO Définitif :</a:t>
                      </a:r>
                      <a:br>
                        <a:rPr lang="fr-FR" sz="600" u="none" strike="noStrike">
                          <a:effectLst/>
                        </a:rPr>
                      </a:br>
                      <a:r>
                        <a:rPr lang="fr-FR" sz="600" u="none" strike="noStrike">
                          <a:effectLst/>
                        </a:rPr>
                        <a:t>*PBO full - saturation définitive</a:t>
                      </a:r>
                      <a:br>
                        <a:rPr lang="fr-FR" sz="600" u="none" strike="noStrike">
                          <a:effectLst/>
                        </a:rPr>
                      </a:br>
                      <a:r>
                        <a:rPr lang="fr-FR" sz="600" u="none" strike="noStrike">
                          <a:effectLst/>
                        </a:rPr>
                        <a:t>*Impossibilité d’accès - définitif</a:t>
                      </a:r>
                      <a:br>
                        <a:rPr lang="fr-FR" sz="600" u="none" strike="noStrike">
                          <a:effectLst/>
                        </a:rPr>
                      </a:br>
                      <a:r>
                        <a:rPr lang="fr-FR" sz="600" u="none" strike="noStrike">
                          <a:effectLst/>
                        </a:rPr>
                        <a:t>*Problème client – refus</a:t>
                      </a:r>
                      <a:br>
                        <a:rPr lang="fr-FR" sz="600" u="none" strike="noStrike">
                          <a:effectLst/>
                        </a:rPr>
                      </a:br>
                      <a:r>
                        <a:rPr lang="fr-FR" sz="600" u="none" strike="noStrike">
                          <a:effectLst/>
                        </a:rPr>
                        <a:t>*Intervention impossible : </a:t>
                      </a:r>
                      <a:r>
                        <a:rPr lang="fr-FR" sz="600" u="none" strike="noStrike" err="1">
                          <a:effectLst/>
                        </a:rPr>
                        <a:t>pb</a:t>
                      </a:r>
                      <a:r>
                        <a:rPr lang="fr-FR" sz="600" u="none" strike="noStrike">
                          <a:effectLst/>
                        </a:rPr>
                        <a:t> technique définitif</a:t>
                      </a: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11" marR="1011" marT="101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600" u="none" strike="noStrike">
                          <a:effectLst/>
                        </a:rPr>
                        <a:t>KO Provisoire :</a:t>
                      </a:r>
                      <a:br>
                        <a:rPr lang="fr-FR" sz="600" u="none" strike="noStrike">
                          <a:effectLst/>
                        </a:rPr>
                      </a:br>
                      <a:br>
                        <a:rPr lang="fr-FR" sz="600" u="none" strike="noStrike">
                          <a:effectLst/>
                        </a:rPr>
                      </a:br>
                      <a:r>
                        <a:rPr lang="fr-FR" sz="600" u="none" strike="noStrike">
                          <a:effectLst/>
                        </a:rPr>
                        <a:t>*Modem défectueux</a:t>
                      </a:r>
                      <a:br>
                        <a:rPr lang="fr-FR" sz="600" u="none" strike="noStrike">
                          <a:effectLst/>
                        </a:rPr>
                      </a:br>
                      <a:r>
                        <a:rPr lang="fr-FR" sz="600" u="none" strike="noStrike">
                          <a:effectLst/>
                        </a:rPr>
                        <a:t>*Problème technique : signal faible ou absent sur le PBO(à voir si fait dans l'étape </a:t>
                      </a:r>
                      <a:r>
                        <a:rPr lang="fr-FR" sz="600" u="none" strike="noStrike" err="1">
                          <a:effectLst/>
                        </a:rPr>
                        <a:t>préc</a:t>
                      </a:r>
                      <a:r>
                        <a:rPr lang="fr-FR" sz="600" u="none" strike="noStrike">
                          <a:effectLst/>
                        </a:rPr>
                        <a:t> ?)</a:t>
                      </a:r>
                      <a:br>
                        <a:rPr lang="fr-FR" sz="600" u="none" strike="noStrike">
                          <a:effectLst/>
                        </a:rPr>
                      </a:br>
                      <a:br>
                        <a:rPr lang="fr-FR" sz="600" u="none" strike="noStrike">
                          <a:effectLst/>
                        </a:rPr>
                      </a:br>
                      <a:br>
                        <a:rPr lang="fr-FR" sz="600" u="none" strike="noStrike">
                          <a:effectLst/>
                        </a:rPr>
                      </a:br>
                      <a:br>
                        <a:rPr lang="fr-FR" sz="600" u="none" strike="noStrike">
                          <a:effectLst/>
                        </a:rPr>
                      </a:br>
                      <a:br>
                        <a:rPr lang="fr-FR" sz="600" u="none" strike="noStrike">
                          <a:effectLst/>
                        </a:rPr>
                      </a:b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11" marR="1011" marT="101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600" u="none" strike="noStrike">
                          <a:effectLst/>
                        </a:rPr>
                        <a:t>cas1 :  Forte atténuation ISP avec atténuation jarretière comprise entre &lt;=-20dB et &gt;=-28Db</a:t>
                      </a:r>
                      <a:br>
                        <a:rPr lang="fr-FR" sz="600" u="none" strike="noStrike">
                          <a:effectLst/>
                        </a:rPr>
                      </a:br>
                      <a:br>
                        <a:rPr lang="fr-FR" sz="600" u="none" strike="noStrike">
                          <a:effectLst/>
                        </a:rPr>
                      </a:br>
                      <a:r>
                        <a:rPr lang="fr-FR" sz="600" u="none" strike="noStrike">
                          <a:effectLst/>
                        </a:rPr>
                        <a:t>cas 2 : Forte atténuation ISP avec atténuation jarretière comprise entre &lt;-28dB</a:t>
                      </a: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11" marR="1011" marT="101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600" u="none" strike="noStrike">
                          <a:effectLst/>
                        </a:rPr>
                        <a:t>*Client insatisfait</a:t>
                      </a:r>
                      <a:br>
                        <a:rPr lang="fr-FR" sz="600" u="none" strike="noStrike">
                          <a:effectLst/>
                        </a:rPr>
                      </a:br>
                      <a:r>
                        <a:rPr lang="fr-FR" sz="600" u="none" strike="noStrike">
                          <a:effectLst/>
                        </a:rPr>
                        <a:t>*Client qui refuse les conditions générales</a:t>
                      </a: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11" marR="1011" marT="101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600" u="none" strike="noStrike">
                          <a:effectLst/>
                        </a:rPr>
                        <a:t>*Erreur dans la saisie des consommables </a:t>
                      </a: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11" marR="1011" marT="101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600" u="none" strike="noStrike">
                          <a:effectLst/>
                        </a:rPr>
                        <a:t>Anomalie synchronisation</a:t>
                      </a: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11" marR="1011" marT="101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600" u="none" strike="noStrike">
                          <a:effectLst/>
                        </a:rPr>
                        <a:t>KO Provisoire SI : Validation PXO qui ne déclenche pas le décompte abonnement</a:t>
                      </a: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11" marR="1011" marT="1011" marB="0" anchor="ctr"/>
                </a:tc>
                <a:extLst>
                  <a:ext uri="{0D108BD9-81ED-4DB2-BD59-A6C34878D82A}">
                    <a16:rowId xmlns:a16="http://schemas.microsoft.com/office/drawing/2014/main" val="2452932767"/>
                  </a:ext>
                </a:extLst>
              </a:tr>
              <a:tr h="1187978">
                <a:tc>
                  <a:txBody>
                    <a:bodyPr/>
                    <a:lstStyle/>
                    <a:p>
                      <a:pPr algn="l" fontAlgn="ctr"/>
                      <a:r>
                        <a:rPr lang="fr-FR" sz="600" u="none" strike="noStrike">
                          <a:effectLst/>
                        </a:rPr>
                        <a:t>Actions suite blocage </a:t>
                      </a: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11" marR="1011" marT="1011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600" u="none" strike="noStrike">
                          <a:effectLst/>
                        </a:rPr>
                        <a:t>*Inserer un note mentionnant le blocage</a:t>
                      </a:r>
                      <a:br>
                        <a:rPr lang="fr-FR" sz="600" u="none" strike="noStrike">
                          <a:effectLst/>
                        </a:rPr>
                      </a:br>
                      <a:br>
                        <a:rPr lang="fr-FR" sz="600" u="none" strike="noStrike">
                          <a:effectLst/>
                        </a:rPr>
                      </a:br>
                      <a:r>
                        <a:rPr lang="fr-FR" sz="600" u="none" strike="noStrike">
                          <a:effectLst/>
                        </a:rPr>
                        <a:t>*Rappel</a:t>
                      </a: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11" marR="1011" marT="101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600" u="none" strike="noStrike">
                          <a:effectLst/>
                        </a:rPr>
                        <a:t> </a:t>
                      </a: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11" marR="1011" marT="101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600" u="none" strike="noStrike">
                          <a:effectLst/>
                        </a:rPr>
                        <a:t>Remontée anomalie support Pxo</a:t>
                      </a: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11" marR="1011" marT="101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600" u="none" strike="noStrike">
                          <a:effectLst/>
                        </a:rPr>
                        <a:t>*Clotûre workOder installation résultat = client absent (KO prov)</a:t>
                      </a: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11" marR="1011" marT="101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600" u="none" strike="noStrike">
                          <a:effectLst/>
                        </a:rPr>
                        <a:t>KO pré installation</a:t>
                      </a: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11" marR="1011" marT="101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600" u="none" strike="noStrike">
                          <a:effectLst/>
                        </a:rPr>
                        <a:t>Ko Provisoire : </a:t>
                      </a:r>
                      <a:br>
                        <a:rPr lang="fr-FR" sz="600" u="none" strike="noStrike">
                          <a:effectLst/>
                        </a:rPr>
                      </a:br>
                      <a:br>
                        <a:rPr lang="fr-FR" sz="600" u="none" strike="noStrike">
                          <a:effectLst/>
                        </a:rPr>
                      </a:br>
                      <a:r>
                        <a:rPr lang="fr-FR" sz="600" u="none" strike="noStrike">
                          <a:effectLst/>
                        </a:rPr>
                        <a:t>*Solutionner selon cas de KO</a:t>
                      </a:r>
                      <a:br>
                        <a:rPr lang="fr-FR" sz="600" u="none" strike="noStrike">
                          <a:effectLst/>
                        </a:rPr>
                      </a:br>
                      <a:br>
                        <a:rPr lang="fr-FR" sz="600" u="none" strike="noStrike">
                          <a:effectLst/>
                        </a:rPr>
                      </a:br>
                      <a:r>
                        <a:rPr lang="fr-FR" sz="600" u="none" strike="noStrike">
                          <a:effectLst/>
                        </a:rPr>
                        <a:t>*Dupliquer le workOrder</a:t>
                      </a:r>
                      <a:br>
                        <a:rPr lang="fr-FR" sz="600" u="none" strike="noStrike">
                          <a:effectLst/>
                        </a:rPr>
                      </a:br>
                      <a:br>
                        <a:rPr lang="fr-FR" sz="600" u="none" strike="noStrike">
                          <a:effectLst/>
                        </a:rPr>
                      </a:br>
                      <a:r>
                        <a:rPr lang="fr-FR" sz="600" u="none" strike="noStrike">
                          <a:effectLst/>
                        </a:rPr>
                        <a:t>*Replanifier le workOder dupliqué</a:t>
                      </a:r>
                      <a:br>
                        <a:rPr lang="fr-FR" sz="600" u="none" strike="noStrike">
                          <a:effectLst/>
                        </a:rPr>
                      </a:br>
                      <a:br>
                        <a:rPr lang="fr-FR" sz="600" u="none" strike="noStrike">
                          <a:effectLst/>
                        </a:rPr>
                      </a:br>
                      <a:br>
                        <a:rPr lang="fr-FR" sz="600" u="none" strike="noStrike">
                          <a:effectLst/>
                        </a:rPr>
                      </a:br>
                      <a:br>
                        <a:rPr lang="fr-FR" sz="600" u="none" strike="noStrike">
                          <a:effectLst/>
                        </a:rPr>
                      </a:br>
                      <a:r>
                        <a:rPr lang="fr-FR" sz="600" u="none" strike="noStrike">
                          <a:effectLst/>
                        </a:rPr>
                        <a:t>KO définitif : </a:t>
                      </a:r>
                      <a:br>
                        <a:rPr lang="fr-FR" sz="600" u="none" strike="noStrike">
                          <a:effectLst/>
                        </a:rPr>
                      </a:br>
                      <a:br>
                        <a:rPr lang="fr-FR" sz="600" u="none" strike="noStrike">
                          <a:effectLst/>
                        </a:rPr>
                      </a:br>
                      <a:r>
                        <a:rPr lang="fr-FR" sz="600" u="none" strike="noStrike">
                          <a:effectLst/>
                        </a:rPr>
                        <a:t>*Rempboursement (sous processus)</a:t>
                      </a:r>
                      <a:br>
                        <a:rPr lang="fr-FR" sz="600" u="none" strike="noStrike">
                          <a:effectLst/>
                        </a:rPr>
                      </a:br>
                      <a:br>
                        <a:rPr lang="fr-FR" sz="600" u="none" strike="noStrike">
                          <a:effectLst/>
                        </a:rPr>
                      </a:br>
                      <a:r>
                        <a:rPr lang="fr-FR" sz="600" u="none" strike="noStrike">
                          <a:effectLst/>
                        </a:rPr>
                        <a:t>*Annulation contrat et libération des ressources</a:t>
                      </a: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11" marR="1011" marT="101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600" u="none" strike="noStrike">
                          <a:effectLst/>
                        </a:rPr>
                        <a:t>Ko Provisoire : </a:t>
                      </a:r>
                      <a:br>
                        <a:rPr lang="fr-FR" sz="600" u="none" strike="noStrike">
                          <a:effectLst/>
                        </a:rPr>
                      </a:br>
                      <a:br>
                        <a:rPr lang="fr-FR" sz="600" u="none" strike="noStrike">
                          <a:effectLst/>
                        </a:rPr>
                      </a:br>
                      <a:r>
                        <a:rPr lang="fr-FR" sz="600" u="none" strike="noStrike">
                          <a:effectLst/>
                        </a:rPr>
                        <a:t>*Solutionner selon cas de KO</a:t>
                      </a:r>
                      <a:br>
                        <a:rPr lang="fr-FR" sz="600" u="none" strike="noStrike">
                          <a:effectLst/>
                        </a:rPr>
                      </a:br>
                      <a:br>
                        <a:rPr lang="fr-FR" sz="600" u="none" strike="noStrike">
                          <a:effectLst/>
                        </a:rPr>
                      </a:br>
                      <a:r>
                        <a:rPr lang="fr-FR" sz="600" u="none" strike="noStrike">
                          <a:effectLst/>
                        </a:rPr>
                        <a:t>*Dupliquer le workOrder</a:t>
                      </a:r>
                      <a:br>
                        <a:rPr lang="fr-FR" sz="600" u="none" strike="noStrike">
                          <a:effectLst/>
                        </a:rPr>
                      </a:br>
                      <a:br>
                        <a:rPr lang="fr-FR" sz="600" u="none" strike="noStrike">
                          <a:effectLst/>
                        </a:rPr>
                      </a:br>
                      <a:r>
                        <a:rPr lang="fr-FR" sz="600" u="none" strike="noStrike">
                          <a:effectLst/>
                        </a:rPr>
                        <a:t>*Replanifier le workOder dupliqué</a:t>
                      </a: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11" marR="1011" marT="101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600" u="none" strike="noStrike">
                          <a:effectLst/>
                        </a:rPr>
                        <a:t>KO Atténuation :</a:t>
                      </a:r>
                      <a:br>
                        <a:rPr lang="fr-FR" sz="600" u="none" strike="noStrike">
                          <a:effectLst/>
                        </a:rPr>
                      </a:br>
                      <a:br>
                        <a:rPr lang="fr-FR" sz="600" u="none" strike="noStrike">
                          <a:effectLst/>
                        </a:rPr>
                      </a:br>
                      <a:r>
                        <a:rPr lang="fr-FR" sz="600" u="none" strike="noStrike">
                          <a:effectLst/>
                        </a:rPr>
                        <a:t>cas 1 :</a:t>
                      </a:r>
                      <a:br>
                        <a:rPr lang="fr-FR" sz="600" u="none" strike="noStrike">
                          <a:effectLst/>
                        </a:rPr>
                      </a:br>
                      <a:r>
                        <a:rPr lang="fr-FR" sz="600" u="none" strike="noStrike">
                          <a:effectLst/>
                        </a:rPr>
                        <a:t> o Le technicien valide l’installation en « A0_X_OKINS# Installation OK »</a:t>
                      </a:r>
                      <a:br>
                        <a:rPr lang="fr-FR" sz="600" u="none" strike="noStrike">
                          <a:effectLst/>
                        </a:rPr>
                      </a:br>
                      <a:r>
                        <a:rPr lang="fr-FR" sz="600" u="none" strike="noStrike">
                          <a:effectLst/>
                        </a:rPr>
                        <a:t>o Le dispatch clôture l’installation en « A0_X_OKINS# Installation OK » </a:t>
                      </a:r>
                      <a:br>
                        <a:rPr lang="fr-FR" sz="600" u="none" strike="noStrike">
                          <a:effectLst/>
                        </a:rPr>
                      </a:br>
                      <a:r>
                        <a:rPr lang="fr-FR" sz="600" u="none" strike="noStrike">
                          <a:effectLst/>
                        </a:rPr>
                        <a:t>o Le Dispach crée un ticket de maintenance corrective sur Praxedo. Pour réintervention d’une équipe ISP</a:t>
                      </a:r>
                      <a:br>
                        <a:rPr lang="fr-FR" sz="600" u="none" strike="noStrike">
                          <a:effectLst/>
                        </a:rPr>
                      </a:br>
                      <a:br>
                        <a:rPr lang="fr-FR" sz="600" u="none" strike="noStrike">
                          <a:effectLst/>
                        </a:rPr>
                      </a:br>
                      <a:r>
                        <a:rPr lang="fr-FR" sz="600" u="none" strike="noStrike">
                          <a:effectLst/>
                        </a:rPr>
                        <a:t>cas 2 : </a:t>
                      </a:r>
                      <a:br>
                        <a:rPr lang="fr-FR" sz="600" u="none" strike="noStrike">
                          <a:effectLst/>
                        </a:rPr>
                      </a:br>
                      <a:r>
                        <a:rPr lang="fr-FR" sz="600" u="none" strike="noStrike">
                          <a:effectLst/>
                        </a:rPr>
                        <a:t>o Le technicien valide l’installation en « A1_C_ATTVX# Interdiction de travaux – temporaire » car de forte chance que le client soit impacté par cette forte atténuation. </a:t>
                      </a:r>
                      <a:br>
                        <a:rPr lang="fr-FR" sz="600" u="none" strike="noStrike">
                          <a:effectLst/>
                        </a:rPr>
                      </a:br>
                      <a:r>
                        <a:rPr lang="fr-FR" sz="600" u="none" strike="noStrike">
                          <a:effectLst/>
                        </a:rPr>
                        <a:t>o Le dispatch clôture l’installation en « A1_C_ATTVX# Interdiction de travaux – temporaire » et duplique le ticket </a:t>
                      </a:r>
                      <a:br>
                        <a:rPr lang="fr-FR" sz="600" u="none" strike="noStrike">
                          <a:effectLst/>
                        </a:rPr>
                      </a:br>
                      <a:r>
                        <a:rPr lang="fr-FR" sz="600" u="none" strike="noStrike">
                          <a:effectLst/>
                        </a:rPr>
                        <a:t>o Le Dispach crée un ticket de maintenance corrective sur Praxedo. Pour réintervention d’une équipe ISP. </a:t>
                      </a:r>
                      <a:br>
                        <a:rPr lang="fr-FR" sz="600" u="none" strike="noStrike">
                          <a:effectLst/>
                        </a:rPr>
                      </a:b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11" marR="1011" marT="101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600" u="none" strike="noStrike">
                          <a:effectLst/>
                        </a:rPr>
                        <a:t>Fréquence d'occurence négligeable</a:t>
                      </a: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11" marR="1011" marT="101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600" u="none" strike="noStrike">
                          <a:effectLst/>
                        </a:rPr>
                        <a:t>Modification avant validation par le dispatcher</a:t>
                      </a: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11" marR="1011" marT="101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600" u="none" strike="noStrike">
                          <a:effectLst/>
                        </a:rPr>
                        <a:t>Remontée anomalie support Pxo</a:t>
                      </a: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11" marR="1011" marT="101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600" u="none" strike="noStrike">
                          <a:effectLst/>
                        </a:rPr>
                        <a:t>Valider workOder installation dans OSS</a:t>
                      </a: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11" marR="1011" marT="1011" marB="0" anchor="ctr"/>
                </a:tc>
                <a:extLst>
                  <a:ext uri="{0D108BD9-81ED-4DB2-BD59-A6C34878D82A}">
                    <a16:rowId xmlns:a16="http://schemas.microsoft.com/office/drawing/2014/main" val="691671222"/>
                  </a:ext>
                </a:extLst>
              </a:tr>
              <a:tr h="107124">
                <a:tc>
                  <a:txBody>
                    <a:bodyPr/>
                    <a:lstStyle/>
                    <a:p>
                      <a:pPr algn="l" fontAlgn="ctr"/>
                      <a:r>
                        <a:rPr lang="fr-FR" sz="600" u="none" strike="noStrike">
                          <a:effectLst/>
                        </a:rPr>
                        <a:t>Sortie</a:t>
                      </a: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11" marR="1011" marT="1011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600" u="none" strike="noStrike">
                          <a:effectLst/>
                        </a:rPr>
                        <a:t>Disponibilités client/technicien</a:t>
                      </a: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11" marR="1011" marT="101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600" u="none" strike="noStrike">
                          <a:effectLst/>
                        </a:rPr>
                        <a:t>RDV loggué dans PXO Superviseur - SMS Client </a:t>
                      </a: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11" marR="1011" marT="101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600" u="none" strike="noStrike">
                          <a:effectLst/>
                        </a:rPr>
                        <a:t>Planning à jour </a:t>
                      </a: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11" marR="1011" marT="101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600" u="none" strike="noStrike">
                          <a:effectLst/>
                        </a:rPr>
                        <a:t>Arrivée chez le client</a:t>
                      </a: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11" marR="1011" marT="101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600" u="none" strike="noStrike">
                          <a:effectLst/>
                        </a:rPr>
                        <a:t>Vérifications OK</a:t>
                      </a: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11" marR="1011" marT="101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600" u="none" strike="noStrike">
                          <a:effectLst/>
                        </a:rPr>
                        <a:t>Raccordement extérieur réalisé</a:t>
                      </a: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11" marR="1011" marT="101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600" u="none" strike="noStrike">
                          <a:effectLst/>
                        </a:rPr>
                        <a:t>Raccordement intérieur réalisé </a:t>
                      </a: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11" marR="1011" marT="101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600" u="none" strike="noStrike">
                          <a:effectLst/>
                        </a:rPr>
                        <a:t>Atténuation OK</a:t>
                      </a: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11" marR="1011" marT="101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600" u="none" strike="noStrike">
                          <a:effectLst/>
                        </a:rPr>
                        <a:t>Connexion internet fonctionnelle</a:t>
                      </a: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11" marR="1011" marT="101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600" u="none" strike="noStrike">
                          <a:effectLst/>
                        </a:rPr>
                        <a:t>Compte rendu complété</a:t>
                      </a: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11" marR="1011" marT="101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600" u="none" strike="noStrike">
                          <a:effectLst/>
                        </a:rPr>
                        <a:t>Compte rendu envoyé</a:t>
                      </a: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11" marR="1011" marT="101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600" u="none" strike="noStrike">
                          <a:effectLst/>
                        </a:rPr>
                        <a:t>*Compte rendu validé</a:t>
                      </a:r>
                      <a:br>
                        <a:rPr lang="fr-FR" sz="600" u="none" strike="noStrike">
                          <a:effectLst/>
                        </a:rPr>
                      </a:br>
                      <a:r>
                        <a:rPr lang="fr-FR" sz="600" u="none" strike="noStrike">
                          <a:effectLst/>
                        </a:rPr>
                        <a:t>*Décompte abonnement commencé</a:t>
                      </a: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11" marR="1011" marT="1011" marB="0" anchor="ctr"/>
                </a:tc>
                <a:extLst>
                  <a:ext uri="{0D108BD9-81ED-4DB2-BD59-A6C34878D82A}">
                    <a16:rowId xmlns:a16="http://schemas.microsoft.com/office/drawing/2014/main" val="549081961"/>
                  </a:ext>
                </a:extLst>
              </a:tr>
              <a:tr h="71416">
                <a:tc>
                  <a:txBody>
                    <a:bodyPr/>
                    <a:lstStyle/>
                    <a:p>
                      <a:pPr algn="l" fontAlgn="ctr"/>
                      <a:r>
                        <a:rPr lang="fr-FR" sz="600" u="none" strike="noStrike">
                          <a:effectLst/>
                        </a:rPr>
                        <a:t>Bénéficiaire de l'output</a:t>
                      </a: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11" marR="1011" marT="1011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600" u="none" strike="noStrike">
                          <a:effectLst/>
                        </a:rPr>
                        <a:t>Client et technicien</a:t>
                      </a: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11" marR="1011" marT="101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600" u="none" strike="noStrike">
                          <a:effectLst/>
                        </a:rPr>
                        <a:t>Client et technicien</a:t>
                      </a: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11" marR="1011" marT="101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600" u="none" strike="noStrike">
                          <a:effectLst/>
                        </a:rPr>
                        <a:t>Technicien</a:t>
                      </a: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11" marR="1011" marT="101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600" u="none" strike="noStrike">
                          <a:effectLst/>
                        </a:rPr>
                        <a:t>Client et technicien</a:t>
                      </a: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11" marR="1011" marT="101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600" u="none" strike="noStrike">
                          <a:effectLst/>
                        </a:rPr>
                        <a:t> </a:t>
                      </a: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11" marR="1011" marT="101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600" u="none" strike="noStrike">
                          <a:effectLst/>
                        </a:rPr>
                        <a:t>Client </a:t>
                      </a: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11" marR="1011" marT="101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600" u="none" strike="noStrike">
                          <a:effectLst/>
                        </a:rPr>
                        <a:t>Client </a:t>
                      </a: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11" marR="1011" marT="101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600" u="none" strike="noStrike">
                          <a:effectLst/>
                        </a:rPr>
                        <a:t> </a:t>
                      </a: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11" marR="1011" marT="101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600" u="none" strike="noStrike">
                          <a:effectLst/>
                        </a:rPr>
                        <a:t>GVA</a:t>
                      </a: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11" marR="1011" marT="101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600" u="none" strike="noStrike">
                          <a:effectLst/>
                        </a:rPr>
                        <a:t>Supply chain</a:t>
                      </a: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11" marR="1011" marT="101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600" u="none" strike="noStrike">
                          <a:effectLst/>
                        </a:rPr>
                        <a:t>Client Installation Dispatcher (NETIS)</a:t>
                      </a: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11" marR="1011" marT="101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600" u="none" strike="noStrike">
                          <a:effectLst/>
                        </a:rPr>
                        <a:t>GVA et NETIS</a:t>
                      </a: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11" marR="1011" marT="1011" marB="0" anchor="ctr"/>
                </a:tc>
                <a:extLst>
                  <a:ext uri="{0D108BD9-81ED-4DB2-BD59-A6C34878D82A}">
                    <a16:rowId xmlns:a16="http://schemas.microsoft.com/office/drawing/2014/main" val="2517624374"/>
                  </a:ext>
                </a:extLst>
              </a:tr>
              <a:tr h="363947">
                <a:tc>
                  <a:txBody>
                    <a:bodyPr/>
                    <a:lstStyle/>
                    <a:p>
                      <a:pPr algn="l" fontAlgn="ctr"/>
                      <a:r>
                        <a:rPr lang="fr-FR" sz="600" u="none" strike="noStrike">
                          <a:effectLst/>
                        </a:rPr>
                        <a:t>Commentaires</a:t>
                      </a: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11" marR="1011" marT="1011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600" u="none" strike="noStrike">
                          <a:effectLst/>
                        </a:rPr>
                        <a:t>On ne récupère pas une heure précise mais une plage : matin/après midi</a:t>
                      </a: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11" marR="1011" marT="101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600" u="none" strike="noStrike">
                          <a:effectLst/>
                        </a:rPr>
                        <a:t>Pré planification pour des clients pas sûrs (même process sue planifier)</a:t>
                      </a: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11" marR="1011" marT="101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600" u="none" strike="noStrike">
                          <a:effectLst/>
                        </a:rPr>
                        <a:t> </a:t>
                      </a: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11" marR="1011" marT="101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600" u="none" strike="noStrike">
                          <a:effectLst/>
                        </a:rPr>
                        <a:t>Processus dédié KO Temporaire (absence client)</a:t>
                      </a:r>
                      <a:br>
                        <a:rPr lang="fr-FR" sz="600" u="none" strike="noStrike">
                          <a:effectLst/>
                        </a:rPr>
                      </a:br>
                      <a:r>
                        <a:rPr lang="fr-FR" sz="600" u="none" strike="noStrike">
                          <a:effectLst/>
                        </a:rPr>
                        <a:t>Processus dédié KO définitif (Remboursement)</a:t>
                      </a: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11" marR="1011" marT="101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600" u="none" strike="noStrike">
                          <a:effectLst/>
                        </a:rPr>
                        <a:t>Sous processus liés : </a:t>
                      </a:r>
                      <a:br>
                        <a:rPr lang="fr-FR" sz="600" u="none" strike="noStrike">
                          <a:effectLst/>
                        </a:rPr>
                      </a:br>
                      <a:r>
                        <a:rPr lang="fr-FR" sz="600" u="none" strike="noStrike">
                          <a:effectLst/>
                        </a:rPr>
                        <a:t>*erreur adresse</a:t>
                      </a:r>
                      <a:br>
                        <a:rPr lang="fr-FR" sz="600" u="none" strike="noStrike">
                          <a:effectLst/>
                        </a:rPr>
                      </a:br>
                      <a:r>
                        <a:rPr lang="fr-FR" sz="600" u="none" strike="noStrike">
                          <a:effectLst/>
                        </a:rPr>
                        <a:t>*BOX incorrecte</a:t>
                      </a:r>
                      <a:br>
                        <a:rPr lang="fr-FR" sz="600" u="none" strike="noStrike">
                          <a:effectLst/>
                        </a:rPr>
                      </a:br>
                      <a:r>
                        <a:rPr lang="fr-FR" sz="600" u="none" strike="noStrike">
                          <a:effectLst/>
                        </a:rPr>
                        <a:t>*Changement OTB</a:t>
                      </a:r>
                      <a:br>
                        <a:rPr lang="fr-FR" sz="600" u="none" strike="noStrike">
                          <a:effectLst/>
                        </a:rPr>
                      </a:br>
                      <a:r>
                        <a:rPr lang="fr-FR" sz="600" u="none" strike="noStrike">
                          <a:effectLst/>
                        </a:rPr>
                        <a:t>*Extra drop phase raccordement</a:t>
                      </a:r>
                      <a:br>
                        <a:rPr lang="fr-FR" sz="600" u="none" strike="noStrike">
                          <a:effectLst/>
                        </a:rPr>
                      </a:br>
                      <a:r>
                        <a:rPr lang="fr-FR" sz="600" u="none" strike="noStrike">
                          <a:effectLst/>
                        </a:rPr>
                        <a:t>*Splitter full</a:t>
                      </a:r>
                      <a:br>
                        <a:rPr lang="fr-FR" sz="600" u="none" strike="noStrike">
                          <a:effectLst/>
                        </a:rPr>
                      </a:br>
                      <a:r>
                        <a:rPr lang="fr-FR" sz="600" u="none" strike="noStrike">
                          <a:effectLst/>
                        </a:rPr>
                        <a:t>*Port indisponible</a:t>
                      </a:r>
                      <a:br>
                        <a:rPr lang="fr-FR" sz="600" u="none" strike="noStrike">
                          <a:effectLst/>
                        </a:rPr>
                      </a:br>
                      <a:r>
                        <a:rPr lang="fr-FR" sz="600" u="none" strike="noStrike">
                          <a:effectLst/>
                        </a:rPr>
                        <a:t>*Signal faible</a:t>
                      </a: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11" marR="1011" marT="101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600" u="none" strike="noStrike">
                          <a:effectLst/>
                        </a:rPr>
                        <a:t>Processus dédié pour extra installation (&gt;300M)</a:t>
                      </a:r>
                      <a:br>
                        <a:rPr lang="fr-FR" sz="600" u="none" strike="noStrike">
                          <a:effectLst/>
                        </a:rPr>
                      </a:br>
                      <a:br>
                        <a:rPr lang="fr-FR" sz="600" u="none" strike="noStrike">
                          <a:effectLst/>
                        </a:rPr>
                      </a:br>
                      <a:r>
                        <a:rPr lang="fr-FR" sz="600" u="none" strike="noStrike">
                          <a:effectLst/>
                        </a:rPr>
                        <a:t>Processus dédié KO définitif (Remboursement)</a:t>
                      </a:r>
                      <a:br>
                        <a:rPr lang="fr-FR" sz="600" u="none" strike="noStrike">
                          <a:effectLst/>
                        </a:rPr>
                      </a:br>
                      <a:br>
                        <a:rPr lang="fr-FR" sz="600" u="none" strike="noStrike">
                          <a:effectLst/>
                        </a:rPr>
                      </a:br>
                      <a:r>
                        <a:rPr lang="fr-FR" sz="600" u="none" strike="noStrike">
                          <a:effectLst/>
                        </a:rPr>
                        <a:t>Processus dédié KO temporaire (port indisponible)</a:t>
                      </a:r>
                      <a:br>
                        <a:rPr lang="fr-FR" sz="600" u="none" strike="noStrike">
                          <a:effectLst/>
                        </a:rPr>
                      </a:br>
                      <a:br>
                        <a:rPr lang="fr-FR" sz="600" u="none" strike="noStrike">
                          <a:effectLst/>
                        </a:rPr>
                      </a:b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11" marR="1011" marT="101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600" u="none" strike="noStrike">
                          <a:effectLst/>
                        </a:rPr>
                        <a:t>Processus dédié pour internet KO</a:t>
                      </a:r>
                      <a:br>
                        <a:rPr lang="fr-FR" sz="600" u="none" strike="noStrike">
                          <a:effectLst/>
                        </a:rPr>
                      </a:br>
                      <a:br>
                        <a:rPr lang="fr-FR" sz="600" u="none" strike="noStrike">
                          <a:effectLst/>
                        </a:rPr>
                      </a:br>
                      <a:r>
                        <a:rPr lang="fr-FR" sz="600" u="none" strike="noStrike">
                          <a:effectLst/>
                        </a:rPr>
                        <a:t>Remplacement Box</a:t>
                      </a:r>
                      <a:br>
                        <a:rPr lang="fr-FR" sz="600" u="none" strike="noStrike">
                          <a:effectLst/>
                        </a:rPr>
                      </a:br>
                      <a:br>
                        <a:rPr lang="fr-FR" sz="600" u="none" strike="noStrike">
                          <a:effectLst/>
                        </a:rPr>
                      </a:br>
                      <a:r>
                        <a:rPr lang="fr-FR" sz="600" u="none" strike="noStrike">
                          <a:effectLst/>
                        </a:rPr>
                        <a:t>Mesure Attenuation contrôlable via le SI (GVAdmin) - action NOC</a:t>
                      </a: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11" marR="1011" marT="101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600" u="none" strike="noStrike">
                          <a:effectLst/>
                        </a:rPr>
                        <a:t> </a:t>
                      </a: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11" marR="1011" marT="101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600" u="none" strike="noStrike">
                          <a:effectLst/>
                        </a:rPr>
                        <a:t>Piste de réflexion : Process ISP mais intervention du NOC dans le Welcome Call </a:t>
                      </a: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11" marR="1011" marT="101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600" u="none" strike="noStrike">
                          <a:effectLst/>
                        </a:rPr>
                        <a:t>Point d'attention Supply chain</a:t>
                      </a:r>
                      <a:br>
                        <a:rPr lang="fr-FR" sz="600" u="none" strike="noStrike">
                          <a:effectLst/>
                        </a:rPr>
                      </a:br>
                      <a:r>
                        <a:rPr lang="fr-FR" sz="600" u="none" strike="noStrike">
                          <a:effectLst/>
                        </a:rPr>
                        <a:t>Process correction d'erreur de saisie des consommables : prochaines étape (validation dispatch)</a:t>
                      </a:r>
                      <a:br>
                        <a:rPr lang="fr-FR" sz="600" u="none" strike="noStrike">
                          <a:effectLst/>
                        </a:rPr>
                      </a:b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11" marR="1011" marT="101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600" u="none" strike="noStrike">
                          <a:effectLst/>
                        </a:rPr>
                        <a:t>Le compte rendu doit être envoyé depuis le réseau canalbox pour sécuriser la synchronisation</a:t>
                      </a: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11" marR="1011" marT="101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600" u="none" strike="noStrike">
                          <a:effectLst/>
                        </a:rPr>
                        <a:t>*La validation du Compte rendu déclenche la facturation (décompte de l'abonnement)</a:t>
                      </a:r>
                      <a:br>
                        <a:rPr lang="fr-FR" sz="600" u="none" strike="noStrike">
                          <a:effectLst/>
                        </a:rPr>
                      </a:br>
                      <a:r>
                        <a:rPr lang="fr-FR" sz="600" u="none" strike="noStrike">
                          <a:effectLst/>
                        </a:rPr>
                        <a:t>*Contournement d'une </a:t>
                      </a:r>
                      <a:r>
                        <a:rPr lang="fr-FR" sz="600" u="none" strike="noStrike" err="1">
                          <a:effectLst/>
                        </a:rPr>
                        <a:t>ano</a:t>
                      </a:r>
                      <a:r>
                        <a:rPr lang="fr-FR" sz="600" u="none" strike="noStrike">
                          <a:effectLst/>
                        </a:rPr>
                        <a:t> communication PXO-CGA = Tâche installation </a:t>
                      </a:r>
                      <a:r>
                        <a:rPr lang="fr-FR" sz="600" u="none" strike="noStrike" err="1">
                          <a:effectLst/>
                        </a:rPr>
                        <a:t>NetCracker</a:t>
                      </a: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11" marR="1011" marT="1011" marB="0" anchor="ctr"/>
                </a:tc>
                <a:extLst>
                  <a:ext uri="{0D108BD9-81ED-4DB2-BD59-A6C34878D82A}">
                    <a16:rowId xmlns:a16="http://schemas.microsoft.com/office/drawing/2014/main" val="15747157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203907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Down Arrow Callout 26"/>
          <p:cNvSpPr/>
          <p:nvPr/>
        </p:nvSpPr>
        <p:spPr>
          <a:xfrm rot="10800000">
            <a:off x="4471567" y="2010964"/>
            <a:ext cx="2912043" cy="4314099"/>
          </a:xfrm>
          <a:prstGeom prst="downArrowCallout">
            <a:avLst>
              <a:gd name="adj1" fmla="val 25000"/>
              <a:gd name="adj2" fmla="val 6698"/>
              <a:gd name="adj3" fmla="val 4369"/>
              <a:gd name="adj4" fmla="val 97489"/>
            </a:avLst>
          </a:prstGeom>
          <a:solidFill>
            <a:schemeClr val="accent2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731494" y="483449"/>
            <a:ext cx="10727165" cy="332547"/>
          </a:xfrm>
        </p:spPr>
        <p:txBody>
          <a:bodyPr/>
          <a:lstStyle/>
          <a:p>
            <a:r>
              <a:rPr lang="en-US" err="1"/>
              <a:t>Bilan</a:t>
            </a:r>
            <a:r>
              <a:rPr lang="en-US"/>
              <a:t> de la </a:t>
            </a:r>
            <a:r>
              <a:rPr lang="en-US" err="1"/>
              <a:t>modélisation</a:t>
            </a:r>
            <a:r>
              <a:rPr lang="en-US"/>
              <a:t> – installation ISP B2C</a:t>
            </a:r>
          </a:p>
        </p:txBody>
      </p:sp>
      <p:sp>
        <p:nvSpPr>
          <p:cNvPr id="34" name="Down Arrow Callout 33"/>
          <p:cNvSpPr/>
          <p:nvPr/>
        </p:nvSpPr>
        <p:spPr>
          <a:xfrm rot="10800000">
            <a:off x="680464" y="2024512"/>
            <a:ext cx="2915419" cy="4314099"/>
          </a:xfrm>
          <a:prstGeom prst="downArrowCallout">
            <a:avLst>
              <a:gd name="adj1" fmla="val 25000"/>
              <a:gd name="adj2" fmla="val 6698"/>
              <a:gd name="adj3" fmla="val 4369"/>
              <a:gd name="adj4" fmla="val 97489"/>
            </a:avLst>
          </a:prstGeom>
          <a:solidFill>
            <a:schemeClr val="accent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40" name="TextBox 39"/>
          <p:cNvSpPr txBox="1"/>
          <p:nvPr/>
        </p:nvSpPr>
        <p:spPr>
          <a:xfrm>
            <a:off x="680461" y="1127858"/>
            <a:ext cx="2915420" cy="16065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1219170">
              <a:spcBef>
                <a:spcPct val="20000"/>
              </a:spcBef>
              <a:defRPr/>
            </a:pPr>
            <a:r>
              <a:rPr lang="en-US" sz="2400" b="1">
                <a:solidFill>
                  <a:srgbClr val="80A3CA"/>
                </a:solidFill>
              </a:rPr>
              <a:t>Début/fin et scope </a:t>
            </a:r>
            <a:r>
              <a:rPr lang="en-US" sz="2400" b="1" err="1">
                <a:solidFill>
                  <a:srgbClr val="80A3CA"/>
                </a:solidFill>
              </a:rPr>
              <a:t>fonctionnel</a:t>
            </a:r>
            <a:endParaRPr lang="en-US" sz="2400" b="1">
              <a:solidFill>
                <a:srgbClr val="80A3CA"/>
              </a:solidFill>
            </a:endParaRPr>
          </a:p>
          <a:p>
            <a:pPr algn="ctr" defTabSz="1219170">
              <a:spcBef>
                <a:spcPct val="20000"/>
              </a:spcBef>
              <a:defRPr/>
            </a:pPr>
            <a:endParaRPr lang="en-US" sz="2400" b="1">
              <a:solidFill>
                <a:schemeClr val="accent5"/>
              </a:solidFill>
            </a:endParaRPr>
          </a:p>
          <a:p>
            <a:pPr defTabSz="1219170">
              <a:spcBef>
                <a:spcPct val="20000"/>
              </a:spcBef>
              <a:defRPr/>
            </a:pPr>
            <a:endParaRPr lang="en-US">
              <a:solidFill>
                <a:schemeClr val="accent5"/>
              </a:solidFill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4448486" y="1336636"/>
            <a:ext cx="29120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 defTabSz="1219170">
              <a:spcBef>
                <a:spcPct val="20000"/>
              </a:spcBef>
              <a:defRPr sz="2400" b="1">
                <a:solidFill>
                  <a:srgbClr val="80A3CA"/>
                </a:solidFill>
              </a:defRPr>
            </a:lvl1pPr>
          </a:lstStyle>
          <a:p>
            <a:r>
              <a:rPr lang="en-US" err="1">
                <a:solidFill>
                  <a:srgbClr val="005782"/>
                </a:solidFill>
              </a:rPr>
              <a:t>Niveau</a:t>
            </a:r>
            <a:r>
              <a:rPr lang="en-US">
                <a:solidFill>
                  <a:srgbClr val="005782"/>
                </a:solidFill>
              </a:rPr>
              <a:t> de </a:t>
            </a:r>
            <a:r>
              <a:rPr lang="en-US" err="1">
                <a:solidFill>
                  <a:srgbClr val="005782"/>
                </a:solidFill>
              </a:rPr>
              <a:t>granularité</a:t>
            </a:r>
            <a:endParaRPr lang="en-US">
              <a:solidFill>
                <a:srgbClr val="005782"/>
              </a:solidFill>
            </a:endParaRPr>
          </a:p>
        </p:txBody>
      </p:sp>
      <p:sp>
        <p:nvSpPr>
          <p:cNvPr id="16" name="Down Arrow Callout 15"/>
          <p:cNvSpPr/>
          <p:nvPr/>
        </p:nvSpPr>
        <p:spPr>
          <a:xfrm rot="10800000">
            <a:off x="8213135" y="2029047"/>
            <a:ext cx="2912044" cy="4305028"/>
          </a:xfrm>
          <a:prstGeom prst="downArrowCallout">
            <a:avLst>
              <a:gd name="adj1" fmla="val 25000"/>
              <a:gd name="adj2" fmla="val 6698"/>
              <a:gd name="adj3" fmla="val 4369"/>
              <a:gd name="adj4" fmla="val 97489"/>
            </a:avLst>
          </a:prstGeom>
          <a:solidFill>
            <a:schemeClr val="accent3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7" name="TextBox 16"/>
          <p:cNvSpPr txBox="1"/>
          <p:nvPr/>
        </p:nvSpPr>
        <p:spPr>
          <a:xfrm>
            <a:off x="8213135" y="1151971"/>
            <a:ext cx="286588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 defTabSz="1219170">
              <a:spcBef>
                <a:spcPct val="20000"/>
              </a:spcBef>
              <a:defRPr sz="2400" b="1">
                <a:solidFill>
                  <a:srgbClr val="005782"/>
                </a:solidFill>
              </a:defRPr>
            </a:lvl1pPr>
          </a:lstStyle>
          <a:p>
            <a:r>
              <a:rPr lang="en-US">
                <a:solidFill>
                  <a:srgbClr val="B5B5B5"/>
                </a:solidFill>
              </a:rPr>
              <a:t>Cohérence entre les processus</a:t>
            </a:r>
          </a:p>
        </p:txBody>
      </p:sp>
      <p:sp>
        <p:nvSpPr>
          <p:cNvPr id="3" name="ZoneTexte 2"/>
          <p:cNvSpPr txBox="1"/>
          <p:nvPr/>
        </p:nvSpPr>
        <p:spPr>
          <a:xfrm>
            <a:off x="798967" y="2386479"/>
            <a:ext cx="2607877" cy="297737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fr-FR" sz="1600">
                <a:solidFill>
                  <a:schemeClr val="bg1"/>
                </a:solidFill>
              </a:rPr>
              <a:t>Le processus se déclenche lors de la réception du </a:t>
            </a:r>
            <a:r>
              <a:rPr lang="fr-FR" sz="1600" err="1">
                <a:solidFill>
                  <a:schemeClr val="bg1"/>
                </a:solidFill>
              </a:rPr>
              <a:t>work</a:t>
            </a:r>
            <a:r>
              <a:rPr lang="fr-FR" sz="1600">
                <a:solidFill>
                  <a:schemeClr val="bg1"/>
                </a:solidFill>
              </a:rPr>
              <a:t> </a:t>
            </a:r>
            <a:r>
              <a:rPr lang="fr-FR" sz="1600" err="1">
                <a:solidFill>
                  <a:schemeClr val="bg1"/>
                </a:solidFill>
              </a:rPr>
              <a:t>order</a:t>
            </a:r>
            <a:r>
              <a:rPr lang="fr-FR" sz="1600">
                <a:solidFill>
                  <a:schemeClr val="bg1"/>
                </a:solidFill>
              </a:rPr>
              <a:t> d’installation envoyé par </a:t>
            </a:r>
            <a:r>
              <a:rPr lang="fr-FR" sz="1600" err="1">
                <a:solidFill>
                  <a:schemeClr val="bg1"/>
                </a:solidFill>
              </a:rPr>
              <a:t>Pxo</a:t>
            </a:r>
            <a:r>
              <a:rPr lang="fr-FR" sz="1600">
                <a:solidFill>
                  <a:schemeClr val="bg1"/>
                </a:solidFill>
              </a:rPr>
              <a:t> par le dispatcher. </a:t>
            </a:r>
          </a:p>
          <a:p>
            <a:endParaRPr lang="fr-FR" sz="1600">
              <a:solidFill>
                <a:schemeClr val="bg1"/>
              </a:solidFill>
            </a:endParaRPr>
          </a:p>
          <a:p>
            <a:r>
              <a:rPr lang="fr-FR" sz="1600">
                <a:solidFill>
                  <a:schemeClr val="bg1"/>
                </a:solidFill>
              </a:rPr>
              <a:t>La fin du processus est le début de la facturation. </a:t>
            </a:r>
          </a:p>
        </p:txBody>
      </p:sp>
      <p:sp>
        <p:nvSpPr>
          <p:cNvPr id="5" name="ZoneTexte 4"/>
          <p:cNvSpPr txBox="1"/>
          <p:nvPr/>
        </p:nvSpPr>
        <p:spPr>
          <a:xfrm>
            <a:off x="4616213" y="2386479"/>
            <a:ext cx="2744317" cy="388926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fr-FR" sz="1600">
                <a:solidFill>
                  <a:schemeClr val="bg1"/>
                </a:solidFill>
              </a:rPr>
              <a:t>Le détail de modélisation a été choisi pour permettre à chaque acteurs d’avoir une vision sur ses activités ainsi que sur les actions SI liée à celles-ci.</a:t>
            </a:r>
          </a:p>
        </p:txBody>
      </p:sp>
      <p:sp>
        <p:nvSpPr>
          <p:cNvPr id="6" name="ZoneTexte 5"/>
          <p:cNvSpPr txBox="1"/>
          <p:nvPr/>
        </p:nvSpPr>
        <p:spPr>
          <a:xfrm>
            <a:off x="8271184" y="2386479"/>
            <a:ext cx="2807834" cy="367719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fr-FR" sz="1600">
                <a:solidFill>
                  <a:schemeClr val="bg1"/>
                </a:solidFill>
              </a:rPr>
              <a:t>Ce processus suit celui de la souscription B2C. </a:t>
            </a:r>
          </a:p>
        </p:txBody>
      </p:sp>
    </p:spTree>
    <p:extLst>
      <p:ext uri="{BB962C8B-B14F-4D97-AF65-F5344CB8AC3E}">
        <p14:creationId xmlns:p14="http://schemas.microsoft.com/office/powerpoint/2010/main" val="36806445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6000"/>
    </mc:Choice>
    <mc:Fallback xmlns="">
      <p:transition advTm="6000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E8ADC6F-4BAA-4FDC-B6E8-866F63A303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PROCEDURES</a:t>
            </a:r>
          </a:p>
        </p:txBody>
      </p:sp>
    </p:spTree>
    <p:extLst>
      <p:ext uri="{BB962C8B-B14F-4D97-AF65-F5344CB8AC3E}">
        <p14:creationId xmlns:p14="http://schemas.microsoft.com/office/powerpoint/2010/main" val="39674580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effectLst/>
        </p:spPr>
        <p:txBody>
          <a:bodyPr/>
          <a:lstStyle/>
          <a:p>
            <a:r>
              <a:rPr lang="fr-FR" err="1"/>
              <a:t>Praxedo</a:t>
            </a:r>
            <a:r>
              <a:rPr lang="fr-FR"/>
              <a:t> : Navigation superviseur </a:t>
            </a:r>
          </a:p>
        </p:txBody>
      </p:sp>
      <p:cxnSp>
        <p:nvCxnSpPr>
          <p:cNvPr id="16" name="Connecteur droit 15"/>
          <p:cNvCxnSpPr/>
          <p:nvPr/>
        </p:nvCxnSpPr>
        <p:spPr>
          <a:xfrm>
            <a:off x="10704512" y="93494"/>
            <a:ext cx="0" cy="797613"/>
          </a:xfrm>
          <a:prstGeom prst="line">
            <a:avLst/>
          </a:prstGeom>
          <a:ln w="9525">
            <a:solidFill>
              <a:schemeClr val="accent3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Image 1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19995" y="348780"/>
            <a:ext cx="1242163" cy="393643"/>
          </a:xfrm>
          <a:prstGeom prst="rect">
            <a:avLst/>
          </a:prstGeom>
          <a:effectLst/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EB6BB57F-EB5F-47B8-A7E3-F649197B30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1425" y="1220755"/>
            <a:ext cx="9398372" cy="5191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47175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err="1"/>
              <a:t>Praxedo</a:t>
            </a:r>
            <a:r>
              <a:rPr lang="fr-FR"/>
              <a:t> : Navigation technicien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fr-FR"/>
          </a:p>
        </p:txBody>
      </p:sp>
      <p:cxnSp>
        <p:nvCxnSpPr>
          <p:cNvPr id="7" name="Connecteur droit 6"/>
          <p:cNvCxnSpPr/>
          <p:nvPr/>
        </p:nvCxnSpPr>
        <p:spPr>
          <a:xfrm>
            <a:off x="10704512" y="93494"/>
            <a:ext cx="0" cy="797613"/>
          </a:xfrm>
          <a:prstGeom prst="line">
            <a:avLst/>
          </a:prstGeom>
          <a:ln w="9525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Imag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19995" y="348780"/>
            <a:ext cx="1242163" cy="393643"/>
          </a:xfrm>
          <a:prstGeom prst="rect">
            <a:avLst/>
          </a:prstGeom>
        </p:spPr>
      </p:pic>
      <p:pic>
        <p:nvPicPr>
          <p:cNvPr id="9" name="Imag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0463" y="1216280"/>
            <a:ext cx="10224459" cy="5051369"/>
          </a:xfrm>
          <a:prstGeom prst="rect">
            <a:avLst/>
          </a:prstGeom>
        </p:spPr>
      </p:pic>
      <p:sp>
        <p:nvSpPr>
          <p:cNvPr id="10" name="Accolade ouvrante 9"/>
          <p:cNvSpPr/>
          <p:nvPr/>
        </p:nvSpPr>
        <p:spPr>
          <a:xfrm rot="16200000">
            <a:off x="3524215" y="569184"/>
            <a:ext cx="576064" cy="5143569"/>
          </a:xfrm>
          <a:prstGeom prst="leftBrace">
            <a:avLst/>
          </a:prstGeom>
          <a:ln w="95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 sz="2400"/>
          </a:p>
        </p:txBody>
      </p:sp>
      <p:sp>
        <p:nvSpPr>
          <p:cNvPr id="11" name="ZoneTexte 10"/>
          <p:cNvSpPr txBox="1"/>
          <p:nvPr/>
        </p:nvSpPr>
        <p:spPr>
          <a:xfrm>
            <a:off x="2900145" y="3450765"/>
            <a:ext cx="1824203" cy="93272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fr-FR" sz="1333" b="1">
                <a:solidFill>
                  <a:srgbClr val="0070C0"/>
                </a:solidFill>
              </a:rPr>
              <a:t>Liste des Interventions</a:t>
            </a:r>
          </a:p>
        </p:txBody>
      </p:sp>
      <p:sp>
        <p:nvSpPr>
          <p:cNvPr id="12" name="Légende : double flèche courbée 11"/>
          <p:cNvSpPr/>
          <p:nvPr/>
        </p:nvSpPr>
        <p:spPr>
          <a:xfrm>
            <a:off x="6415517" y="2084851"/>
            <a:ext cx="5049404" cy="384043"/>
          </a:xfrm>
          <a:prstGeom prst="borderCallout3">
            <a:avLst>
              <a:gd name="adj1" fmla="val 47138"/>
              <a:gd name="adj2" fmla="val 100134"/>
              <a:gd name="adj3" fmla="val 47291"/>
              <a:gd name="adj4" fmla="val 107205"/>
              <a:gd name="adj5" fmla="val 959664"/>
              <a:gd name="adj6" fmla="val 106955"/>
              <a:gd name="adj7" fmla="val 959857"/>
              <a:gd name="adj8" fmla="val 99768"/>
            </a:avLst>
          </a:prstGeom>
          <a:noFill/>
          <a:ln w="3175">
            <a:solidFill>
              <a:schemeClr val="accent5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fr-FR" sz="1600" b="1">
              <a:solidFill>
                <a:srgbClr val="6D6D6D"/>
              </a:solidFill>
            </a:endParaRPr>
          </a:p>
        </p:txBody>
      </p:sp>
      <p:sp>
        <p:nvSpPr>
          <p:cNvPr id="13" name="ZoneTexte 12"/>
          <p:cNvSpPr txBox="1"/>
          <p:nvPr/>
        </p:nvSpPr>
        <p:spPr>
          <a:xfrm>
            <a:off x="9806945" y="5638011"/>
            <a:ext cx="1536171" cy="105611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fr-FR" sz="1200" b="1">
                <a:solidFill>
                  <a:schemeClr val="accent5"/>
                </a:solidFill>
              </a:rPr>
              <a:t>Modification activité : </a:t>
            </a:r>
          </a:p>
        </p:txBody>
      </p:sp>
      <p:pic>
        <p:nvPicPr>
          <p:cNvPr id="14" name="Image 13"/>
          <p:cNvPicPr>
            <a:picLocks noChangeAspect="1"/>
          </p:cNvPicPr>
          <p:nvPr/>
        </p:nvPicPr>
        <p:blipFill rotWithShape="1">
          <a:blip r:embed="rId4"/>
          <a:srcRect l="33983" t="27262"/>
          <a:stretch/>
        </p:blipFill>
        <p:spPr>
          <a:xfrm>
            <a:off x="9922429" y="5825557"/>
            <a:ext cx="897567" cy="884183"/>
          </a:xfrm>
          <a:prstGeom prst="rect">
            <a:avLst/>
          </a:prstGeom>
        </p:spPr>
      </p:pic>
      <p:sp>
        <p:nvSpPr>
          <p:cNvPr id="15" name="ZoneTexte 14"/>
          <p:cNvSpPr txBox="1"/>
          <p:nvPr/>
        </p:nvSpPr>
        <p:spPr>
          <a:xfrm>
            <a:off x="6501756" y="1351743"/>
            <a:ext cx="1312515" cy="76808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fr-FR" sz="1200" b="1">
                <a:solidFill>
                  <a:schemeClr val="accent1"/>
                </a:solidFill>
              </a:rPr>
              <a:t>Menu compte rendu</a:t>
            </a:r>
          </a:p>
        </p:txBody>
      </p:sp>
      <p:sp>
        <p:nvSpPr>
          <p:cNvPr id="17" name="ZoneTexte 16"/>
          <p:cNvSpPr txBox="1"/>
          <p:nvPr/>
        </p:nvSpPr>
        <p:spPr>
          <a:xfrm>
            <a:off x="8447179" y="1417962"/>
            <a:ext cx="960108" cy="76808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fr-FR" sz="1200" b="1">
                <a:solidFill>
                  <a:schemeClr val="accent1"/>
                </a:solidFill>
              </a:rPr>
              <a:t>Menu Articles</a:t>
            </a:r>
          </a:p>
        </p:txBody>
      </p:sp>
      <p:sp>
        <p:nvSpPr>
          <p:cNvPr id="19" name="ZoneTexte 18"/>
          <p:cNvSpPr txBox="1"/>
          <p:nvPr/>
        </p:nvSpPr>
        <p:spPr>
          <a:xfrm>
            <a:off x="10314506" y="1335218"/>
            <a:ext cx="828689" cy="76808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fr-FR" sz="1200" b="1">
                <a:solidFill>
                  <a:schemeClr val="accent1"/>
                </a:solidFill>
              </a:rPr>
              <a:t>Validation</a:t>
            </a:r>
          </a:p>
        </p:txBody>
      </p:sp>
    </p:spTree>
    <p:extLst>
      <p:ext uri="{BB962C8B-B14F-4D97-AF65-F5344CB8AC3E}">
        <p14:creationId xmlns:p14="http://schemas.microsoft.com/office/powerpoint/2010/main" val="10342712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>
            <a:extLst>
              <a:ext uri="{FF2B5EF4-FFF2-40B4-BE49-F238E27FC236}">
                <a16:creationId xmlns:a16="http://schemas.microsoft.com/office/drawing/2014/main" id="{0A873E48-3BB2-482D-9116-CC672922B2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fr-FR"/>
            </a:br>
            <a:r>
              <a:rPr lang="fr-FR"/>
              <a:t>Prise de RDV d’installation – processus général</a:t>
            </a:r>
          </a:p>
        </p:txBody>
      </p:sp>
      <p:sp>
        <p:nvSpPr>
          <p:cNvPr id="11" name="Espace réservé du texte 10">
            <a:extLst>
              <a:ext uri="{FF2B5EF4-FFF2-40B4-BE49-F238E27FC236}">
                <a16:creationId xmlns:a16="http://schemas.microsoft.com/office/drawing/2014/main" id="{4F57F03F-6F92-45FC-BE68-618F112FCC3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29" name="Image 28">
            <a:extLst>
              <a:ext uri="{FF2B5EF4-FFF2-40B4-BE49-F238E27FC236}">
                <a16:creationId xmlns:a16="http://schemas.microsoft.com/office/drawing/2014/main" id="{5DC1BD82-3A73-47EA-BE26-7B4CAA6115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1691" y="1064957"/>
            <a:ext cx="8761188" cy="5465356"/>
          </a:xfrm>
          <a:prstGeom prst="rect">
            <a:avLst/>
          </a:prstGeom>
        </p:spPr>
      </p:pic>
      <p:sp>
        <p:nvSpPr>
          <p:cNvPr id="10" name="Espace réservé du contenu 9">
            <a:extLst>
              <a:ext uri="{FF2B5EF4-FFF2-40B4-BE49-F238E27FC236}">
                <a16:creationId xmlns:a16="http://schemas.microsoft.com/office/drawing/2014/main" id="{CC327DA5-6673-40FC-B5C5-6297331766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7381" y="1413121"/>
            <a:ext cx="2566883" cy="4622639"/>
          </a:xfrm>
        </p:spPr>
        <p:txBody>
          <a:bodyPr/>
          <a:lstStyle/>
          <a:p>
            <a:r>
              <a:rPr lang="fr-FR" sz="2133"/>
              <a:t>Le superviseur appelle le client pour prendre RDV. </a:t>
            </a:r>
            <a:br>
              <a:rPr lang="fr-FR" sz="2133"/>
            </a:br>
            <a:r>
              <a:rPr lang="fr-FR" sz="2133"/>
              <a:t>A terme, le RDV pourra être pris par le vendeur</a:t>
            </a:r>
            <a:br>
              <a:rPr lang="fr-FR" sz="2133"/>
            </a:br>
            <a:endParaRPr lang="fr-FR" sz="2133"/>
          </a:p>
          <a:p>
            <a:r>
              <a:rPr lang="fr-FR" sz="2133" err="1"/>
              <a:t>Praxedo</a:t>
            </a:r>
            <a:r>
              <a:rPr lang="fr-FR" sz="2133"/>
              <a:t> (web) est l’outil du superviseur pour la prise de RDV</a:t>
            </a:r>
          </a:p>
          <a:p>
            <a:endParaRPr lang="fr-FR" sz="2133"/>
          </a:p>
        </p:txBody>
      </p:sp>
      <p:cxnSp>
        <p:nvCxnSpPr>
          <p:cNvPr id="7" name="Connecteur droit 6">
            <a:extLst>
              <a:ext uri="{FF2B5EF4-FFF2-40B4-BE49-F238E27FC236}">
                <a16:creationId xmlns:a16="http://schemas.microsoft.com/office/drawing/2014/main" id="{BD7E59B9-9FEA-4B3F-B431-ED7A2AB8349D}"/>
              </a:ext>
            </a:extLst>
          </p:cNvPr>
          <p:cNvCxnSpPr/>
          <p:nvPr/>
        </p:nvCxnSpPr>
        <p:spPr>
          <a:xfrm>
            <a:off x="10704512" y="93494"/>
            <a:ext cx="0" cy="797613"/>
          </a:xfrm>
          <a:prstGeom prst="line">
            <a:avLst/>
          </a:prstGeom>
          <a:ln w="9525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Image 7">
            <a:extLst>
              <a:ext uri="{FF2B5EF4-FFF2-40B4-BE49-F238E27FC236}">
                <a16:creationId xmlns:a16="http://schemas.microsoft.com/office/drawing/2014/main" id="{5A4AA344-2FF3-4CB6-90C3-0BE2D3DC03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19995" y="348780"/>
            <a:ext cx="1242163" cy="393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23773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>
            <a:extLst>
              <a:ext uri="{FF2B5EF4-FFF2-40B4-BE49-F238E27FC236}">
                <a16:creationId xmlns:a16="http://schemas.microsoft.com/office/drawing/2014/main" id="{0A873E48-3BB2-482D-9116-CC672922B2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fr-FR"/>
            </a:br>
            <a:r>
              <a:rPr lang="fr-FR"/>
              <a:t>Prise de RDV d’installation</a:t>
            </a:r>
          </a:p>
        </p:txBody>
      </p:sp>
      <p:sp>
        <p:nvSpPr>
          <p:cNvPr id="11" name="Espace réservé du texte 10">
            <a:extLst>
              <a:ext uri="{FF2B5EF4-FFF2-40B4-BE49-F238E27FC236}">
                <a16:creationId xmlns:a16="http://schemas.microsoft.com/office/drawing/2014/main" id="{4F57F03F-6F92-45FC-BE68-618F112FCC3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D2A25B3A-1D02-4BB3-B529-7033C9ED93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002" y="1298168"/>
            <a:ext cx="11184565" cy="4845003"/>
          </a:xfrm>
          <a:prstGeom prst="rect">
            <a:avLst/>
          </a:prstGeom>
          <a:effectLst/>
        </p:spPr>
      </p:pic>
      <p:sp>
        <p:nvSpPr>
          <p:cNvPr id="12" name="Légende : double flèche courbée 11">
            <a:extLst>
              <a:ext uri="{FF2B5EF4-FFF2-40B4-BE49-F238E27FC236}">
                <a16:creationId xmlns:a16="http://schemas.microsoft.com/office/drawing/2014/main" id="{6759494E-4C67-4ECD-B021-ED821510ADF9}"/>
              </a:ext>
            </a:extLst>
          </p:cNvPr>
          <p:cNvSpPr/>
          <p:nvPr/>
        </p:nvSpPr>
        <p:spPr>
          <a:xfrm>
            <a:off x="3907764" y="1298168"/>
            <a:ext cx="960107" cy="402640"/>
          </a:xfrm>
          <a:prstGeom prst="borderCallout3">
            <a:avLst>
              <a:gd name="adj1" fmla="val 47138"/>
              <a:gd name="adj2" fmla="val 100134"/>
              <a:gd name="adj3" fmla="val 43984"/>
              <a:gd name="adj4" fmla="val 307411"/>
              <a:gd name="adj5" fmla="val 1058872"/>
              <a:gd name="adj6" fmla="val 307412"/>
              <a:gd name="adj7" fmla="val 1062372"/>
              <a:gd name="adj8" fmla="val 429504"/>
            </a:avLst>
          </a:prstGeom>
          <a:noFill/>
          <a:ln w="3175">
            <a:solidFill>
              <a:schemeClr val="accent5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fr-FR" sz="1600" b="1">
              <a:solidFill>
                <a:srgbClr val="6D6D6D"/>
              </a:solidFill>
            </a:endParaRP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8BE41C0A-CC4D-49C4-BF79-EAF1EC5EF477}"/>
              </a:ext>
            </a:extLst>
          </p:cNvPr>
          <p:cNvSpPr txBox="1"/>
          <p:nvPr/>
        </p:nvSpPr>
        <p:spPr>
          <a:xfrm>
            <a:off x="8020657" y="5313046"/>
            <a:ext cx="1536171" cy="503476"/>
          </a:xfrm>
          <a:prstGeom prst="rect">
            <a:avLst/>
          </a:prstGeom>
          <a:noFill/>
          <a:effectLst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fr-FR" sz="1200" b="1">
                <a:solidFill>
                  <a:schemeClr val="accent5"/>
                </a:solidFill>
              </a:rPr>
              <a:t>Création d’intervention (hors processus de souscription - SAV)</a:t>
            </a:r>
          </a:p>
        </p:txBody>
      </p:sp>
      <p:sp>
        <p:nvSpPr>
          <p:cNvPr id="14" name="Légende : double flèche courbée 13">
            <a:extLst>
              <a:ext uri="{FF2B5EF4-FFF2-40B4-BE49-F238E27FC236}">
                <a16:creationId xmlns:a16="http://schemas.microsoft.com/office/drawing/2014/main" id="{FC3DE239-3750-4B94-B4E2-B6DAC529BF52}"/>
              </a:ext>
            </a:extLst>
          </p:cNvPr>
          <p:cNvSpPr/>
          <p:nvPr/>
        </p:nvSpPr>
        <p:spPr>
          <a:xfrm>
            <a:off x="1967542" y="2564904"/>
            <a:ext cx="1632181" cy="192021"/>
          </a:xfrm>
          <a:prstGeom prst="borderCallout3">
            <a:avLst>
              <a:gd name="adj1" fmla="val 47138"/>
              <a:gd name="adj2" fmla="val 100134"/>
              <a:gd name="adj3" fmla="val 117686"/>
              <a:gd name="adj4" fmla="val 126166"/>
              <a:gd name="adj5" fmla="val 1613556"/>
              <a:gd name="adj6" fmla="val 163852"/>
              <a:gd name="adj7" fmla="val 1611322"/>
              <a:gd name="adj8" fmla="val 196074"/>
            </a:avLst>
          </a:prstGeom>
          <a:noFill/>
          <a:ln w="3175">
            <a:solidFill>
              <a:schemeClr val="accent5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fr-FR" sz="1600" b="1">
              <a:solidFill>
                <a:srgbClr val="6D6D6D"/>
              </a:solidFill>
            </a:endParaRP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4C16B7D7-A162-40EF-9EAC-6077624ED5AC}"/>
              </a:ext>
            </a:extLst>
          </p:cNvPr>
          <p:cNvSpPr txBox="1"/>
          <p:nvPr/>
        </p:nvSpPr>
        <p:spPr>
          <a:xfrm>
            <a:off x="5160199" y="5288463"/>
            <a:ext cx="1536171" cy="1056117"/>
          </a:xfrm>
          <a:prstGeom prst="rect">
            <a:avLst/>
          </a:prstGeom>
          <a:noFill/>
          <a:effectLst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fr-FR" sz="1200" b="1">
                <a:solidFill>
                  <a:schemeClr val="accent5"/>
                </a:solidFill>
              </a:rPr>
              <a:t>Planification d’installations ouverte dans CGA</a:t>
            </a:r>
          </a:p>
        </p:txBody>
      </p:sp>
      <p:sp>
        <p:nvSpPr>
          <p:cNvPr id="16" name="Légende : double flèche courbée 15">
            <a:extLst>
              <a:ext uri="{FF2B5EF4-FFF2-40B4-BE49-F238E27FC236}">
                <a16:creationId xmlns:a16="http://schemas.microsoft.com/office/drawing/2014/main" id="{4C3C5EF5-0D6B-4621-8C9F-B311222BDF26}"/>
              </a:ext>
            </a:extLst>
          </p:cNvPr>
          <p:cNvSpPr/>
          <p:nvPr/>
        </p:nvSpPr>
        <p:spPr>
          <a:xfrm>
            <a:off x="1967542" y="2757951"/>
            <a:ext cx="1632181" cy="192021"/>
          </a:xfrm>
          <a:prstGeom prst="borderCallout3">
            <a:avLst>
              <a:gd name="adj1" fmla="val 47138"/>
              <a:gd name="adj2" fmla="val 100134"/>
              <a:gd name="adj3" fmla="val 47138"/>
              <a:gd name="adj4" fmla="val 120200"/>
              <a:gd name="adj5" fmla="val 1891338"/>
              <a:gd name="adj6" fmla="val 117944"/>
              <a:gd name="adj7" fmla="val 1895718"/>
              <a:gd name="adj8" fmla="val 161059"/>
            </a:avLst>
          </a:prstGeom>
          <a:noFill/>
          <a:ln w="3175">
            <a:solidFill>
              <a:schemeClr val="tx2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fr-FR" sz="1600" b="1">
              <a:solidFill>
                <a:srgbClr val="6D6D6D"/>
              </a:solidFill>
            </a:endParaRP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CB4BA5BA-5B03-48C9-848E-FDC25BD11949}"/>
              </a:ext>
            </a:extLst>
          </p:cNvPr>
          <p:cNvSpPr txBox="1"/>
          <p:nvPr/>
        </p:nvSpPr>
        <p:spPr>
          <a:xfrm>
            <a:off x="4559556" y="6143352"/>
            <a:ext cx="1536171" cy="454001"/>
          </a:xfrm>
          <a:prstGeom prst="rect">
            <a:avLst/>
          </a:prstGeom>
          <a:noFill/>
          <a:effectLst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fr-FR" sz="1200" b="1">
                <a:solidFill>
                  <a:schemeClr val="tx2"/>
                </a:solidFill>
              </a:rPr>
              <a:t>Interventions réalisées et à valider par le superviseur</a:t>
            </a:r>
          </a:p>
        </p:txBody>
      </p:sp>
      <p:sp>
        <p:nvSpPr>
          <p:cNvPr id="18" name="Légende : double flèche courbée 17">
            <a:extLst>
              <a:ext uri="{FF2B5EF4-FFF2-40B4-BE49-F238E27FC236}">
                <a16:creationId xmlns:a16="http://schemas.microsoft.com/office/drawing/2014/main" id="{90548ED6-99C3-49B0-9355-87A88B5B992E}"/>
              </a:ext>
            </a:extLst>
          </p:cNvPr>
          <p:cNvSpPr/>
          <p:nvPr/>
        </p:nvSpPr>
        <p:spPr>
          <a:xfrm rot="10800000">
            <a:off x="239350" y="2527997"/>
            <a:ext cx="1632181" cy="228928"/>
          </a:xfrm>
          <a:prstGeom prst="borderCallout3">
            <a:avLst>
              <a:gd name="adj1" fmla="val 47138"/>
              <a:gd name="adj2" fmla="val 100134"/>
              <a:gd name="adj3" fmla="val 47139"/>
              <a:gd name="adj4" fmla="val 110085"/>
              <a:gd name="adj5" fmla="val -1433806"/>
              <a:gd name="adj6" fmla="val 107051"/>
              <a:gd name="adj7" fmla="val -1436303"/>
              <a:gd name="adj8" fmla="val 71578"/>
            </a:avLst>
          </a:prstGeom>
          <a:noFill/>
          <a:ln w="3175">
            <a:solidFill>
              <a:schemeClr val="accent5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fr-FR" sz="1600" b="1">
              <a:solidFill>
                <a:srgbClr val="6D6D6D"/>
              </a:solidFill>
            </a:endParaRP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19EB32C9-DACC-415B-A2AD-A28FCB2EDC16}"/>
              </a:ext>
            </a:extLst>
          </p:cNvPr>
          <p:cNvSpPr txBox="1"/>
          <p:nvPr/>
        </p:nvSpPr>
        <p:spPr>
          <a:xfrm>
            <a:off x="377925" y="6087225"/>
            <a:ext cx="1536171" cy="399983"/>
          </a:xfrm>
          <a:prstGeom prst="rect">
            <a:avLst/>
          </a:prstGeom>
          <a:noFill/>
          <a:effectLst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fr-FR" sz="1200" b="1">
                <a:solidFill>
                  <a:schemeClr val="accent5"/>
                </a:solidFill>
              </a:rPr>
              <a:t>Agence</a:t>
            </a:r>
          </a:p>
        </p:txBody>
      </p:sp>
      <p:cxnSp>
        <p:nvCxnSpPr>
          <p:cNvPr id="20" name="Connecteur droit 19">
            <a:extLst>
              <a:ext uri="{FF2B5EF4-FFF2-40B4-BE49-F238E27FC236}">
                <a16:creationId xmlns:a16="http://schemas.microsoft.com/office/drawing/2014/main" id="{F3AE296B-E63F-49C4-AF70-669C859143DF}"/>
              </a:ext>
            </a:extLst>
          </p:cNvPr>
          <p:cNvCxnSpPr/>
          <p:nvPr/>
        </p:nvCxnSpPr>
        <p:spPr>
          <a:xfrm>
            <a:off x="10704512" y="93494"/>
            <a:ext cx="0" cy="797613"/>
          </a:xfrm>
          <a:prstGeom prst="line">
            <a:avLst/>
          </a:prstGeom>
          <a:ln w="9525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1" name="Image 20">
            <a:extLst>
              <a:ext uri="{FF2B5EF4-FFF2-40B4-BE49-F238E27FC236}">
                <a16:creationId xmlns:a16="http://schemas.microsoft.com/office/drawing/2014/main" id="{064A78B0-8085-4D38-814F-7BB3AFC675A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19995" y="348780"/>
            <a:ext cx="1242163" cy="393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45392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20C336AF-87DD-46A8-A9F5-73AE8E257B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sz="8800"/>
              <a:t>W25U9-DX2RR</a:t>
            </a:r>
            <a:endParaRPr lang="en-US" sz="8800"/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A38E77FC-C5A1-4F94-90CF-D20A40574C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F580DF5C-C8DD-4128-A1EC-CA1E40A1777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24864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3D4F5BA3-2835-4A69-B954-05138451ED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6000" y="1192761"/>
            <a:ext cx="4991915" cy="4932311"/>
          </a:xfrm>
        </p:spPr>
        <p:txBody>
          <a:bodyPr/>
          <a:lstStyle/>
          <a:p>
            <a:r>
              <a:rPr lang="fr-FR" sz="2133"/>
              <a:t>En </a:t>
            </a:r>
            <a:r>
              <a:rPr lang="fr-FR" sz="2133">
                <a:solidFill>
                  <a:schemeClr val="accent5"/>
                </a:solidFill>
              </a:rPr>
              <a:t>s’adaptant au mieux aux disponibilités du client,</a:t>
            </a:r>
            <a:r>
              <a:rPr lang="fr-FR" sz="2133"/>
              <a:t> le superviseur planifie l’installation :</a:t>
            </a:r>
          </a:p>
          <a:p>
            <a:pPr lvl="1"/>
            <a:r>
              <a:rPr lang="fr-FR" sz="1600"/>
              <a:t>Un créneau</a:t>
            </a:r>
          </a:p>
          <a:p>
            <a:pPr lvl="1"/>
            <a:r>
              <a:rPr lang="fr-FR" sz="1600"/>
              <a:t>Un technicien</a:t>
            </a:r>
          </a:p>
          <a:p>
            <a:endParaRPr lang="fr-FR" sz="2133"/>
          </a:p>
          <a:p>
            <a:r>
              <a:rPr lang="fr-FR" sz="2133"/>
              <a:t>Le superviseur peut suivre les statuts sur l’application web </a:t>
            </a:r>
            <a:r>
              <a:rPr lang="fr-FR" sz="2133" err="1"/>
              <a:t>Praxedo</a:t>
            </a:r>
            <a:endParaRPr lang="fr-FR" sz="2133"/>
          </a:p>
          <a:p>
            <a:endParaRPr lang="fr-FR" sz="2133"/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0A873E48-3BB2-482D-9116-CC672922B2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fr-FR"/>
            </a:br>
            <a:r>
              <a:rPr lang="fr-FR"/>
              <a:t>Prise de RDV d’installation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483BF2FD-7060-426E-BD96-575FED40B7C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fr-FR"/>
          </a:p>
        </p:txBody>
      </p:sp>
      <p:grpSp>
        <p:nvGrpSpPr>
          <p:cNvPr id="9" name="Groupe 8">
            <a:extLst>
              <a:ext uri="{FF2B5EF4-FFF2-40B4-BE49-F238E27FC236}">
                <a16:creationId xmlns:a16="http://schemas.microsoft.com/office/drawing/2014/main" id="{55A684BF-56A7-4F56-8AD9-C8EBB7E97B85}"/>
              </a:ext>
            </a:extLst>
          </p:cNvPr>
          <p:cNvGrpSpPr/>
          <p:nvPr/>
        </p:nvGrpSpPr>
        <p:grpSpPr>
          <a:xfrm>
            <a:off x="5854370" y="944100"/>
            <a:ext cx="6258988" cy="5245224"/>
            <a:chOff x="4139952" y="926545"/>
            <a:chExt cx="4282448" cy="3478457"/>
          </a:xfrm>
        </p:grpSpPr>
        <p:pic>
          <p:nvPicPr>
            <p:cNvPr id="7" name="Image 6">
              <a:extLst>
                <a:ext uri="{FF2B5EF4-FFF2-40B4-BE49-F238E27FC236}">
                  <a16:creationId xmlns:a16="http://schemas.microsoft.com/office/drawing/2014/main" id="{4CFC12C5-C915-4740-9B2A-5DE99D90187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139952" y="926545"/>
              <a:ext cx="4282448" cy="3435846"/>
            </a:xfrm>
            <a:prstGeom prst="rect">
              <a:avLst/>
            </a:prstGeom>
          </p:spPr>
        </p:pic>
        <p:sp>
          <p:nvSpPr>
            <p:cNvPr id="14" name="Espace réservé du contenu 3">
              <a:extLst>
                <a:ext uri="{FF2B5EF4-FFF2-40B4-BE49-F238E27FC236}">
                  <a16:creationId xmlns:a16="http://schemas.microsoft.com/office/drawing/2014/main" id="{226E04EE-9106-45D0-AB5F-481E75EAE0D7}"/>
                </a:ext>
              </a:extLst>
            </p:cNvPr>
            <p:cNvSpPr txBox="1">
              <a:spLocks/>
            </p:cNvSpPr>
            <p:nvPr/>
          </p:nvSpPr>
          <p:spPr bwMode="gray">
            <a:xfrm>
              <a:off x="5004048" y="3128764"/>
              <a:ext cx="930822" cy="136769"/>
            </a:xfrm>
            <a:prstGeom prst="rect">
              <a:avLst/>
            </a:prstGeom>
            <a:ln>
              <a:solidFill>
                <a:schemeClr val="accent5"/>
              </a:solidFill>
            </a:ln>
          </p:spPr>
          <p:txBody>
            <a:bodyPr vert="horz" lIns="96000" tIns="0" rIns="0" bIns="0" rtlCol="0" anchor="ctr">
              <a:noAutofit/>
            </a:bodyPr>
            <a:lstStyle>
              <a:lvl1pPr marL="285750" marR="0" indent="-285750" algn="l" defTabSz="9144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20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q"/>
                <a:tabLst/>
                <a:defRPr sz="1800" kern="1200" baseline="0">
                  <a:solidFill>
                    <a:schemeClr val="accent2"/>
                  </a:solidFill>
                  <a:latin typeface="+mn-lt"/>
                  <a:ea typeface="+mn-ea"/>
                  <a:cs typeface="+mn-cs"/>
                </a:defRPr>
              </a:lvl1pPr>
              <a:lvl2pPr marL="623888" marR="0" indent="-2857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D7404"/>
                </a:buClr>
                <a:buSzPct val="105000"/>
                <a:buFont typeface="Wingdings" panose="05000000000000000000" pitchFamily="2" charset="2"/>
                <a:buChar char="§"/>
                <a:tabLst>
                  <a:tab pos="623888" algn="l"/>
                </a:tabLst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04863" marR="0" indent="-179388" algn="l" defTabSz="914400" rtl="0" eaLnBrk="1" fontAlgn="auto" latinLnBrk="0" hangingPunct="1">
                <a:lnSpc>
                  <a:spcPct val="100000"/>
                </a:lnSpc>
                <a:spcBef>
                  <a:spcPts val="500"/>
                </a:spcBef>
                <a:spcAft>
                  <a:spcPts val="0"/>
                </a:spcAft>
                <a:buClr>
                  <a:srgbClr val="63666A"/>
                </a:buClr>
                <a:buSzTx/>
                <a:buFont typeface="Arial" panose="020B0604020202020204" pitchFamily="34" charset="0"/>
                <a:buChar char="•"/>
                <a:tabLst>
                  <a:tab pos="714375" algn="l"/>
                </a:tabLst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74738" marR="0" indent="-185738" algn="l" defTabSz="914400" rtl="0" eaLnBrk="1" fontAlgn="auto" latinLnBrk="0" hangingPunct="1">
                <a:lnSpc>
                  <a:spcPct val="100000"/>
                </a:lnSpc>
                <a:spcBef>
                  <a:spcPts val="500"/>
                </a:spcBef>
                <a:spcAft>
                  <a:spcPts val="0"/>
                </a:spcAft>
                <a:buClr>
                  <a:srgbClr val="63666A"/>
                </a:buClr>
                <a:buSzTx/>
                <a:buFont typeface="Symbol" panose="05050102010706020507" pitchFamily="18" charset="2"/>
                <a:buChar char="-"/>
                <a:tabLst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46200" marR="0" indent="-185738" algn="l" defTabSz="914400" rtl="0" eaLnBrk="1" fontAlgn="auto" latinLnBrk="0" hangingPunct="1">
                <a:lnSpc>
                  <a:spcPct val="100000"/>
                </a:lnSpc>
                <a:spcBef>
                  <a:spcPts val="500"/>
                </a:spcBef>
                <a:spcAft>
                  <a:spcPts val="0"/>
                </a:spcAft>
                <a:buClr>
                  <a:srgbClr val="63666A"/>
                </a:buClr>
                <a:buSzPct val="85000"/>
                <a:buFont typeface="Courier New" panose="02070309020205020404" pitchFamily="49" charset="0"/>
                <a:buChar char="o"/>
                <a:tabLst>
                  <a:tab pos="1255713" algn="l"/>
                </a:tabLst>
                <a:defRPr sz="12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06563" marR="0" indent="-185738" algn="l" defTabSz="914400" rtl="0" eaLnBrk="1" fontAlgn="auto" latinLnBrk="0" hangingPunct="1">
                <a:lnSpc>
                  <a:spcPct val="100000"/>
                </a:lnSpc>
                <a:spcBef>
                  <a:spcPts val="500"/>
                </a:spcBef>
                <a:spcAft>
                  <a:spcPts val="0"/>
                </a:spcAft>
                <a:buClr>
                  <a:srgbClr val="63666A"/>
                </a:buClr>
                <a:buSzTx/>
                <a:buFont typeface="Calibri" panose="020F0502020204030204" pitchFamily="34" charset="0"/>
                <a:buChar char="»"/>
                <a:tabLst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766800" indent="-187200" algn="l" defTabSz="914400" rtl="0" eaLnBrk="1" latinLnBrk="0" hangingPunct="1">
                <a:spcBef>
                  <a:spcPts val="500"/>
                </a:spcBef>
                <a:buClr>
                  <a:schemeClr val="tx1"/>
                </a:buClr>
                <a:buFont typeface="Calibri" panose="020F0502020204030204" pitchFamily="34" charset="0"/>
                <a:buChar char="»"/>
                <a:defRPr sz="1400" kern="1200" baseline="0">
                  <a:solidFill>
                    <a:srgbClr val="6D6D6D"/>
                  </a:solidFill>
                  <a:latin typeface="+mn-lt"/>
                  <a:ea typeface="+mn-ea"/>
                  <a:cs typeface="+mn-cs"/>
                </a:defRPr>
              </a:lvl7pPr>
              <a:lvl8pPr marL="766800" indent="-187200" algn="l" defTabSz="914400" rtl="0" eaLnBrk="1" latinLnBrk="0" hangingPunct="1">
                <a:spcBef>
                  <a:spcPts val="500"/>
                </a:spcBef>
                <a:buClr>
                  <a:schemeClr val="tx1"/>
                </a:buClr>
                <a:buFont typeface="Calibri" panose="020F0502020204030204" pitchFamily="34" charset="0"/>
                <a:buChar char="»"/>
                <a:defRPr sz="1400" kern="1200" baseline="0">
                  <a:solidFill>
                    <a:srgbClr val="6D6D6D"/>
                  </a:solidFill>
                  <a:latin typeface="+mn-lt"/>
                  <a:ea typeface="+mn-ea"/>
                  <a:cs typeface="+mn-cs"/>
                </a:defRPr>
              </a:lvl8pPr>
              <a:lvl9pPr marL="766800" indent="-187200" algn="l" defTabSz="914400" rtl="0" eaLnBrk="1" latinLnBrk="0" hangingPunct="1">
                <a:spcBef>
                  <a:spcPts val="500"/>
                </a:spcBef>
                <a:buClr>
                  <a:schemeClr val="tx1"/>
                </a:buClr>
                <a:buFont typeface="Calibri" panose="020F0502020204030204" pitchFamily="34" charset="0"/>
                <a:buChar char="»"/>
                <a:defRPr sz="1400" kern="1200" baseline="0">
                  <a:solidFill>
                    <a:srgbClr val="6D6D6D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endParaRPr lang="fr-FR" sz="2400"/>
            </a:p>
          </p:txBody>
        </p:sp>
        <p:sp>
          <p:nvSpPr>
            <p:cNvPr id="15" name="Espace réservé du contenu 3">
              <a:extLst>
                <a:ext uri="{FF2B5EF4-FFF2-40B4-BE49-F238E27FC236}">
                  <a16:creationId xmlns:a16="http://schemas.microsoft.com/office/drawing/2014/main" id="{47C5A791-2E37-420F-80B8-55996678B1F8}"/>
                </a:ext>
              </a:extLst>
            </p:cNvPr>
            <p:cNvSpPr txBox="1">
              <a:spLocks/>
            </p:cNvSpPr>
            <p:nvPr/>
          </p:nvSpPr>
          <p:spPr bwMode="gray">
            <a:xfrm>
              <a:off x="5004048" y="3608808"/>
              <a:ext cx="958602" cy="286917"/>
            </a:xfrm>
            <a:prstGeom prst="rect">
              <a:avLst/>
            </a:prstGeom>
            <a:ln>
              <a:solidFill>
                <a:schemeClr val="accent5"/>
              </a:solidFill>
            </a:ln>
          </p:spPr>
          <p:txBody>
            <a:bodyPr vert="horz" lIns="96000" tIns="0" rIns="0" bIns="0" rtlCol="0" anchor="ctr">
              <a:noAutofit/>
            </a:bodyPr>
            <a:lstStyle>
              <a:lvl1pPr marL="285750" marR="0" indent="-285750" algn="l" defTabSz="9144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20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q"/>
                <a:tabLst/>
                <a:defRPr sz="1800" kern="1200" baseline="0">
                  <a:solidFill>
                    <a:schemeClr val="accent2"/>
                  </a:solidFill>
                  <a:latin typeface="+mn-lt"/>
                  <a:ea typeface="+mn-ea"/>
                  <a:cs typeface="+mn-cs"/>
                </a:defRPr>
              </a:lvl1pPr>
              <a:lvl2pPr marL="623888" marR="0" indent="-2857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D7404"/>
                </a:buClr>
                <a:buSzPct val="105000"/>
                <a:buFont typeface="Wingdings" panose="05000000000000000000" pitchFamily="2" charset="2"/>
                <a:buChar char="§"/>
                <a:tabLst>
                  <a:tab pos="623888" algn="l"/>
                </a:tabLst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04863" marR="0" indent="-179388" algn="l" defTabSz="914400" rtl="0" eaLnBrk="1" fontAlgn="auto" latinLnBrk="0" hangingPunct="1">
                <a:lnSpc>
                  <a:spcPct val="100000"/>
                </a:lnSpc>
                <a:spcBef>
                  <a:spcPts val="500"/>
                </a:spcBef>
                <a:spcAft>
                  <a:spcPts val="0"/>
                </a:spcAft>
                <a:buClr>
                  <a:srgbClr val="63666A"/>
                </a:buClr>
                <a:buSzTx/>
                <a:buFont typeface="Arial" panose="020B0604020202020204" pitchFamily="34" charset="0"/>
                <a:buChar char="•"/>
                <a:tabLst>
                  <a:tab pos="714375" algn="l"/>
                </a:tabLst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74738" marR="0" indent="-185738" algn="l" defTabSz="914400" rtl="0" eaLnBrk="1" fontAlgn="auto" latinLnBrk="0" hangingPunct="1">
                <a:lnSpc>
                  <a:spcPct val="100000"/>
                </a:lnSpc>
                <a:spcBef>
                  <a:spcPts val="500"/>
                </a:spcBef>
                <a:spcAft>
                  <a:spcPts val="0"/>
                </a:spcAft>
                <a:buClr>
                  <a:srgbClr val="63666A"/>
                </a:buClr>
                <a:buSzTx/>
                <a:buFont typeface="Symbol" panose="05050102010706020507" pitchFamily="18" charset="2"/>
                <a:buChar char="-"/>
                <a:tabLst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46200" marR="0" indent="-185738" algn="l" defTabSz="914400" rtl="0" eaLnBrk="1" fontAlgn="auto" latinLnBrk="0" hangingPunct="1">
                <a:lnSpc>
                  <a:spcPct val="100000"/>
                </a:lnSpc>
                <a:spcBef>
                  <a:spcPts val="500"/>
                </a:spcBef>
                <a:spcAft>
                  <a:spcPts val="0"/>
                </a:spcAft>
                <a:buClr>
                  <a:srgbClr val="63666A"/>
                </a:buClr>
                <a:buSzPct val="85000"/>
                <a:buFont typeface="Courier New" panose="02070309020205020404" pitchFamily="49" charset="0"/>
                <a:buChar char="o"/>
                <a:tabLst>
                  <a:tab pos="1255713" algn="l"/>
                </a:tabLst>
                <a:defRPr sz="12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06563" marR="0" indent="-185738" algn="l" defTabSz="914400" rtl="0" eaLnBrk="1" fontAlgn="auto" latinLnBrk="0" hangingPunct="1">
                <a:lnSpc>
                  <a:spcPct val="100000"/>
                </a:lnSpc>
                <a:spcBef>
                  <a:spcPts val="500"/>
                </a:spcBef>
                <a:spcAft>
                  <a:spcPts val="0"/>
                </a:spcAft>
                <a:buClr>
                  <a:srgbClr val="63666A"/>
                </a:buClr>
                <a:buSzTx/>
                <a:buFont typeface="Calibri" panose="020F0502020204030204" pitchFamily="34" charset="0"/>
                <a:buChar char="»"/>
                <a:tabLst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766800" indent="-187200" algn="l" defTabSz="914400" rtl="0" eaLnBrk="1" latinLnBrk="0" hangingPunct="1">
                <a:spcBef>
                  <a:spcPts val="500"/>
                </a:spcBef>
                <a:buClr>
                  <a:schemeClr val="tx1"/>
                </a:buClr>
                <a:buFont typeface="Calibri" panose="020F0502020204030204" pitchFamily="34" charset="0"/>
                <a:buChar char="»"/>
                <a:defRPr sz="1400" kern="1200" baseline="0">
                  <a:solidFill>
                    <a:srgbClr val="6D6D6D"/>
                  </a:solidFill>
                  <a:latin typeface="+mn-lt"/>
                  <a:ea typeface="+mn-ea"/>
                  <a:cs typeface="+mn-cs"/>
                </a:defRPr>
              </a:lvl7pPr>
              <a:lvl8pPr marL="766800" indent="-187200" algn="l" defTabSz="914400" rtl="0" eaLnBrk="1" latinLnBrk="0" hangingPunct="1">
                <a:spcBef>
                  <a:spcPts val="500"/>
                </a:spcBef>
                <a:buClr>
                  <a:schemeClr val="tx1"/>
                </a:buClr>
                <a:buFont typeface="Calibri" panose="020F0502020204030204" pitchFamily="34" charset="0"/>
                <a:buChar char="»"/>
                <a:defRPr sz="1400" kern="1200" baseline="0">
                  <a:solidFill>
                    <a:srgbClr val="6D6D6D"/>
                  </a:solidFill>
                  <a:latin typeface="+mn-lt"/>
                  <a:ea typeface="+mn-ea"/>
                  <a:cs typeface="+mn-cs"/>
                </a:defRPr>
              </a:lvl8pPr>
              <a:lvl9pPr marL="766800" indent="-187200" algn="l" defTabSz="914400" rtl="0" eaLnBrk="1" latinLnBrk="0" hangingPunct="1">
                <a:spcBef>
                  <a:spcPts val="500"/>
                </a:spcBef>
                <a:buClr>
                  <a:schemeClr val="tx1"/>
                </a:buClr>
                <a:buFont typeface="Calibri" panose="020F0502020204030204" pitchFamily="34" charset="0"/>
                <a:buChar char="»"/>
                <a:defRPr sz="1400" kern="1200" baseline="0">
                  <a:solidFill>
                    <a:srgbClr val="6D6D6D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endParaRPr lang="fr-FR" sz="2400"/>
            </a:p>
          </p:txBody>
        </p:sp>
        <p:sp>
          <p:nvSpPr>
            <p:cNvPr id="24" name="Espace réservé du contenu 3">
              <a:extLst>
                <a:ext uri="{FF2B5EF4-FFF2-40B4-BE49-F238E27FC236}">
                  <a16:creationId xmlns:a16="http://schemas.microsoft.com/office/drawing/2014/main" id="{EE81BAAD-745D-4840-995E-A0B54234DB34}"/>
                </a:ext>
              </a:extLst>
            </p:cNvPr>
            <p:cNvSpPr txBox="1">
              <a:spLocks/>
            </p:cNvSpPr>
            <p:nvPr/>
          </p:nvSpPr>
          <p:spPr bwMode="gray">
            <a:xfrm>
              <a:off x="4183956" y="4151551"/>
              <a:ext cx="341955" cy="253451"/>
            </a:xfrm>
            <a:prstGeom prst="rect">
              <a:avLst/>
            </a:prstGeom>
            <a:ln>
              <a:solidFill>
                <a:schemeClr val="accent5"/>
              </a:solidFill>
            </a:ln>
          </p:spPr>
          <p:txBody>
            <a:bodyPr vert="horz" lIns="96000" tIns="0" rIns="0" bIns="0" rtlCol="0" anchor="ctr">
              <a:noAutofit/>
            </a:bodyPr>
            <a:lstStyle>
              <a:lvl1pPr marL="285750" marR="0" indent="-285750" algn="l" defTabSz="9144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20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q"/>
                <a:tabLst/>
                <a:defRPr sz="1800" kern="1200" baseline="0">
                  <a:solidFill>
                    <a:schemeClr val="accent2"/>
                  </a:solidFill>
                  <a:latin typeface="+mn-lt"/>
                  <a:ea typeface="+mn-ea"/>
                  <a:cs typeface="+mn-cs"/>
                </a:defRPr>
              </a:lvl1pPr>
              <a:lvl2pPr marL="623888" marR="0" indent="-2857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D7404"/>
                </a:buClr>
                <a:buSzPct val="105000"/>
                <a:buFont typeface="Wingdings" panose="05000000000000000000" pitchFamily="2" charset="2"/>
                <a:buChar char="§"/>
                <a:tabLst>
                  <a:tab pos="623888" algn="l"/>
                </a:tabLst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04863" marR="0" indent="-179388" algn="l" defTabSz="914400" rtl="0" eaLnBrk="1" fontAlgn="auto" latinLnBrk="0" hangingPunct="1">
                <a:lnSpc>
                  <a:spcPct val="100000"/>
                </a:lnSpc>
                <a:spcBef>
                  <a:spcPts val="500"/>
                </a:spcBef>
                <a:spcAft>
                  <a:spcPts val="0"/>
                </a:spcAft>
                <a:buClr>
                  <a:srgbClr val="63666A"/>
                </a:buClr>
                <a:buSzTx/>
                <a:buFont typeface="Arial" panose="020B0604020202020204" pitchFamily="34" charset="0"/>
                <a:buChar char="•"/>
                <a:tabLst>
                  <a:tab pos="714375" algn="l"/>
                </a:tabLst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74738" marR="0" indent="-185738" algn="l" defTabSz="914400" rtl="0" eaLnBrk="1" fontAlgn="auto" latinLnBrk="0" hangingPunct="1">
                <a:lnSpc>
                  <a:spcPct val="100000"/>
                </a:lnSpc>
                <a:spcBef>
                  <a:spcPts val="500"/>
                </a:spcBef>
                <a:spcAft>
                  <a:spcPts val="0"/>
                </a:spcAft>
                <a:buClr>
                  <a:srgbClr val="63666A"/>
                </a:buClr>
                <a:buSzTx/>
                <a:buFont typeface="Symbol" panose="05050102010706020507" pitchFamily="18" charset="2"/>
                <a:buChar char="-"/>
                <a:tabLst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46200" marR="0" indent="-185738" algn="l" defTabSz="914400" rtl="0" eaLnBrk="1" fontAlgn="auto" latinLnBrk="0" hangingPunct="1">
                <a:lnSpc>
                  <a:spcPct val="100000"/>
                </a:lnSpc>
                <a:spcBef>
                  <a:spcPts val="500"/>
                </a:spcBef>
                <a:spcAft>
                  <a:spcPts val="0"/>
                </a:spcAft>
                <a:buClr>
                  <a:srgbClr val="63666A"/>
                </a:buClr>
                <a:buSzPct val="85000"/>
                <a:buFont typeface="Courier New" panose="02070309020205020404" pitchFamily="49" charset="0"/>
                <a:buChar char="o"/>
                <a:tabLst>
                  <a:tab pos="1255713" algn="l"/>
                </a:tabLst>
                <a:defRPr sz="12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06563" marR="0" indent="-185738" algn="l" defTabSz="914400" rtl="0" eaLnBrk="1" fontAlgn="auto" latinLnBrk="0" hangingPunct="1">
                <a:lnSpc>
                  <a:spcPct val="100000"/>
                </a:lnSpc>
                <a:spcBef>
                  <a:spcPts val="500"/>
                </a:spcBef>
                <a:spcAft>
                  <a:spcPts val="0"/>
                </a:spcAft>
                <a:buClr>
                  <a:srgbClr val="63666A"/>
                </a:buClr>
                <a:buSzTx/>
                <a:buFont typeface="Calibri" panose="020F0502020204030204" pitchFamily="34" charset="0"/>
                <a:buChar char="»"/>
                <a:tabLst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766800" indent="-187200" algn="l" defTabSz="914400" rtl="0" eaLnBrk="1" latinLnBrk="0" hangingPunct="1">
                <a:spcBef>
                  <a:spcPts val="500"/>
                </a:spcBef>
                <a:buClr>
                  <a:schemeClr val="tx1"/>
                </a:buClr>
                <a:buFont typeface="Calibri" panose="020F0502020204030204" pitchFamily="34" charset="0"/>
                <a:buChar char="»"/>
                <a:defRPr sz="1400" kern="1200" baseline="0">
                  <a:solidFill>
                    <a:srgbClr val="6D6D6D"/>
                  </a:solidFill>
                  <a:latin typeface="+mn-lt"/>
                  <a:ea typeface="+mn-ea"/>
                  <a:cs typeface="+mn-cs"/>
                </a:defRPr>
              </a:lvl7pPr>
              <a:lvl8pPr marL="766800" indent="-187200" algn="l" defTabSz="914400" rtl="0" eaLnBrk="1" latinLnBrk="0" hangingPunct="1">
                <a:spcBef>
                  <a:spcPts val="500"/>
                </a:spcBef>
                <a:buClr>
                  <a:schemeClr val="tx1"/>
                </a:buClr>
                <a:buFont typeface="Calibri" panose="020F0502020204030204" pitchFamily="34" charset="0"/>
                <a:buChar char="»"/>
                <a:defRPr sz="1400" kern="1200" baseline="0">
                  <a:solidFill>
                    <a:srgbClr val="6D6D6D"/>
                  </a:solidFill>
                  <a:latin typeface="+mn-lt"/>
                  <a:ea typeface="+mn-ea"/>
                  <a:cs typeface="+mn-cs"/>
                </a:defRPr>
              </a:lvl8pPr>
              <a:lvl9pPr marL="766800" indent="-187200" algn="l" defTabSz="914400" rtl="0" eaLnBrk="1" latinLnBrk="0" hangingPunct="1">
                <a:spcBef>
                  <a:spcPts val="500"/>
                </a:spcBef>
                <a:buClr>
                  <a:schemeClr val="tx1"/>
                </a:buClr>
                <a:buFont typeface="Calibri" panose="020F0502020204030204" pitchFamily="34" charset="0"/>
                <a:buChar char="»"/>
                <a:defRPr sz="1400" kern="1200" baseline="0">
                  <a:solidFill>
                    <a:srgbClr val="6D6D6D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endParaRPr lang="fr-FR" sz="2400"/>
            </a:p>
          </p:txBody>
        </p:sp>
      </p:grpSp>
      <p:pic>
        <p:nvPicPr>
          <p:cNvPr id="21" name="Image 20">
            <a:extLst>
              <a:ext uri="{FF2B5EF4-FFF2-40B4-BE49-F238E27FC236}">
                <a16:creationId xmlns:a16="http://schemas.microsoft.com/office/drawing/2014/main" id="{67C60393-09DC-4A20-88CA-5D6327A6E8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6899" y="4016858"/>
            <a:ext cx="1240381" cy="205140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7" name="Image 26">
            <a:extLst>
              <a:ext uri="{FF2B5EF4-FFF2-40B4-BE49-F238E27FC236}">
                <a16:creationId xmlns:a16="http://schemas.microsoft.com/office/drawing/2014/main" id="{4503FB68-D97F-4DAE-8F08-28E138DF5D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88243" y="4429533"/>
            <a:ext cx="4070724" cy="132756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cxnSp>
        <p:nvCxnSpPr>
          <p:cNvPr id="17" name="Connecteur droit 16">
            <a:extLst>
              <a:ext uri="{FF2B5EF4-FFF2-40B4-BE49-F238E27FC236}">
                <a16:creationId xmlns:a16="http://schemas.microsoft.com/office/drawing/2014/main" id="{11E492A0-47E0-40FA-8981-337858C9727F}"/>
              </a:ext>
            </a:extLst>
          </p:cNvPr>
          <p:cNvCxnSpPr/>
          <p:nvPr/>
        </p:nvCxnSpPr>
        <p:spPr>
          <a:xfrm>
            <a:off x="10704512" y="93494"/>
            <a:ext cx="0" cy="797613"/>
          </a:xfrm>
          <a:prstGeom prst="line">
            <a:avLst/>
          </a:prstGeom>
          <a:ln w="9525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Image 17">
            <a:extLst>
              <a:ext uri="{FF2B5EF4-FFF2-40B4-BE49-F238E27FC236}">
                <a16:creationId xmlns:a16="http://schemas.microsoft.com/office/drawing/2014/main" id="{2C669832-18C9-42B5-AADC-D5CDEAA0644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19995" y="348780"/>
            <a:ext cx="1242163" cy="393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46071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3D4F5BA3-2835-4A69-B954-05138451ED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6000" y="1494002"/>
            <a:ext cx="11520000" cy="2031009"/>
          </a:xfrm>
        </p:spPr>
        <p:txBody>
          <a:bodyPr/>
          <a:lstStyle/>
          <a:p>
            <a:r>
              <a:rPr lang="fr-FR"/>
              <a:t>Dans « Installations à planifier » le superviseur sélectionne une intervention</a:t>
            </a:r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0A873E48-3BB2-482D-9116-CC672922B2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fr-FR"/>
            </a:br>
            <a:r>
              <a:rPr lang="fr-FR"/>
              <a:t>Prise de RDV d’installation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483BF2FD-7060-426E-BD96-575FED40B7C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7ED7BE26-E538-4196-BB3E-FB03F25F1BD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3589" y="1865210"/>
            <a:ext cx="6960096" cy="1547900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27BF5E61-1256-42F2-A80F-58BB19D7D95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5727" y="2845914"/>
            <a:ext cx="4763248" cy="3790527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8" name="Légende : double flèche courbée 17">
            <a:extLst>
              <a:ext uri="{FF2B5EF4-FFF2-40B4-BE49-F238E27FC236}">
                <a16:creationId xmlns:a16="http://schemas.microsoft.com/office/drawing/2014/main" id="{90548ED6-99C3-49B0-9355-87A88B5B992E}"/>
              </a:ext>
            </a:extLst>
          </p:cNvPr>
          <p:cNvSpPr/>
          <p:nvPr/>
        </p:nvSpPr>
        <p:spPr>
          <a:xfrm rot="10800000">
            <a:off x="853475" y="2573671"/>
            <a:ext cx="7667381" cy="424739"/>
          </a:xfrm>
          <a:custGeom>
            <a:avLst/>
            <a:gdLst>
              <a:gd name="connsiteX0" fmla="*/ 0 w 5220072"/>
              <a:gd name="connsiteY0" fmla="*/ 0 h 151554"/>
              <a:gd name="connsiteX1" fmla="*/ 5220072 w 5220072"/>
              <a:gd name="connsiteY1" fmla="*/ 0 h 151554"/>
              <a:gd name="connsiteX2" fmla="*/ 5220072 w 5220072"/>
              <a:gd name="connsiteY2" fmla="*/ 151554 h 151554"/>
              <a:gd name="connsiteX3" fmla="*/ 0 w 5220072"/>
              <a:gd name="connsiteY3" fmla="*/ 151554 h 151554"/>
              <a:gd name="connsiteX4" fmla="*/ 0 w 5220072"/>
              <a:gd name="connsiteY4" fmla="*/ 0 h 151554"/>
              <a:gd name="connsiteX0" fmla="*/ -87906 w 5220072"/>
              <a:gd name="connsiteY0" fmla="*/ 52391 h 151554"/>
              <a:gd name="connsiteX1" fmla="*/ -530464 w 5220072"/>
              <a:gd name="connsiteY1" fmla="*/ 52391 h 151554"/>
              <a:gd name="connsiteX2" fmla="*/ 5588139 w 5220072"/>
              <a:gd name="connsiteY2" fmla="*/ -2172990 h 151554"/>
              <a:gd name="connsiteX3" fmla="*/ 3736423 w 5220072"/>
              <a:gd name="connsiteY3" fmla="*/ -2176775 h 151554"/>
              <a:gd name="connsiteX0" fmla="*/ 530464 w 5750536"/>
              <a:gd name="connsiteY0" fmla="*/ 2176775 h 2328329"/>
              <a:gd name="connsiteX1" fmla="*/ 5750536 w 5750536"/>
              <a:gd name="connsiteY1" fmla="*/ 2176775 h 2328329"/>
              <a:gd name="connsiteX2" fmla="*/ 5750536 w 5750536"/>
              <a:gd name="connsiteY2" fmla="*/ 2328329 h 2328329"/>
              <a:gd name="connsiteX3" fmla="*/ 530464 w 5750536"/>
              <a:gd name="connsiteY3" fmla="*/ 2328329 h 2328329"/>
              <a:gd name="connsiteX4" fmla="*/ 530464 w 5750536"/>
              <a:gd name="connsiteY4" fmla="*/ 2176775 h 2328329"/>
              <a:gd name="connsiteX0" fmla="*/ 442558 w 5750536"/>
              <a:gd name="connsiteY0" fmla="*/ 2229166 h 2328329"/>
              <a:gd name="connsiteX1" fmla="*/ 0 w 5750536"/>
              <a:gd name="connsiteY1" fmla="*/ 2229166 h 2328329"/>
              <a:gd name="connsiteX2" fmla="*/ 4266887 w 5750536"/>
              <a:gd name="connsiteY2" fmla="*/ 0 h 2328329"/>
              <a:gd name="connsiteX0" fmla="*/ 530464 w 5750536"/>
              <a:gd name="connsiteY0" fmla="*/ 167000 h 318554"/>
              <a:gd name="connsiteX1" fmla="*/ 5750536 w 5750536"/>
              <a:gd name="connsiteY1" fmla="*/ 167000 h 318554"/>
              <a:gd name="connsiteX2" fmla="*/ 5750536 w 5750536"/>
              <a:gd name="connsiteY2" fmla="*/ 318554 h 318554"/>
              <a:gd name="connsiteX3" fmla="*/ 530464 w 5750536"/>
              <a:gd name="connsiteY3" fmla="*/ 318554 h 318554"/>
              <a:gd name="connsiteX4" fmla="*/ 530464 w 5750536"/>
              <a:gd name="connsiteY4" fmla="*/ 167000 h 318554"/>
              <a:gd name="connsiteX0" fmla="*/ 442558 w 5750536"/>
              <a:gd name="connsiteY0" fmla="*/ 219391 h 318554"/>
              <a:gd name="connsiteX1" fmla="*/ 0 w 5750536"/>
              <a:gd name="connsiteY1" fmla="*/ 219391 h 318554"/>
              <a:gd name="connsiteX2" fmla="*/ 9212 w 5750536"/>
              <a:gd name="connsiteY2" fmla="*/ 0 h 3185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750536" h="318554" extrusionOk="0">
                <a:moveTo>
                  <a:pt x="530464" y="167000"/>
                </a:moveTo>
                <a:lnTo>
                  <a:pt x="5750536" y="167000"/>
                </a:lnTo>
                <a:lnTo>
                  <a:pt x="5750536" y="318554"/>
                </a:lnTo>
                <a:lnTo>
                  <a:pt x="530464" y="318554"/>
                </a:lnTo>
                <a:lnTo>
                  <a:pt x="530464" y="167000"/>
                </a:lnTo>
                <a:close/>
              </a:path>
              <a:path w="5750536" h="318554" fill="none" extrusionOk="0">
                <a:moveTo>
                  <a:pt x="442558" y="219391"/>
                </a:moveTo>
                <a:lnTo>
                  <a:pt x="0" y="219391"/>
                </a:lnTo>
                <a:lnTo>
                  <a:pt x="9212" y="0"/>
                </a:lnTo>
              </a:path>
            </a:pathLst>
          </a:custGeom>
          <a:noFill/>
          <a:ln w="3175">
            <a:solidFill>
              <a:schemeClr val="accent5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fr-FR" sz="1600" b="1">
              <a:solidFill>
                <a:srgbClr val="6D6D6D"/>
              </a:solidFill>
            </a:endParaRPr>
          </a:p>
        </p:txBody>
      </p:sp>
      <p:sp>
        <p:nvSpPr>
          <p:cNvPr id="20" name="Espace réservé du contenu 1">
            <a:extLst>
              <a:ext uri="{FF2B5EF4-FFF2-40B4-BE49-F238E27FC236}">
                <a16:creationId xmlns:a16="http://schemas.microsoft.com/office/drawing/2014/main" id="{FF8A4C42-3277-4A46-89D6-D29D0EEB9557}"/>
              </a:ext>
            </a:extLst>
          </p:cNvPr>
          <p:cNvSpPr txBox="1">
            <a:spLocks/>
          </p:cNvSpPr>
          <p:nvPr/>
        </p:nvSpPr>
        <p:spPr bwMode="gray">
          <a:xfrm>
            <a:off x="336000" y="3941721"/>
            <a:ext cx="5567979" cy="244771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85750" marR="0" indent="-28575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q"/>
              <a:tabLst/>
              <a:defRPr sz="1800" kern="1200" baseline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623888" marR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D7404"/>
              </a:buClr>
              <a:buSzPct val="105000"/>
              <a:buFont typeface="Wingdings" panose="05000000000000000000" pitchFamily="2" charset="2"/>
              <a:buChar char="§"/>
              <a:tabLst>
                <a:tab pos="623888" algn="l"/>
              </a:tabLst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04863" marR="0" indent="-179388" algn="l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63666A"/>
              </a:buClr>
              <a:buSzTx/>
              <a:buFont typeface="Arial" panose="020B0604020202020204" pitchFamily="34" charset="0"/>
              <a:buChar char="•"/>
              <a:tabLst>
                <a:tab pos="714375" algn="l"/>
              </a:tabLst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74738" marR="0" indent="-185738" algn="l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63666A"/>
              </a:buClr>
              <a:buSzTx/>
              <a:buFont typeface="Symbol" panose="05050102010706020507" pitchFamily="18" charset="2"/>
              <a:buChar char="-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46200" marR="0" indent="-185738" algn="l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63666A"/>
              </a:buClr>
              <a:buSzPct val="85000"/>
              <a:buFont typeface="Courier New" panose="02070309020205020404" pitchFamily="49" charset="0"/>
              <a:buChar char="o"/>
              <a:tabLst>
                <a:tab pos="1255713" algn="l"/>
              </a:tabLst>
              <a:defRPr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06563" marR="0" indent="-185738" algn="l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63666A"/>
              </a:buClr>
              <a:buSzTx/>
              <a:buFont typeface="Calibri" panose="020F0502020204030204" pitchFamily="34" charset="0"/>
              <a:buChar char="»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766800" indent="-187200" algn="l" defTabSz="914400" rtl="0" eaLnBrk="1" latinLnBrk="0" hangingPunct="1">
              <a:spcBef>
                <a:spcPts val="500"/>
              </a:spcBef>
              <a:buClr>
                <a:schemeClr val="tx1"/>
              </a:buClr>
              <a:buFont typeface="Calibri" panose="020F0502020204030204" pitchFamily="34" charset="0"/>
              <a:buChar char="»"/>
              <a:defRPr sz="1400" kern="1200" baseline="0">
                <a:solidFill>
                  <a:srgbClr val="6D6D6D"/>
                </a:solidFill>
                <a:latin typeface="+mn-lt"/>
                <a:ea typeface="+mn-ea"/>
                <a:cs typeface="+mn-cs"/>
              </a:defRPr>
            </a:lvl7pPr>
            <a:lvl8pPr marL="766800" indent="-187200" algn="l" defTabSz="914400" rtl="0" eaLnBrk="1" latinLnBrk="0" hangingPunct="1">
              <a:spcBef>
                <a:spcPts val="500"/>
              </a:spcBef>
              <a:buClr>
                <a:schemeClr val="tx1"/>
              </a:buClr>
              <a:buFont typeface="Calibri" panose="020F0502020204030204" pitchFamily="34" charset="0"/>
              <a:buChar char="»"/>
              <a:defRPr sz="1400" kern="1200" baseline="0">
                <a:solidFill>
                  <a:srgbClr val="6D6D6D"/>
                </a:solidFill>
                <a:latin typeface="+mn-lt"/>
                <a:ea typeface="+mn-ea"/>
                <a:cs typeface="+mn-cs"/>
              </a:defRPr>
            </a:lvl8pPr>
            <a:lvl9pPr marL="766800" indent="-187200" algn="l" defTabSz="914400" rtl="0" eaLnBrk="1" latinLnBrk="0" hangingPunct="1">
              <a:spcBef>
                <a:spcPts val="500"/>
              </a:spcBef>
              <a:buClr>
                <a:schemeClr val="tx1"/>
              </a:buClr>
              <a:buFont typeface="Calibri" panose="020F0502020204030204" pitchFamily="34" charset="0"/>
              <a:buChar char="»"/>
              <a:defRPr sz="1400" kern="1200" baseline="0">
                <a:solidFill>
                  <a:srgbClr val="6D6D6D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2400"/>
              <a:t>Il en consulte le détail, appelle le client et clique sur « Planifier »</a:t>
            </a:r>
          </a:p>
          <a:p>
            <a:pPr lvl="1"/>
            <a:endParaRPr lang="fr-FR" sz="1867"/>
          </a:p>
          <a:p>
            <a:pPr lvl="1"/>
            <a:r>
              <a:rPr lang="fr-FR" sz="1867"/>
              <a:t>Il peut récupérer des numéros de téléphone supplémentaires sur le CGA</a:t>
            </a:r>
          </a:p>
          <a:p>
            <a:pPr lvl="1"/>
            <a:endParaRPr lang="fr-FR" sz="1867"/>
          </a:p>
          <a:p>
            <a:pPr lvl="1"/>
            <a:r>
              <a:rPr lang="fr-FR" sz="1867"/>
              <a:t>Il peut marquer un client comme injoignable</a:t>
            </a:r>
          </a:p>
        </p:txBody>
      </p:sp>
      <p:sp>
        <p:nvSpPr>
          <p:cNvPr id="21" name="Espace réservé du contenu 3">
            <a:extLst>
              <a:ext uri="{FF2B5EF4-FFF2-40B4-BE49-F238E27FC236}">
                <a16:creationId xmlns:a16="http://schemas.microsoft.com/office/drawing/2014/main" id="{03B76A60-53E7-4920-B226-AF6739BA3AB7}"/>
              </a:ext>
            </a:extLst>
          </p:cNvPr>
          <p:cNvSpPr txBox="1">
            <a:spLocks/>
          </p:cNvSpPr>
          <p:nvPr/>
        </p:nvSpPr>
        <p:spPr bwMode="gray">
          <a:xfrm>
            <a:off x="7052004" y="4546601"/>
            <a:ext cx="1241096" cy="182359"/>
          </a:xfrm>
          <a:prstGeom prst="rect">
            <a:avLst/>
          </a:prstGeom>
          <a:ln>
            <a:solidFill>
              <a:schemeClr val="accent5"/>
            </a:solidFill>
          </a:ln>
        </p:spPr>
        <p:txBody>
          <a:bodyPr vert="horz" lIns="96000" tIns="0" rIns="0" bIns="0" rtlCol="0" anchor="ctr">
            <a:noAutofit/>
          </a:bodyPr>
          <a:lstStyle>
            <a:lvl1pPr marL="285750" marR="0" indent="-28575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q"/>
              <a:tabLst/>
              <a:defRPr sz="1800" kern="1200" baseline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623888" marR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D7404"/>
              </a:buClr>
              <a:buSzPct val="105000"/>
              <a:buFont typeface="Wingdings" panose="05000000000000000000" pitchFamily="2" charset="2"/>
              <a:buChar char="§"/>
              <a:tabLst>
                <a:tab pos="623888" algn="l"/>
              </a:tabLst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04863" marR="0" indent="-179388" algn="l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63666A"/>
              </a:buClr>
              <a:buSzTx/>
              <a:buFont typeface="Arial" panose="020B0604020202020204" pitchFamily="34" charset="0"/>
              <a:buChar char="•"/>
              <a:tabLst>
                <a:tab pos="714375" algn="l"/>
              </a:tabLst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74738" marR="0" indent="-185738" algn="l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63666A"/>
              </a:buClr>
              <a:buSzTx/>
              <a:buFont typeface="Symbol" panose="05050102010706020507" pitchFamily="18" charset="2"/>
              <a:buChar char="-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46200" marR="0" indent="-185738" algn="l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63666A"/>
              </a:buClr>
              <a:buSzPct val="85000"/>
              <a:buFont typeface="Courier New" panose="02070309020205020404" pitchFamily="49" charset="0"/>
              <a:buChar char="o"/>
              <a:tabLst>
                <a:tab pos="1255713" algn="l"/>
              </a:tabLst>
              <a:defRPr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06563" marR="0" indent="-185738" algn="l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63666A"/>
              </a:buClr>
              <a:buSzTx/>
              <a:buFont typeface="Calibri" panose="020F0502020204030204" pitchFamily="34" charset="0"/>
              <a:buChar char="»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766800" indent="-187200" algn="l" defTabSz="914400" rtl="0" eaLnBrk="1" latinLnBrk="0" hangingPunct="1">
              <a:spcBef>
                <a:spcPts val="500"/>
              </a:spcBef>
              <a:buClr>
                <a:schemeClr val="tx1"/>
              </a:buClr>
              <a:buFont typeface="Calibri" panose="020F0502020204030204" pitchFamily="34" charset="0"/>
              <a:buChar char="»"/>
              <a:defRPr sz="1400" kern="1200" baseline="0">
                <a:solidFill>
                  <a:srgbClr val="6D6D6D"/>
                </a:solidFill>
                <a:latin typeface="+mn-lt"/>
                <a:ea typeface="+mn-ea"/>
                <a:cs typeface="+mn-cs"/>
              </a:defRPr>
            </a:lvl7pPr>
            <a:lvl8pPr marL="766800" indent="-187200" algn="l" defTabSz="914400" rtl="0" eaLnBrk="1" latinLnBrk="0" hangingPunct="1">
              <a:spcBef>
                <a:spcPts val="500"/>
              </a:spcBef>
              <a:buClr>
                <a:schemeClr val="tx1"/>
              </a:buClr>
              <a:buFont typeface="Calibri" panose="020F0502020204030204" pitchFamily="34" charset="0"/>
              <a:buChar char="»"/>
              <a:defRPr sz="1400" kern="1200" baseline="0">
                <a:solidFill>
                  <a:srgbClr val="6D6D6D"/>
                </a:solidFill>
                <a:latin typeface="+mn-lt"/>
                <a:ea typeface="+mn-ea"/>
                <a:cs typeface="+mn-cs"/>
              </a:defRPr>
            </a:lvl8pPr>
            <a:lvl9pPr marL="766800" indent="-187200" algn="l" defTabSz="914400" rtl="0" eaLnBrk="1" latinLnBrk="0" hangingPunct="1">
              <a:spcBef>
                <a:spcPts val="500"/>
              </a:spcBef>
              <a:buClr>
                <a:schemeClr val="tx1"/>
              </a:buClr>
              <a:buFont typeface="Calibri" panose="020F0502020204030204" pitchFamily="34" charset="0"/>
              <a:buChar char="»"/>
              <a:defRPr sz="1400" kern="1200" baseline="0">
                <a:solidFill>
                  <a:srgbClr val="6D6D6D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fr-FR" sz="2400"/>
          </a:p>
        </p:txBody>
      </p:sp>
      <p:sp>
        <p:nvSpPr>
          <p:cNvPr id="22" name="Espace réservé du contenu 3">
            <a:extLst>
              <a:ext uri="{FF2B5EF4-FFF2-40B4-BE49-F238E27FC236}">
                <a16:creationId xmlns:a16="http://schemas.microsoft.com/office/drawing/2014/main" id="{863929E6-6FCA-4CDD-81DC-42CFB49F0AD8}"/>
              </a:ext>
            </a:extLst>
          </p:cNvPr>
          <p:cNvSpPr txBox="1">
            <a:spLocks/>
          </p:cNvSpPr>
          <p:nvPr/>
        </p:nvSpPr>
        <p:spPr bwMode="gray">
          <a:xfrm>
            <a:off x="8830003" y="4000501"/>
            <a:ext cx="1682487" cy="292596"/>
          </a:xfrm>
          <a:prstGeom prst="rect">
            <a:avLst/>
          </a:prstGeom>
          <a:ln>
            <a:solidFill>
              <a:schemeClr val="accent5"/>
            </a:solidFill>
          </a:ln>
        </p:spPr>
        <p:txBody>
          <a:bodyPr vert="horz" lIns="96000" tIns="0" rIns="0" bIns="0" rtlCol="0" anchor="ctr">
            <a:noAutofit/>
          </a:bodyPr>
          <a:lstStyle>
            <a:lvl1pPr marL="285750" marR="0" indent="-28575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q"/>
              <a:tabLst/>
              <a:defRPr sz="1800" kern="1200" baseline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623888" marR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D7404"/>
              </a:buClr>
              <a:buSzPct val="105000"/>
              <a:buFont typeface="Wingdings" panose="05000000000000000000" pitchFamily="2" charset="2"/>
              <a:buChar char="§"/>
              <a:tabLst>
                <a:tab pos="623888" algn="l"/>
              </a:tabLst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04863" marR="0" indent="-179388" algn="l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63666A"/>
              </a:buClr>
              <a:buSzTx/>
              <a:buFont typeface="Arial" panose="020B0604020202020204" pitchFamily="34" charset="0"/>
              <a:buChar char="•"/>
              <a:tabLst>
                <a:tab pos="714375" algn="l"/>
              </a:tabLst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74738" marR="0" indent="-185738" algn="l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63666A"/>
              </a:buClr>
              <a:buSzTx/>
              <a:buFont typeface="Symbol" panose="05050102010706020507" pitchFamily="18" charset="2"/>
              <a:buChar char="-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46200" marR="0" indent="-185738" algn="l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63666A"/>
              </a:buClr>
              <a:buSzPct val="85000"/>
              <a:buFont typeface="Courier New" panose="02070309020205020404" pitchFamily="49" charset="0"/>
              <a:buChar char="o"/>
              <a:tabLst>
                <a:tab pos="1255713" algn="l"/>
              </a:tabLst>
              <a:defRPr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06563" marR="0" indent="-185738" algn="l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63666A"/>
              </a:buClr>
              <a:buSzTx/>
              <a:buFont typeface="Calibri" panose="020F0502020204030204" pitchFamily="34" charset="0"/>
              <a:buChar char="»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766800" indent="-187200" algn="l" defTabSz="914400" rtl="0" eaLnBrk="1" latinLnBrk="0" hangingPunct="1">
              <a:spcBef>
                <a:spcPts val="500"/>
              </a:spcBef>
              <a:buClr>
                <a:schemeClr val="tx1"/>
              </a:buClr>
              <a:buFont typeface="Calibri" panose="020F0502020204030204" pitchFamily="34" charset="0"/>
              <a:buChar char="»"/>
              <a:defRPr sz="1400" kern="1200" baseline="0">
                <a:solidFill>
                  <a:srgbClr val="6D6D6D"/>
                </a:solidFill>
                <a:latin typeface="+mn-lt"/>
                <a:ea typeface="+mn-ea"/>
                <a:cs typeface="+mn-cs"/>
              </a:defRPr>
            </a:lvl7pPr>
            <a:lvl8pPr marL="766800" indent="-187200" algn="l" defTabSz="914400" rtl="0" eaLnBrk="1" latinLnBrk="0" hangingPunct="1">
              <a:spcBef>
                <a:spcPts val="500"/>
              </a:spcBef>
              <a:buClr>
                <a:schemeClr val="tx1"/>
              </a:buClr>
              <a:buFont typeface="Calibri" panose="020F0502020204030204" pitchFamily="34" charset="0"/>
              <a:buChar char="»"/>
              <a:defRPr sz="1400" kern="1200" baseline="0">
                <a:solidFill>
                  <a:srgbClr val="6D6D6D"/>
                </a:solidFill>
                <a:latin typeface="+mn-lt"/>
                <a:ea typeface="+mn-ea"/>
                <a:cs typeface="+mn-cs"/>
              </a:defRPr>
            </a:lvl8pPr>
            <a:lvl9pPr marL="766800" indent="-187200" algn="l" defTabSz="914400" rtl="0" eaLnBrk="1" latinLnBrk="0" hangingPunct="1">
              <a:spcBef>
                <a:spcPts val="500"/>
              </a:spcBef>
              <a:buClr>
                <a:schemeClr val="tx1"/>
              </a:buClr>
              <a:buFont typeface="Calibri" panose="020F0502020204030204" pitchFamily="34" charset="0"/>
              <a:buChar char="»"/>
              <a:defRPr sz="1400" kern="1200" baseline="0">
                <a:solidFill>
                  <a:srgbClr val="6D6D6D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fr-FR" sz="2400"/>
          </a:p>
        </p:txBody>
      </p:sp>
      <p:cxnSp>
        <p:nvCxnSpPr>
          <p:cNvPr id="12" name="Connecteur droit 11">
            <a:extLst>
              <a:ext uri="{FF2B5EF4-FFF2-40B4-BE49-F238E27FC236}">
                <a16:creationId xmlns:a16="http://schemas.microsoft.com/office/drawing/2014/main" id="{8E686D93-207D-4C46-A51F-B1F5C00ED3A5}"/>
              </a:ext>
            </a:extLst>
          </p:cNvPr>
          <p:cNvCxnSpPr/>
          <p:nvPr/>
        </p:nvCxnSpPr>
        <p:spPr>
          <a:xfrm>
            <a:off x="10704512" y="93494"/>
            <a:ext cx="0" cy="797613"/>
          </a:xfrm>
          <a:prstGeom prst="line">
            <a:avLst/>
          </a:prstGeom>
          <a:ln w="9525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Image 12">
            <a:extLst>
              <a:ext uri="{FF2B5EF4-FFF2-40B4-BE49-F238E27FC236}">
                <a16:creationId xmlns:a16="http://schemas.microsoft.com/office/drawing/2014/main" id="{48B5902B-4CF2-4DE4-AEDA-BCA68A8CBFB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19995" y="348780"/>
            <a:ext cx="1242163" cy="393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12601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3D4F5BA3-2835-4A69-B954-05138451ED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6000" y="1430179"/>
            <a:ext cx="11520000" cy="4622639"/>
          </a:xfrm>
        </p:spPr>
        <p:txBody>
          <a:bodyPr/>
          <a:lstStyle/>
          <a:p>
            <a:r>
              <a:rPr lang="fr-FR"/>
              <a:t>Le statut d’activation est mis à jour</a:t>
            </a:r>
          </a:p>
          <a:p>
            <a:pPr lvl="1"/>
            <a:endParaRPr lang="fr-FR"/>
          </a:p>
          <a:p>
            <a:endParaRPr lang="fr-FR"/>
          </a:p>
          <a:p>
            <a:endParaRPr lang="fr-FR"/>
          </a:p>
          <a:p>
            <a:pPr marL="0" indent="0">
              <a:buNone/>
            </a:pPr>
            <a:endParaRPr lang="fr-FR"/>
          </a:p>
          <a:p>
            <a:r>
              <a:rPr lang="fr-FR"/>
              <a:t>L’information détaillée sur le RDV est dans le menu « Prestations – services »</a:t>
            </a:r>
          </a:p>
          <a:p>
            <a:pPr lvl="1"/>
            <a:r>
              <a:rPr lang="fr-FR"/>
              <a:t>Clic droit depuis l’écran, puis  « Prestations - Services »</a:t>
            </a:r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0A873E48-3BB2-482D-9116-CC672922B2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fr-FR"/>
            </a:br>
            <a:r>
              <a:rPr lang="fr-FR"/>
              <a:t>Prise de RDV d’installation – notification CGA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0C05EBD7-7864-4B7C-A08B-00AEA63BF69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2F768A8B-344C-48D0-B27F-0241C798114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7915" y="4435235"/>
            <a:ext cx="5390396" cy="1993347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pic>
        <p:nvPicPr>
          <p:cNvPr id="17" name="Image 16">
            <a:extLst>
              <a:ext uri="{FF2B5EF4-FFF2-40B4-BE49-F238E27FC236}">
                <a16:creationId xmlns:a16="http://schemas.microsoft.com/office/drawing/2014/main" id="{048C0C5D-9649-483B-97BF-65BD3A82626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210" y="4831670"/>
            <a:ext cx="3928173" cy="1088861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23" name="Flèche : haut 22">
            <a:extLst>
              <a:ext uri="{FF2B5EF4-FFF2-40B4-BE49-F238E27FC236}">
                <a16:creationId xmlns:a16="http://schemas.microsoft.com/office/drawing/2014/main" id="{ED90D487-3E6F-4BCD-A3AD-50D54D1C3978}"/>
              </a:ext>
            </a:extLst>
          </p:cNvPr>
          <p:cNvSpPr/>
          <p:nvPr/>
        </p:nvSpPr>
        <p:spPr>
          <a:xfrm rot="16200000" flipH="1" flipV="1">
            <a:off x="4697688" y="5153137"/>
            <a:ext cx="237917" cy="557545"/>
          </a:xfrm>
          <a:prstGeom prst="upArrow">
            <a:avLst/>
          </a:prstGeom>
          <a:solidFill>
            <a:schemeClr val="accent1"/>
          </a:solidFill>
          <a:ln w="3175"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fr-FR" sz="1600" b="1">
              <a:solidFill>
                <a:srgbClr val="6D6D6D"/>
              </a:solidFill>
            </a:endParaRP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A8F1D164-F019-4EDF-902C-4E34DE2A8D6C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6554"/>
          <a:stretch/>
        </p:blipFill>
        <p:spPr>
          <a:xfrm>
            <a:off x="1967541" y="1835107"/>
            <a:ext cx="7980083" cy="1707955"/>
          </a:xfrm>
          <a:prstGeom prst="rect">
            <a:avLst/>
          </a:prstGeom>
        </p:spPr>
      </p:pic>
      <p:sp>
        <p:nvSpPr>
          <p:cNvPr id="20" name="Espace réservé du contenu 3">
            <a:extLst>
              <a:ext uri="{FF2B5EF4-FFF2-40B4-BE49-F238E27FC236}">
                <a16:creationId xmlns:a16="http://schemas.microsoft.com/office/drawing/2014/main" id="{EF24C4E5-4143-4516-90A4-96F3D7B9CE78}"/>
              </a:ext>
            </a:extLst>
          </p:cNvPr>
          <p:cNvSpPr txBox="1">
            <a:spLocks/>
          </p:cNvSpPr>
          <p:nvPr/>
        </p:nvSpPr>
        <p:spPr bwMode="gray">
          <a:xfrm>
            <a:off x="7090103" y="4889501"/>
            <a:ext cx="1682487" cy="292596"/>
          </a:xfrm>
          <a:prstGeom prst="rect">
            <a:avLst/>
          </a:prstGeom>
          <a:ln>
            <a:solidFill>
              <a:schemeClr val="accent5"/>
            </a:solidFill>
          </a:ln>
        </p:spPr>
        <p:txBody>
          <a:bodyPr vert="horz" lIns="96000" tIns="0" rIns="0" bIns="0" rtlCol="0" anchor="ctr">
            <a:noAutofit/>
          </a:bodyPr>
          <a:lstStyle>
            <a:lvl1pPr marL="285750" marR="0" indent="-28575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q"/>
              <a:tabLst/>
              <a:defRPr sz="1800" kern="1200" baseline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623888" marR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D7404"/>
              </a:buClr>
              <a:buSzPct val="105000"/>
              <a:buFont typeface="Wingdings" panose="05000000000000000000" pitchFamily="2" charset="2"/>
              <a:buChar char="§"/>
              <a:tabLst>
                <a:tab pos="623888" algn="l"/>
              </a:tabLst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04863" marR="0" indent="-179388" algn="l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63666A"/>
              </a:buClr>
              <a:buSzTx/>
              <a:buFont typeface="Arial" panose="020B0604020202020204" pitchFamily="34" charset="0"/>
              <a:buChar char="•"/>
              <a:tabLst>
                <a:tab pos="714375" algn="l"/>
              </a:tabLst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74738" marR="0" indent="-185738" algn="l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63666A"/>
              </a:buClr>
              <a:buSzTx/>
              <a:buFont typeface="Symbol" panose="05050102010706020507" pitchFamily="18" charset="2"/>
              <a:buChar char="-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46200" marR="0" indent="-185738" algn="l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63666A"/>
              </a:buClr>
              <a:buSzPct val="85000"/>
              <a:buFont typeface="Courier New" panose="02070309020205020404" pitchFamily="49" charset="0"/>
              <a:buChar char="o"/>
              <a:tabLst>
                <a:tab pos="1255713" algn="l"/>
              </a:tabLst>
              <a:defRPr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06563" marR="0" indent="-185738" algn="l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63666A"/>
              </a:buClr>
              <a:buSzTx/>
              <a:buFont typeface="Calibri" panose="020F0502020204030204" pitchFamily="34" charset="0"/>
              <a:buChar char="»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766800" indent="-187200" algn="l" defTabSz="914400" rtl="0" eaLnBrk="1" latinLnBrk="0" hangingPunct="1">
              <a:spcBef>
                <a:spcPts val="500"/>
              </a:spcBef>
              <a:buClr>
                <a:schemeClr val="tx1"/>
              </a:buClr>
              <a:buFont typeface="Calibri" panose="020F0502020204030204" pitchFamily="34" charset="0"/>
              <a:buChar char="»"/>
              <a:defRPr sz="1400" kern="1200" baseline="0">
                <a:solidFill>
                  <a:srgbClr val="6D6D6D"/>
                </a:solidFill>
                <a:latin typeface="+mn-lt"/>
                <a:ea typeface="+mn-ea"/>
                <a:cs typeface="+mn-cs"/>
              </a:defRPr>
            </a:lvl7pPr>
            <a:lvl8pPr marL="766800" indent="-187200" algn="l" defTabSz="914400" rtl="0" eaLnBrk="1" latinLnBrk="0" hangingPunct="1">
              <a:spcBef>
                <a:spcPts val="500"/>
              </a:spcBef>
              <a:buClr>
                <a:schemeClr val="tx1"/>
              </a:buClr>
              <a:buFont typeface="Calibri" panose="020F0502020204030204" pitchFamily="34" charset="0"/>
              <a:buChar char="»"/>
              <a:defRPr sz="1400" kern="1200" baseline="0">
                <a:solidFill>
                  <a:srgbClr val="6D6D6D"/>
                </a:solidFill>
                <a:latin typeface="+mn-lt"/>
                <a:ea typeface="+mn-ea"/>
                <a:cs typeface="+mn-cs"/>
              </a:defRPr>
            </a:lvl8pPr>
            <a:lvl9pPr marL="766800" indent="-187200" algn="l" defTabSz="914400" rtl="0" eaLnBrk="1" latinLnBrk="0" hangingPunct="1">
              <a:spcBef>
                <a:spcPts val="500"/>
              </a:spcBef>
              <a:buClr>
                <a:schemeClr val="tx1"/>
              </a:buClr>
              <a:buFont typeface="Calibri" panose="020F0502020204030204" pitchFamily="34" charset="0"/>
              <a:buChar char="»"/>
              <a:defRPr sz="1400" kern="1200" baseline="0">
                <a:solidFill>
                  <a:srgbClr val="6D6D6D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fr-FR" sz="2400"/>
          </a:p>
        </p:txBody>
      </p:sp>
      <p:sp>
        <p:nvSpPr>
          <p:cNvPr id="21" name="Espace réservé du contenu 3">
            <a:extLst>
              <a:ext uri="{FF2B5EF4-FFF2-40B4-BE49-F238E27FC236}">
                <a16:creationId xmlns:a16="http://schemas.microsoft.com/office/drawing/2014/main" id="{5D2F815A-BA31-4F71-B555-7306314C9177}"/>
              </a:ext>
            </a:extLst>
          </p:cNvPr>
          <p:cNvSpPr txBox="1">
            <a:spLocks/>
          </p:cNvSpPr>
          <p:nvPr/>
        </p:nvSpPr>
        <p:spPr bwMode="gray">
          <a:xfrm>
            <a:off x="7181868" y="2730501"/>
            <a:ext cx="2762232" cy="226772"/>
          </a:xfrm>
          <a:prstGeom prst="rect">
            <a:avLst/>
          </a:prstGeom>
          <a:ln>
            <a:solidFill>
              <a:schemeClr val="accent5"/>
            </a:solidFill>
          </a:ln>
        </p:spPr>
        <p:txBody>
          <a:bodyPr vert="horz" lIns="96000" tIns="0" rIns="0" bIns="0" rtlCol="0" anchor="ctr">
            <a:noAutofit/>
          </a:bodyPr>
          <a:lstStyle>
            <a:lvl1pPr marL="285750" marR="0" indent="-28575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q"/>
              <a:tabLst/>
              <a:defRPr sz="1800" kern="1200" baseline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623888" marR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D7404"/>
              </a:buClr>
              <a:buSzPct val="105000"/>
              <a:buFont typeface="Wingdings" panose="05000000000000000000" pitchFamily="2" charset="2"/>
              <a:buChar char="§"/>
              <a:tabLst>
                <a:tab pos="623888" algn="l"/>
              </a:tabLst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04863" marR="0" indent="-179388" algn="l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63666A"/>
              </a:buClr>
              <a:buSzTx/>
              <a:buFont typeface="Arial" panose="020B0604020202020204" pitchFamily="34" charset="0"/>
              <a:buChar char="•"/>
              <a:tabLst>
                <a:tab pos="714375" algn="l"/>
              </a:tabLst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74738" marR="0" indent="-185738" algn="l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63666A"/>
              </a:buClr>
              <a:buSzTx/>
              <a:buFont typeface="Symbol" panose="05050102010706020507" pitchFamily="18" charset="2"/>
              <a:buChar char="-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46200" marR="0" indent="-185738" algn="l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63666A"/>
              </a:buClr>
              <a:buSzPct val="85000"/>
              <a:buFont typeface="Courier New" panose="02070309020205020404" pitchFamily="49" charset="0"/>
              <a:buChar char="o"/>
              <a:tabLst>
                <a:tab pos="1255713" algn="l"/>
              </a:tabLst>
              <a:defRPr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06563" marR="0" indent="-185738" algn="l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63666A"/>
              </a:buClr>
              <a:buSzTx/>
              <a:buFont typeface="Calibri" panose="020F0502020204030204" pitchFamily="34" charset="0"/>
              <a:buChar char="»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766800" indent="-187200" algn="l" defTabSz="914400" rtl="0" eaLnBrk="1" latinLnBrk="0" hangingPunct="1">
              <a:spcBef>
                <a:spcPts val="500"/>
              </a:spcBef>
              <a:buClr>
                <a:schemeClr val="tx1"/>
              </a:buClr>
              <a:buFont typeface="Calibri" panose="020F0502020204030204" pitchFamily="34" charset="0"/>
              <a:buChar char="»"/>
              <a:defRPr sz="1400" kern="1200" baseline="0">
                <a:solidFill>
                  <a:srgbClr val="6D6D6D"/>
                </a:solidFill>
                <a:latin typeface="+mn-lt"/>
                <a:ea typeface="+mn-ea"/>
                <a:cs typeface="+mn-cs"/>
              </a:defRPr>
            </a:lvl7pPr>
            <a:lvl8pPr marL="766800" indent="-187200" algn="l" defTabSz="914400" rtl="0" eaLnBrk="1" latinLnBrk="0" hangingPunct="1">
              <a:spcBef>
                <a:spcPts val="500"/>
              </a:spcBef>
              <a:buClr>
                <a:schemeClr val="tx1"/>
              </a:buClr>
              <a:buFont typeface="Calibri" panose="020F0502020204030204" pitchFamily="34" charset="0"/>
              <a:buChar char="»"/>
              <a:defRPr sz="1400" kern="1200" baseline="0">
                <a:solidFill>
                  <a:srgbClr val="6D6D6D"/>
                </a:solidFill>
                <a:latin typeface="+mn-lt"/>
                <a:ea typeface="+mn-ea"/>
                <a:cs typeface="+mn-cs"/>
              </a:defRPr>
            </a:lvl8pPr>
            <a:lvl9pPr marL="766800" indent="-187200" algn="l" defTabSz="914400" rtl="0" eaLnBrk="1" latinLnBrk="0" hangingPunct="1">
              <a:spcBef>
                <a:spcPts val="500"/>
              </a:spcBef>
              <a:buClr>
                <a:schemeClr val="tx1"/>
              </a:buClr>
              <a:buFont typeface="Calibri" panose="020F0502020204030204" pitchFamily="34" charset="0"/>
              <a:buChar char="»"/>
              <a:defRPr sz="1400" kern="1200" baseline="0">
                <a:solidFill>
                  <a:srgbClr val="6D6D6D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fr-FR" sz="2400"/>
          </a:p>
        </p:txBody>
      </p:sp>
      <p:cxnSp>
        <p:nvCxnSpPr>
          <p:cNvPr id="14" name="Connecteur droit 13">
            <a:extLst>
              <a:ext uri="{FF2B5EF4-FFF2-40B4-BE49-F238E27FC236}">
                <a16:creationId xmlns:a16="http://schemas.microsoft.com/office/drawing/2014/main" id="{3A34C945-4E39-41BE-857C-FFE99DB53B06}"/>
              </a:ext>
            </a:extLst>
          </p:cNvPr>
          <p:cNvCxnSpPr/>
          <p:nvPr/>
        </p:nvCxnSpPr>
        <p:spPr>
          <a:xfrm>
            <a:off x="10704512" y="93494"/>
            <a:ext cx="0" cy="797613"/>
          </a:xfrm>
          <a:prstGeom prst="line">
            <a:avLst/>
          </a:prstGeom>
          <a:ln w="9525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Image 14">
            <a:extLst>
              <a:ext uri="{FF2B5EF4-FFF2-40B4-BE49-F238E27FC236}">
                <a16:creationId xmlns:a16="http://schemas.microsoft.com/office/drawing/2014/main" id="{9EA3628D-EBF8-42F2-A537-D4632401F6B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19995" y="348780"/>
            <a:ext cx="1242163" cy="393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36206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3D4F5BA3-2835-4A69-B954-05138451ED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6000" y="1494001"/>
            <a:ext cx="5760000" cy="4322520"/>
          </a:xfrm>
        </p:spPr>
        <p:txBody>
          <a:bodyPr/>
          <a:lstStyle/>
          <a:p>
            <a:r>
              <a:rPr lang="fr-FR" dirty="0"/>
              <a:t>En rafraichissant son application mobile, le technicien reçoit l’intervention planifiée</a:t>
            </a:r>
          </a:p>
          <a:p>
            <a:endParaRPr lang="fr-FR" dirty="0"/>
          </a:p>
          <a:p>
            <a:r>
              <a:rPr lang="fr-FR" dirty="0"/>
              <a:t>A l’approche du RDV, le technicien va successivement :</a:t>
            </a:r>
          </a:p>
          <a:p>
            <a:pPr lvl="1"/>
            <a:r>
              <a:rPr lang="fr-FR" dirty="0"/>
              <a:t>Sélectionner l’intervention</a:t>
            </a:r>
          </a:p>
          <a:p>
            <a:pPr lvl="1"/>
            <a:r>
              <a:rPr lang="fr-FR" dirty="0"/>
              <a:t>Consulter le lieu en cliquant sur</a:t>
            </a:r>
          </a:p>
          <a:p>
            <a:pPr lvl="1"/>
            <a:r>
              <a:rPr lang="fr-FR" dirty="0"/>
              <a:t>Se mettre en route vers le lieu en changeant son activité</a:t>
            </a:r>
          </a:p>
          <a:p>
            <a:pPr lvl="1"/>
            <a:r>
              <a:rPr lang="fr-FR" dirty="0"/>
              <a:t>Signaler son arrivée sur le lieu en changeant son activité</a:t>
            </a:r>
          </a:p>
          <a:p>
            <a:pPr lvl="1"/>
            <a:r>
              <a:rPr lang="fr-FR" dirty="0"/>
              <a:t>Démarrer l’intervention en accédant au formulaire de compte rendu</a:t>
            </a:r>
          </a:p>
          <a:p>
            <a:pPr marL="450839" lvl="1" indent="0">
              <a:buNone/>
            </a:pPr>
            <a:r>
              <a:rPr lang="fr-FR" dirty="0"/>
              <a:t>L’installateur est ensuite guidé pas à pas</a:t>
            </a:r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0A873E48-3BB2-482D-9116-CC672922B2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fr-FR"/>
            </a:br>
            <a:r>
              <a:rPr lang="fr-FR"/>
              <a:t>Installation – RDV d’installation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483BF2FD-7060-426E-BD96-575FED40B7C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fr-FR"/>
          </a:p>
        </p:txBody>
      </p:sp>
      <p:grpSp>
        <p:nvGrpSpPr>
          <p:cNvPr id="10" name="Groupe 9">
            <a:extLst>
              <a:ext uri="{FF2B5EF4-FFF2-40B4-BE49-F238E27FC236}">
                <a16:creationId xmlns:a16="http://schemas.microsoft.com/office/drawing/2014/main" id="{7E1DA453-ED99-46DF-ADC2-320ADB5C1F10}"/>
              </a:ext>
            </a:extLst>
          </p:cNvPr>
          <p:cNvGrpSpPr/>
          <p:nvPr/>
        </p:nvGrpSpPr>
        <p:grpSpPr>
          <a:xfrm>
            <a:off x="6480043" y="1254967"/>
            <a:ext cx="5122813" cy="1490499"/>
            <a:chOff x="4846662" y="1120501"/>
            <a:chExt cx="3842110" cy="1117874"/>
          </a:xfrm>
        </p:grpSpPr>
        <p:pic>
          <p:nvPicPr>
            <p:cNvPr id="6" name="Image 5">
              <a:extLst>
                <a:ext uri="{FF2B5EF4-FFF2-40B4-BE49-F238E27FC236}">
                  <a16:creationId xmlns:a16="http://schemas.microsoft.com/office/drawing/2014/main" id="{BDFED058-AF4E-439B-9CA1-141262D99DB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860032" y="1120501"/>
              <a:ext cx="3828740" cy="1023524"/>
            </a:xfrm>
            <a:prstGeom prst="rect">
              <a:avLst/>
            </a:prstGeom>
          </p:spPr>
        </p:pic>
        <p:pic>
          <p:nvPicPr>
            <p:cNvPr id="8" name="Image 7">
              <a:extLst>
                <a:ext uri="{FF2B5EF4-FFF2-40B4-BE49-F238E27FC236}">
                  <a16:creationId xmlns:a16="http://schemas.microsoft.com/office/drawing/2014/main" id="{46623787-1362-4328-9FE7-B0FF779523A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t="1" r="817" b="5614"/>
            <a:stretch/>
          </p:blipFill>
          <p:spPr>
            <a:xfrm>
              <a:off x="4846662" y="1597914"/>
              <a:ext cx="3840138" cy="640461"/>
            </a:xfrm>
            <a:prstGeom prst="rect">
              <a:avLst/>
            </a:prstGeom>
          </p:spPr>
        </p:pic>
      </p:grpSp>
      <p:grpSp>
        <p:nvGrpSpPr>
          <p:cNvPr id="18" name="Groupe 17">
            <a:extLst>
              <a:ext uri="{FF2B5EF4-FFF2-40B4-BE49-F238E27FC236}">
                <a16:creationId xmlns:a16="http://schemas.microsoft.com/office/drawing/2014/main" id="{C0372A7A-DF58-4008-93BD-7D3B0D20B24C}"/>
              </a:ext>
            </a:extLst>
          </p:cNvPr>
          <p:cNvGrpSpPr/>
          <p:nvPr/>
        </p:nvGrpSpPr>
        <p:grpSpPr>
          <a:xfrm>
            <a:off x="6497870" y="2987563"/>
            <a:ext cx="2601516" cy="394453"/>
            <a:chOff x="4892824" y="2191965"/>
            <a:chExt cx="2638425" cy="400050"/>
          </a:xfrm>
        </p:grpSpPr>
        <p:pic>
          <p:nvPicPr>
            <p:cNvPr id="12" name="Image 11">
              <a:extLst>
                <a:ext uri="{FF2B5EF4-FFF2-40B4-BE49-F238E27FC236}">
                  <a16:creationId xmlns:a16="http://schemas.microsoft.com/office/drawing/2014/main" id="{BF2D7D4B-5E04-4596-97D2-C8CB19F62D7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892824" y="2191965"/>
              <a:ext cx="2638425" cy="400050"/>
            </a:xfrm>
            <a:prstGeom prst="rect">
              <a:avLst/>
            </a:prstGeom>
          </p:spPr>
        </p:pic>
        <p:sp>
          <p:nvSpPr>
            <p:cNvPr id="22" name="Espace réservé du contenu 3">
              <a:extLst>
                <a:ext uri="{FF2B5EF4-FFF2-40B4-BE49-F238E27FC236}">
                  <a16:creationId xmlns:a16="http://schemas.microsoft.com/office/drawing/2014/main" id="{B63A815E-F3DD-4421-9DB6-F9EC801AE1AB}"/>
                </a:ext>
              </a:extLst>
            </p:cNvPr>
            <p:cNvSpPr txBox="1">
              <a:spLocks/>
            </p:cNvSpPr>
            <p:nvPr/>
          </p:nvSpPr>
          <p:spPr bwMode="gray">
            <a:xfrm>
              <a:off x="6372200" y="2263216"/>
              <a:ext cx="1159049" cy="254246"/>
            </a:xfrm>
            <a:prstGeom prst="rect">
              <a:avLst/>
            </a:prstGeom>
            <a:ln>
              <a:solidFill>
                <a:schemeClr val="accent5"/>
              </a:solidFill>
            </a:ln>
          </p:spPr>
          <p:txBody>
            <a:bodyPr vert="horz" lIns="96000" tIns="0" rIns="0" bIns="0" rtlCol="0" anchor="ctr">
              <a:noAutofit/>
            </a:bodyPr>
            <a:lstStyle>
              <a:lvl1pPr marL="285750" marR="0" indent="-285750" algn="l" defTabSz="9144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20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q"/>
                <a:tabLst/>
                <a:defRPr sz="1800" kern="1200" baseline="0">
                  <a:solidFill>
                    <a:schemeClr val="accent2"/>
                  </a:solidFill>
                  <a:latin typeface="+mn-lt"/>
                  <a:ea typeface="+mn-ea"/>
                  <a:cs typeface="+mn-cs"/>
                </a:defRPr>
              </a:lvl1pPr>
              <a:lvl2pPr marL="623888" marR="0" indent="-2857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D7404"/>
                </a:buClr>
                <a:buSzPct val="105000"/>
                <a:buFont typeface="Wingdings" panose="05000000000000000000" pitchFamily="2" charset="2"/>
                <a:buChar char="§"/>
                <a:tabLst>
                  <a:tab pos="623888" algn="l"/>
                </a:tabLst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04863" marR="0" indent="-179388" algn="l" defTabSz="914400" rtl="0" eaLnBrk="1" fontAlgn="auto" latinLnBrk="0" hangingPunct="1">
                <a:lnSpc>
                  <a:spcPct val="100000"/>
                </a:lnSpc>
                <a:spcBef>
                  <a:spcPts val="500"/>
                </a:spcBef>
                <a:spcAft>
                  <a:spcPts val="0"/>
                </a:spcAft>
                <a:buClr>
                  <a:srgbClr val="63666A"/>
                </a:buClr>
                <a:buSzTx/>
                <a:buFont typeface="Arial" panose="020B0604020202020204" pitchFamily="34" charset="0"/>
                <a:buChar char="•"/>
                <a:tabLst>
                  <a:tab pos="714375" algn="l"/>
                </a:tabLst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74738" marR="0" indent="-185738" algn="l" defTabSz="914400" rtl="0" eaLnBrk="1" fontAlgn="auto" latinLnBrk="0" hangingPunct="1">
                <a:lnSpc>
                  <a:spcPct val="100000"/>
                </a:lnSpc>
                <a:spcBef>
                  <a:spcPts val="500"/>
                </a:spcBef>
                <a:spcAft>
                  <a:spcPts val="0"/>
                </a:spcAft>
                <a:buClr>
                  <a:srgbClr val="63666A"/>
                </a:buClr>
                <a:buSzTx/>
                <a:buFont typeface="Symbol" panose="05050102010706020507" pitchFamily="18" charset="2"/>
                <a:buChar char="-"/>
                <a:tabLst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46200" marR="0" indent="-185738" algn="l" defTabSz="914400" rtl="0" eaLnBrk="1" fontAlgn="auto" latinLnBrk="0" hangingPunct="1">
                <a:lnSpc>
                  <a:spcPct val="100000"/>
                </a:lnSpc>
                <a:spcBef>
                  <a:spcPts val="500"/>
                </a:spcBef>
                <a:spcAft>
                  <a:spcPts val="0"/>
                </a:spcAft>
                <a:buClr>
                  <a:srgbClr val="63666A"/>
                </a:buClr>
                <a:buSzPct val="85000"/>
                <a:buFont typeface="Courier New" panose="02070309020205020404" pitchFamily="49" charset="0"/>
                <a:buChar char="o"/>
                <a:tabLst>
                  <a:tab pos="1255713" algn="l"/>
                </a:tabLst>
                <a:defRPr sz="12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06563" marR="0" indent="-185738" algn="l" defTabSz="914400" rtl="0" eaLnBrk="1" fontAlgn="auto" latinLnBrk="0" hangingPunct="1">
                <a:lnSpc>
                  <a:spcPct val="100000"/>
                </a:lnSpc>
                <a:spcBef>
                  <a:spcPts val="500"/>
                </a:spcBef>
                <a:spcAft>
                  <a:spcPts val="0"/>
                </a:spcAft>
                <a:buClr>
                  <a:srgbClr val="63666A"/>
                </a:buClr>
                <a:buSzTx/>
                <a:buFont typeface="Calibri" panose="020F0502020204030204" pitchFamily="34" charset="0"/>
                <a:buChar char="»"/>
                <a:tabLst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766800" indent="-187200" algn="l" defTabSz="914400" rtl="0" eaLnBrk="1" latinLnBrk="0" hangingPunct="1">
                <a:spcBef>
                  <a:spcPts val="500"/>
                </a:spcBef>
                <a:buClr>
                  <a:schemeClr val="tx1"/>
                </a:buClr>
                <a:buFont typeface="Calibri" panose="020F0502020204030204" pitchFamily="34" charset="0"/>
                <a:buChar char="»"/>
                <a:defRPr sz="1400" kern="1200" baseline="0">
                  <a:solidFill>
                    <a:srgbClr val="6D6D6D"/>
                  </a:solidFill>
                  <a:latin typeface="+mn-lt"/>
                  <a:ea typeface="+mn-ea"/>
                  <a:cs typeface="+mn-cs"/>
                </a:defRPr>
              </a:lvl7pPr>
              <a:lvl8pPr marL="766800" indent="-187200" algn="l" defTabSz="914400" rtl="0" eaLnBrk="1" latinLnBrk="0" hangingPunct="1">
                <a:spcBef>
                  <a:spcPts val="500"/>
                </a:spcBef>
                <a:buClr>
                  <a:schemeClr val="tx1"/>
                </a:buClr>
                <a:buFont typeface="Calibri" panose="020F0502020204030204" pitchFamily="34" charset="0"/>
                <a:buChar char="»"/>
                <a:defRPr sz="1400" kern="1200" baseline="0">
                  <a:solidFill>
                    <a:srgbClr val="6D6D6D"/>
                  </a:solidFill>
                  <a:latin typeface="+mn-lt"/>
                  <a:ea typeface="+mn-ea"/>
                  <a:cs typeface="+mn-cs"/>
                </a:defRPr>
              </a:lvl8pPr>
              <a:lvl9pPr marL="766800" indent="-187200" algn="l" defTabSz="914400" rtl="0" eaLnBrk="1" latinLnBrk="0" hangingPunct="1">
                <a:spcBef>
                  <a:spcPts val="500"/>
                </a:spcBef>
                <a:buClr>
                  <a:schemeClr val="tx1"/>
                </a:buClr>
                <a:buFont typeface="Calibri" panose="020F0502020204030204" pitchFamily="34" charset="0"/>
                <a:buChar char="»"/>
                <a:defRPr sz="1400" kern="1200" baseline="0">
                  <a:solidFill>
                    <a:srgbClr val="6D6D6D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endParaRPr lang="fr-FR" sz="2400"/>
            </a:p>
          </p:txBody>
        </p:sp>
      </p:grpSp>
      <p:grpSp>
        <p:nvGrpSpPr>
          <p:cNvPr id="20" name="Groupe 19">
            <a:extLst>
              <a:ext uri="{FF2B5EF4-FFF2-40B4-BE49-F238E27FC236}">
                <a16:creationId xmlns:a16="http://schemas.microsoft.com/office/drawing/2014/main" id="{7F609FC9-2F8F-47DB-A4D0-C8CFB8450B1E}"/>
              </a:ext>
            </a:extLst>
          </p:cNvPr>
          <p:cNvGrpSpPr/>
          <p:nvPr/>
        </p:nvGrpSpPr>
        <p:grpSpPr>
          <a:xfrm>
            <a:off x="9483817" y="3267617"/>
            <a:ext cx="1440160" cy="692011"/>
            <a:chOff x="6588224" y="2898310"/>
            <a:chExt cx="1080120" cy="519008"/>
          </a:xfrm>
        </p:grpSpPr>
        <p:pic>
          <p:nvPicPr>
            <p:cNvPr id="16" name="Image 15">
              <a:extLst>
                <a:ext uri="{FF2B5EF4-FFF2-40B4-BE49-F238E27FC236}">
                  <a16:creationId xmlns:a16="http://schemas.microsoft.com/office/drawing/2014/main" id="{48D4A2D4-742E-475B-B950-C561A82C44D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588224" y="2902975"/>
              <a:ext cx="1080120" cy="514343"/>
            </a:xfrm>
            <a:prstGeom prst="rect">
              <a:avLst/>
            </a:prstGeom>
          </p:spPr>
        </p:pic>
        <p:sp>
          <p:nvSpPr>
            <p:cNvPr id="28" name="Espace réservé du contenu 3">
              <a:extLst>
                <a:ext uri="{FF2B5EF4-FFF2-40B4-BE49-F238E27FC236}">
                  <a16:creationId xmlns:a16="http://schemas.microsoft.com/office/drawing/2014/main" id="{6E2892D5-5539-4D70-A271-36991EBC1775}"/>
                </a:ext>
              </a:extLst>
            </p:cNvPr>
            <p:cNvSpPr txBox="1">
              <a:spLocks/>
            </p:cNvSpPr>
            <p:nvPr/>
          </p:nvSpPr>
          <p:spPr bwMode="gray">
            <a:xfrm>
              <a:off x="6588224" y="2898310"/>
              <a:ext cx="857126" cy="188017"/>
            </a:xfrm>
            <a:prstGeom prst="rect">
              <a:avLst/>
            </a:prstGeom>
            <a:ln>
              <a:solidFill>
                <a:schemeClr val="accent5"/>
              </a:solidFill>
            </a:ln>
          </p:spPr>
          <p:txBody>
            <a:bodyPr vert="horz" lIns="96000" tIns="0" rIns="0" bIns="0" rtlCol="0" anchor="ctr">
              <a:noAutofit/>
            </a:bodyPr>
            <a:lstStyle>
              <a:lvl1pPr marL="285750" marR="0" indent="-285750" algn="l" defTabSz="9144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20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q"/>
                <a:tabLst/>
                <a:defRPr sz="1800" kern="1200" baseline="0">
                  <a:solidFill>
                    <a:schemeClr val="accent2"/>
                  </a:solidFill>
                  <a:latin typeface="+mn-lt"/>
                  <a:ea typeface="+mn-ea"/>
                  <a:cs typeface="+mn-cs"/>
                </a:defRPr>
              </a:lvl1pPr>
              <a:lvl2pPr marL="623888" marR="0" indent="-2857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D7404"/>
                </a:buClr>
                <a:buSzPct val="105000"/>
                <a:buFont typeface="Wingdings" panose="05000000000000000000" pitchFamily="2" charset="2"/>
                <a:buChar char="§"/>
                <a:tabLst>
                  <a:tab pos="623888" algn="l"/>
                </a:tabLst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04863" marR="0" indent="-179388" algn="l" defTabSz="914400" rtl="0" eaLnBrk="1" fontAlgn="auto" latinLnBrk="0" hangingPunct="1">
                <a:lnSpc>
                  <a:spcPct val="100000"/>
                </a:lnSpc>
                <a:spcBef>
                  <a:spcPts val="500"/>
                </a:spcBef>
                <a:spcAft>
                  <a:spcPts val="0"/>
                </a:spcAft>
                <a:buClr>
                  <a:srgbClr val="63666A"/>
                </a:buClr>
                <a:buSzTx/>
                <a:buFont typeface="Arial" panose="020B0604020202020204" pitchFamily="34" charset="0"/>
                <a:buChar char="•"/>
                <a:tabLst>
                  <a:tab pos="714375" algn="l"/>
                </a:tabLst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74738" marR="0" indent="-185738" algn="l" defTabSz="914400" rtl="0" eaLnBrk="1" fontAlgn="auto" latinLnBrk="0" hangingPunct="1">
                <a:lnSpc>
                  <a:spcPct val="100000"/>
                </a:lnSpc>
                <a:spcBef>
                  <a:spcPts val="500"/>
                </a:spcBef>
                <a:spcAft>
                  <a:spcPts val="0"/>
                </a:spcAft>
                <a:buClr>
                  <a:srgbClr val="63666A"/>
                </a:buClr>
                <a:buSzTx/>
                <a:buFont typeface="Symbol" panose="05050102010706020507" pitchFamily="18" charset="2"/>
                <a:buChar char="-"/>
                <a:tabLst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46200" marR="0" indent="-185738" algn="l" defTabSz="914400" rtl="0" eaLnBrk="1" fontAlgn="auto" latinLnBrk="0" hangingPunct="1">
                <a:lnSpc>
                  <a:spcPct val="100000"/>
                </a:lnSpc>
                <a:spcBef>
                  <a:spcPts val="500"/>
                </a:spcBef>
                <a:spcAft>
                  <a:spcPts val="0"/>
                </a:spcAft>
                <a:buClr>
                  <a:srgbClr val="63666A"/>
                </a:buClr>
                <a:buSzPct val="85000"/>
                <a:buFont typeface="Courier New" panose="02070309020205020404" pitchFamily="49" charset="0"/>
                <a:buChar char="o"/>
                <a:tabLst>
                  <a:tab pos="1255713" algn="l"/>
                </a:tabLst>
                <a:defRPr sz="12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06563" marR="0" indent="-185738" algn="l" defTabSz="914400" rtl="0" eaLnBrk="1" fontAlgn="auto" latinLnBrk="0" hangingPunct="1">
                <a:lnSpc>
                  <a:spcPct val="100000"/>
                </a:lnSpc>
                <a:spcBef>
                  <a:spcPts val="500"/>
                </a:spcBef>
                <a:spcAft>
                  <a:spcPts val="0"/>
                </a:spcAft>
                <a:buClr>
                  <a:srgbClr val="63666A"/>
                </a:buClr>
                <a:buSzTx/>
                <a:buFont typeface="Calibri" panose="020F0502020204030204" pitchFamily="34" charset="0"/>
                <a:buChar char="»"/>
                <a:tabLst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766800" indent="-187200" algn="l" defTabSz="914400" rtl="0" eaLnBrk="1" latinLnBrk="0" hangingPunct="1">
                <a:spcBef>
                  <a:spcPts val="500"/>
                </a:spcBef>
                <a:buClr>
                  <a:schemeClr val="tx1"/>
                </a:buClr>
                <a:buFont typeface="Calibri" panose="020F0502020204030204" pitchFamily="34" charset="0"/>
                <a:buChar char="»"/>
                <a:defRPr sz="1400" kern="1200" baseline="0">
                  <a:solidFill>
                    <a:srgbClr val="6D6D6D"/>
                  </a:solidFill>
                  <a:latin typeface="+mn-lt"/>
                  <a:ea typeface="+mn-ea"/>
                  <a:cs typeface="+mn-cs"/>
                </a:defRPr>
              </a:lvl7pPr>
              <a:lvl8pPr marL="766800" indent="-187200" algn="l" defTabSz="914400" rtl="0" eaLnBrk="1" latinLnBrk="0" hangingPunct="1">
                <a:spcBef>
                  <a:spcPts val="500"/>
                </a:spcBef>
                <a:buClr>
                  <a:schemeClr val="tx1"/>
                </a:buClr>
                <a:buFont typeface="Calibri" panose="020F0502020204030204" pitchFamily="34" charset="0"/>
                <a:buChar char="»"/>
                <a:defRPr sz="1400" kern="1200" baseline="0">
                  <a:solidFill>
                    <a:srgbClr val="6D6D6D"/>
                  </a:solidFill>
                  <a:latin typeface="+mn-lt"/>
                  <a:ea typeface="+mn-ea"/>
                  <a:cs typeface="+mn-cs"/>
                </a:defRPr>
              </a:lvl8pPr>
              <a:lvl9pPr marL="766800" indent="-187200" algn="l" defTabSz="914400" rtl="0" eaLnBrk="1" latinLnBrk="0" hangingPunct="1">
                <a:spcBef>
                  <a:spcPts val="500"/>
                </a:spcBef>
                <a:buClr>
                  <a:schemeClr val="tx1"/>
                </a:buClr>
                <a:buFont typeface="Calibri" panose="020F0502020204030204" pitchFamily="34" charset="0"/>
                <a:buChar char="»"/>
                <a:defRPr sz="1400" kern="1200" baseline="0">
                  <a:solidFill>
                    <a:srgbClr val="6D6D6D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endParaRPr lang="fr-FR" sz="2400"/>
            </a:p>
          </p:txBody>
        </p:sp>
      </p:grpSp>
      <p:pic>
        <p:nvPicPr>
          <p:cNvPr id="30" name="Image 29">
            <a:extLst>
              <a:ext uri="{FF2B5EF4-FFF2-40B4-BE49-F238E27FC236}">
                <a16:creationId xmlns:a16="http://schemas.microsoft.com/office/drawing/2014/main" id="{E0B96714-C0DA-447E-A3B0-7AA84624D68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64147" y="5397161"/>
            <a:ext cx="2833456" cy="1134583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grpSp>
        <p:nvGrpSpPr>
          <p:cNvPr id="42" name="Groupe 41">
            <a:extLst>
              <a:ext uri="{FF2B5EF4-FFF2-40B4-BE49-F238E27FC236}">
                <a16:creationId xmlns:a16="http://schemas.microsoft.com/office/drawing/2014/main" id="{4DE9DEEF-557D-47BC-BC2C-1CF3AEC8E62F}"/>
              </a:ext>
            </a:extLst>
          </p:cNvPr>
          <p:cNvGrpSpPr/>
          <p:nvPr/>
        </p:nvGrpSpPr>
        <p:grpSpPr>
          <a:xfrm>
            <a:off x="6512399" y="3912027"/>
            <a:ext cx="2398037" cy="844264"/>
            <a:chOff x="4884299" y="2934020"/>
            <a:chExt cx="1798528" cy="633198"/>
          </a:xfrm>
        </p:grpSpPr>
        <p:pic>
          <p:nvPicPr>
            <p:cNvPr id="21" name="Image 20">
              <a:extLst>
                <a:ext uri="{FF2B5EF4-FFF2-40B4-BE49-F238E27FC236}">
                  <a16:creationId xmlns:a16="http://schemas.microsoft.com/office/drawing/2014/main" id="{A8F1F1DC-001F-40BF-98C8-8B4100BF275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884299" y="2979530"/>
              <a:ext cx="1798528" cy="587688"/>
            </a:xfrm>
            <a:prstGeom prst="rect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</p:pic>
        <p:sp>
          <p:nvSpPr>
            <p:cNvPr id="31" name="Espace réservé du contenu 3">
              <a:extLst>
                <a:ext uri="{FF2B5EF4-FFF2-40B4-BE49-F238E27FC236}">
                  <a16:creationId xmlns:a16="http://schemas.microsoft.com/office/drawing/2014/main" id="{1381A6C7-23DE-465B-ADFE-12123ECD0A25}"/>
                </a:ext>
              </a:extLst>
            </p:cNvPr>
            <p:cNvSpPr txBox="1">
              <a:spLocks/>
            </p:cNvSpPr>
            <p:nvPr/>
          </p:nvSpPr>
          <p:spPr bwMode="gray">
            <a:xfrm>
              <a:off x="6101488" y="2934020"/>
              <a:ext cx="581339" cy="239359"/>
            </a:xfrm>
            <a:prstGeom prst="rect">
              <a:avLst/>
            </a:prstGeom>
            <a:ln>
              <a:solidFill>
                <a:schemeClr val="accent5"/>
              </a:solidFill>
            </a:ln>
          </p:spPr>
          <p:txBody>
            <a:bodyPr vert="horz" lIns="96000" tIns="0" rIns="0" bIns="0" rtlCol="0" anchor="ctr">
              <a:noAutofit/>
            </a:bodyPr>
            <a:lstStyle>
              <a:lvl1pPr marL="285750" marR="0" indent="-285750" algn="l" defTabSz="9144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20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q"/>
                <a:tabLst/>
                <a:defRPr sz="1800" kern="1200" baseline="0">
                  <a:solidFill>
                    <a:schemeClr val="accent2"/>
                  </a:solidFill>
                  <a:latin typeface="+mn-lt"/>
                  <a:ea typeface="+mn-ea"/>
                  <a:cs typeface="+mn-cs"/>
                </a:defRPr>
              </a:lvl1pPr>
              <a:lvl2pPr marL="623888" marR="0" indent="-2857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D7404"/>
                </a:buClr>
                <a:buSzPct val="105000"/>
                <a:buFont typeface="Wingdings" panose="05000000000000000000" pitchFamily="2" charset="2"/>
                <a:buChar char="§"/>
                <a:tabLst>
                  <a:tab pos="623888" algn="l"/>
                </a:tabLst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04863" marR="0" indent="-179388" algn="l" defTabSz="914400" rtl="0" eaLnBrk="1" fontAlgn="auto" latinLnBrk="0" hangingPunct="1">
                <a:lnSpc>
                  <a:spcPct val="100000"/>
                </a:lnSpc>
                <a:spcBef>
                  <a:spcPts val="500"/>
                </a:spcBef>
                <a:spcAft>
                  <a:spcPts val="0"/>
                </a:spcAft>
                <a:buClr>
                  <a:srgbClr val="63666A"/>
                </a:buClr>
                <a:buSzTx/>
                <a:buFont typeface="Arial" panose="020B0604020202020204" pitchFamily="34" charset="0"/>
                <a:buChar char="•"/>
                <a:tabLst>
                  <a:tab pos="714375" algn="l"/>
                </a:tabLst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74738" marR="0" indent="-185738" algn="l" defTabSz="914400" rtl="0" eaLnBrk="1" fontAlgn="auto" latinLnBrk="0" hangingPunct="1">
                <a:lnSpc>
                  <a:spcPct val="100000"/>
                </a:lnSpc>
                <a:spcBef>
                  <a:spcPts val="500"/>
                </a:spcBef>
                <a:spcAft>
                  <a:spcPts val="0"/>
                </a:spcAft>
                <a:buClr>
                  <a:srgbClr val="63666A"/>
                </a:buClr>
                <a:buSzTx/>
                <a:buFont typeface="Symbol" panose="05050102010706020507" pitchFamily="18" charset="2"/>
                <a:buChar char="-"/>
                <a:tabLst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46200" marR="0" indent="-185738" algn="l" defTabSz="914400" rtl="0" eaLnBrk="1" fontAlgn="auto" latinLnBrk="0" hangingPunct="1">
                <a:lnSpc>
                  <a:spcPct val="100000"/>
                </a:lnSpc>
                <a:spcBef>
                  <a:spcPts val="500"/>
                </a:spcBef>
                <a:spcAft>
                  <a:spcPts val="0"/>
                </a:spcAft>
                <a:buClr>
                  <a:srgbClr val="63666A"/>
                </a:buClr>
                <a:buSzPct val="85000"/>
                <a:buFont typeface="Courier New" panose="02070309020205020404" pitchFamily="49" charset="0"/>
                <a:buChar char="o"/>
                <a:tabLst>
                  <a:tab pos="1255713" algn="l"/>
                </a:tabLst>
                <a:defRPr sz="12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06563" marR="0" indent="-185738" algn="l" defTabSz="914400" rtl="0" eaLnBrk="1" fontAlgn="auto" latinLnBrk="0" hangingPunct="1">
                <a:lnSpc>
                  <a:spcPct val="100000"/>
                </a:lnSpc>
                <a:spcBef>
                  <a:spcPts val="500"/>
                </a:spcBef>
                <a:spcAft>
                  <a:spcPts val="0"/>
                </a:spcAft>
                <a:buClr>
                  <a:srgbClr val="63666A"/>
                </a:buClr>
                <a:buSzTx/>
                <a:buFont typeface="Calibri" panose="020F0502020204030204" pitchFamily="34" charset="0"/>
                <a:buChar char="»"/>
                <a:tabLst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766800" indent="-187200" algn="l" defTabSz="914400" rtl="0" eaLnBrk="1" latinLnBrk="0" hangingPunct="1">
                <a:spcBef>
                  <a:spcPts val="500"/>
                </a:spcBef>
                <a:buClr>
                  <a:schemeClr val="tx1"/>
                </a:buClr>
                <a:buFont typeface="Calibri" panose="020F0502020204030204" pitchFamily="34" charset="0"/>
                <a:buChar char="»"/>
                <a:defRPr sz="1400" kern="1200" baseline="0">
                  <a:solidFill>
                    <a:srgbClr val="6D6D6D"/>
                  </a:solidFill>
                  <a:latin typeface="+mn-lt"/>
                  <a:ea typeface="+mn-ea"/>
                  <a:cs typeface="+mn-cs"/>
                </a:defRPr>
              </a:lvl7pPr>
              <a:lvl8pPr marL="766800" indent="-187200" algn="l" defTabSz="914400" rtl="0" eaLnBrk="1" latinLnBrk="0" hangingPunct="1">
                <a:spcBef>
                  <a:spcPts val="500"/>
                </a:spcBef>
                <a:buClr>
                  <a:schemeClr val="tx1"/>
                </a:buClr>
                <a:buFont typeface="Calibri" panose="020F0502020204030204" pitchFamily="34" charset="0"/>
                <a:buChar char="»"/>
                <a:defRPr sz="1400" kern="1200" baseline="0">
                  <a:solidFill>
                    <a:srgbClr val="6D6D6D"/>
                  </a:solidFill>
                  <a:latin typeface="+mn-lt"/>
                  <a:ea typeface="+mn-ea"/>
                  <a:cs typeface="+mn-cs"/>
                </a:defRPr>
              </a:lvl8pPr>
              <a:lvl9pPr marL="766800" indent="-187200" algn="l" defTabSz="914400" rtl="0" eaLnBrk="1" latinLnBrk="0" hangingPunct="1">
                <a:spcBef>
                  <a:spcPts val="500"/>
                </a:spcBef>
                <a:buClr>
                  <a:schemeClr val="tx1"/>
                </a:buClr>
                <a:buFont typeface="Calibri" panose="020F0502020204030204" pitchFamily="34" charset="0"/>
                <a:buChar char="»"/>
                <a:defRPr sz="1400" kern="1200" baseline="0">
                  <a:solidFill>
                    <a:srgbClr val="6D6D6D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endParaRPr lang="fr-FR" sz="2400"/>
            </a:p>
          </p:txBody>
        </p:sp>
      </p:grpSp>
      <p:grpSp>
        <p:nvGrpSpPr>
          <p:cNvPr id="43" name="Groupe 42">
            <a:extLst>
              <a:ext uri="{FF2B5EF4-FFF2-40B4-BE49-F238E27FC236}">
                <a16:creationId xmlns:a16="http://schemas.microsoft.com/office/drawing/2014/main" id="{6D786FFB-5E57-4D4D-9720-681C56916759}"/>
              </a:ext>
            </a:extLst>
          </p:cNvPr>
          <p:cNvGrpSpPr/>
          <p:nvPr/>
        </p:nvGrpSpPr>
        <p:grpSpPr>
          <a:xfrm>
            <a:off x="8590858" y="4477317"/>
            <a:ext cx="2143476" cy="698499"/>
            <a:chOff x="6102899" y="3357988"/>
            <a:chExt cx="1947851" cy="634750"/>
          </a:xfrm>
        </p:grpSpPr>
        <p:pic>
          <p:nvPicPr>
            <p:cNvPr id="29" name="Image 28">
              <a:extLst>
                <a:ext uri="{FF2B5EF4-FFF2-40B4-BE49-F238E27FC236}">
                  <a16:creationId xmlns:a16="http://schemas.microsoft.com/office/drawing/2014/main" id="{2602E831-4F72-47E2-9B3A-532B46EA01D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6102899" y="3377038"/>
              <a:ext cx="1947851" cy="615700"/>
            </a:xfrm>
            <a:prstGeom prst="rect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</p:pic>
        <p:sp>
          <p:nvSpPr>
            <p:cNvPr id="32" name="Espace réservé du contenu 3">
              <a:extLst>
                <a:ext uri="{FF2B5EF4-FFF2-40B4-BE49-F238E27FC236}">
                  <a16:creationId xmlns:a16="http://schemas.microsoft.com/office/drawing/2014/main" id="{13038A46-474A-4647-ACBE-AEE139E6299C}"/>
                </a:ext>
              </a:extLst>
            </p:cNvPr>
            <p:cNvSpPr txBox="1">
              <a:spLocks/>
            </p:cNvSpPr>
            <p:nvPr/>
          </p:nvSpPr>
          <p:spPr bwMode="gray">
            <a:xfrm>
              <a:off x="7447045" y="3357988"/>
              <a:ext cx="581339" cy="239359"/>
            </a:xfrm>
            <a:prstGeom prst="rect">
              <a:avLst/>
            </a:prstGeom>
            <a:ln>
              <a:solidFill>
                <a:schemeClr val="accent5"/>
              </a:solidFill>
            </a:ln>
          </p:spPr>
          <p:txBody>
            <a:bodyPr vert="horz" lIns="96000" tIns="0" rIns="0" bIns="0" rtlCol="0" anchor="ctr">
              <a:noAutofit/>
            </a:bodyPr>
            <a:lstStyle>
              <a:lvl1pPr marL="285750" marR="0" indent="-285750" algn="l" defTabSz="9144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20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q"/>
                <a:tabLst/>
                <a:defRPr sz="1800" kern="1200" baseline="0">
                  <a:solidFill>
                    <a:schemeClr val="accent2"/>
                  </a:solidFill>
                  <a:latin typeface="+mn-lt"/>
                  <a:ea typeface="+mn-ea"/>
                  <a:cs typeface="+mn-cs"/>
                </a:defRPr>
              </a:lvl1pPr>
              <a:lvl2pPr marL="623888" marR="0" indent="-2857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D7404"/>
                </a:buClr>
                <a:buSzPct val="105000"/>
                <a:buFont typeface="Wingdings" panose="05000000000000000000" pitchFamily="2" charset="2"/>
                <a:buChar char="§"/>
                <a:tabLst>
                  <a:tab pos="623888" algn="l"/>
                </a:tabLst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04863" marR="0" indent="-179388" algn="l" defTabSz="914400" rtl="0" eaLnBrk="1" fontAlgn="auto" latinLnBrk="0" hangingPunct="1">
                <a:lnSpc>
                  <a:spcPct val="100000"/>
                </a:lnSpc>
                <a:spcBef>
                  <a:spcPts val="500"/>
                </a:spcBef>
                <a:spcAft>
                  <a:spcPts val="0"/>
                </a:spcAft>
                <a:buClr>
                  <a:srgbClr val="63666A"/>
                </a:buClr>
                <a:buSzTx/>
                <a:buFont typeface="Arial" panose="020B0604020202020204" pitchFamily="34" charset="0"/>
                <a:buChar char="•"/>
                <a:tabLst>
                  <a:tab pos="714375" algn="l"/>
                </a:tabLst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74738" marR="0" indent="-185738" algn="l" defTabSz="914400" rtl="0" eaLnBrk="1" fontAlgn="auto" latinLnBrk="0" hangingPunct="1">
                <a:lnSpc>
                  <a:spcPct val="100000"/>
                </a:lnSpc>
                <a:spcBef>
                  <a:spcPts val="500"/>
                </a:spcBef>
                <a:spcAft>
                  <a:spcPts val="0"/>
                </a:spcAft>
                <a:buClr>
                  <a:srgbClr val="63666A"/>
                </a:buClr>
                <a:buSzTx/>
                <a:buFont typeface="Symbol" panose="05050102010706020507" pitchFamily="18" charset="2"/>
                <a:buChar char="-"/>
                <a:tabLst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46200" marR="0" indent="-185738" algn="l" defTabSz="914400" rtl="0" eaLnBrk="1" fontAlgn="auto" latinLnBrk="0" hangingPunct="1">
                <a:lnSpc>
                  <a:spcPct val="100000"/>
                </a:lnSpc>
                <a:spcBef>
                  <a:spcPts val="500"/>
                </a:spcBef>
                <a:spcAft>
                  <a:spcPts val="0"/>
                </a:spcAft>
                <a:buClr>
                  <a:srgbClr val="63666A"/>
                </a:buClr>
                <a:buSzPct val="85000"/>
                <a:buFont typeface="Courier New" panose="02070309020205020404" pitchFamily="49" charset="0"/>
                <a:buChar char="o"/>
                <a:tabLst>
                  <a:tab pos="1255713" algn="l"/>
                </a:tabLst>
                <a:defRPr sz="12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06563" marR="0" indent="-185738" algn="l" defTabSz="914400" rtl="0" eaLnBrk="1" fontAlgn="auto" latinLnBrk="0" hangingPunct="1">
                <a:lnSpc>
                  <a:spcPct val="100000"/>
                </a:lnSpc>
                <a:spcBef>
                  <a:spcPts val="500"/>
                </a:spcBef>
                <a:spcAft>
                  <a:spcPts val="0"/>
                </a:spcAft>
                <a:buClr>
                  <a:srgbClr val="63666A"/>
                </a:buClr>
                <a:buSzTx/>
                <a:buFont typeface="Calibri" panose="020F0502020204030204" pitchFamily="34" charset="0"/>
                <a:buChar char="»"/>
                <a:tabLst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766800" indent="-187200" algn="l" defTabSz="914400" rtl="0" eaLnBrk="1" latinLnBrk="0" hangingPunct="1">
                <a:spcBef>
                  <a:spcPts val="500"/>
                </a:spcBef>
                <a:buClr>
                  <a:schemeClr val="tx1"/>
                </a:buClr>
                <a:buFont typeface="Calibri" panose="020F0502020204030204" pitchFamily="34" charset="0"/>
                <a:buChar char="»"/>
                <a:defRPr sz="1400" kern="1200" baseline="0">
                  <a:solidFill>
                    <a:srgbClr val="6D6D6D"/>
                  </a:solidFill>
                  <a:latin typeface="+mn-lt"/>
                  <a:ea typeface="+mn-ea"/>
                  <a:cs typeface="+mn-cs"/>
                </a:defRPr>
              </a:lvl7pPr>
              <a:lvl8pPr marL="766800" indent="-187200" algn="l" defTabSz="914400" rtl="0" eaLnBrk="1" latinLnBrk="0" hangingPunct="1">
                <a:spcBef>
                  <a:spcPts val="500"/>
                </a:spcBef>
                <a:buClr>
                  <a:schemeClr val="tx1"/>
                </a:buClr>
                <a:buFont typeface="Calibri" panose="020F0502020204030204" pitchFamily="34" charset="0"/>
                <a:buChar char="»"/>
                <a:defRPr sz="1400" kern="1200" baseline="0">
                  <a:solidFill>
                    <a:srgbClr val="6D6D6D"/>
                  </a:solidFill>
                  <a:latin typeface="+mn-lt"/>
                  <a:ea typeface="+mn-ea"/>
                  <a:cs typeface="+mn-cs"/>
                </a:defRPr>
              </a:lvl8pPr>
              <a:lvl9pPr marL="766800" indent="-187200" algn="l" defTabSz="914400" rtl="0" eaLnBrk="1" latinLnBrk="0" hangingPunct="1">
                <a:spcBef>
                  <a:spcPts val="500"/>
                </a:spcBef>
                <a:buClr>
                  <a:schemeClr val="tx1"/>
                </a:buClr>
                <a:buFont typeface="Calibri" panose="020F0502020204030204" pitchFamily="34" charset="0"/>
                <a:buChar char="»"/>
                <a:defRPr sz="1400" kern="1200" baseline="0">
                  <a:solidFill>
                    <a:srgbClr val="6D6D6D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endParaRPr lang="fr-FR" sz="2400"/>
            </a:p>
          </p:txBody>
        </p:sp>
      </p:grpSp>
      <p:cxnSp>
        <p:nvCxnSpPr>
          <p:cNvPr id="34" name="Connecteur : en angle 33">
            <a:extLst>
              <a:ext uri="{FF2B5EF4-FFF2-40B4-BE49-F238E27FC236}">
                <a16:creationId xmlns:a16="http://schemas.microsoft.com/office/drawing/2014/main" id="{F75D3E5C-85D1-41B3-B83A-5F92E088ACAF}"/>
              </a:ext>
            </a:extLst>
          </p:cNvPr>
          <p:cNvCxnSpPr/>
          <p:nvPr/>
        </p:nvCxnSpPr>
        <p:spPr>
          <a:xfrm flipV="1">
            <a:off x="4175787" y="2619666"/>
            <a:ext cx="2301627" cy="1097367"/>
          </a:xfrm>
          <a:prstGeom prst="bentConnector3">
            <a:avLst>
              <a:gd name="adj1" fmla="val 68761"/>
            </a:avLst>
          </a:prstGeom>
          <a:ln w="9525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necteur : en angle 35">
            <a:extLst>
              <a:ext uri="{FF2B5EF4-FFF2-40B4-BE49-F238E27FC236}">
                <a16:creationId xmlns:a16="http://schemas.microsoft.com/office/drawing/2014/main" id="{4C03DB5E-1F7E-4ED4-9A5E-8DDC8CFB701A}"/>
              </a:ext>
            </a:extLst>
          </p:cNvPr>
          <p:cNvCxnSpPr>
            <a:cxnSpLocks/>
            <a:endCxn id="12" idx="1"/>
          </p:cNvCxnSpPr>
          <p:nvPr/>
        </p:nvCxnSpPr>
        <p:spPr>
          <a:xfrm flipV="1">
            <a:off x="4474679" y="3184789"/>
            <a:ext cx="2023191" cy="856088"/>
          </a:xfrm>
          <a:prstGeom prst="bentConnector3">
            <a:avLst>
              <a:gd name="adj1" fmla="val 76364"/>
            </a:avLst>
          </a:prstGeom>
          <a:ln w="9525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necteur : en angle 38">
            <a:extLst>
              <a:ext uri="{FF2B5EF4-FFF2-40B4-BE49-F238E27FC236}">
                <a16:creationId xmlns:a16="http://schemas.microsoft.com/office/drawing/2014/main" id="{45AFAA86-97B1-4B98-9260-652923264D38}"/>
              </a:ext>
            </a:extLst>
          </p:cNvPr>
          <p:cNvCxnSpPr>
            <a:cxnSpLocks/>
          </p:cNvCxnSpPr>
          <p:nvPr/>
        </p:nvCxnSpPr>
        <p:spPr>
          <a:xfrm flipV="1">
            <a:off x="5183595" y="3585215"/>
            <a:ext cx="4275611" cy="1001367"/>
          </a:xfrm>
          <a:prstGeom prst="bentConnector3">
            <a:avLst>
              <a:gd name="adj1" fmla="val 26534"/>
            </a:avLst>
          </a:prstGeom>
          <a:ln w="9525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necteur : en angle 43">
            <a:extLst>
              <a:ext uri="{FF2B5EF4-FFF2-40B4-BE49-F238E27FC236}">
                <a16:creationId xmlns:a16="http://schemas.microsoft.com/office/drawing/2014/main" id="{C7A578D7-4C74-44E7-B806-9C4ECD62706F}"/>
              </a:ext>
            </a:extLst>
          </p:cNvPr>
          <p:cNvCxnSpPr>
            <a:cxnSpLocks/>
          </p:cNvCxnSpPr>
          <p:nvPr/>
        </p:nvCxnSpPr>
        <p:spPr>
          <a:xfrm flipV="1">
            <a:off x="5183596" y="4956601"/>
            <a:ext cx="3339281" cy="163851"/>
          </a:xfrm>
          <a:prstGeom prst="bentConnector3">
            <a:avLst>
              <a:gd name="adj1" fmla="val 50000"/>
            </a:avLst>
          </a:prstGeom>
          <a:ln w="9525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necteur : en angle 45">
            <a:extLst>
              <a:ext uri="{FF2B5EF4-FFF2-40B4-BE49-F238E27FC236}">
                <a16:creationId xmlns:a16="http://schemas.microsoft.com/office/drawing/2014/main" id="{279C5CA9-8FFC-43DB-BF5E-3B1DB02A5357}"/>
              </a:ext>
            </a:extLst>
          </p:cNvPr>
          <p:cNvCxnSpPr>
            <a:cxnSpLocks/>
          </p:cNvCxnSpPr>
          <p:nvPr/>
        </p:nvCxnSpPr>
        <p:spPr>
          <a:xfrm flipV="1">
            <a:off x="5183595" y="5612060"/>
            <a:ext cx="2615032" cy="140219"/>
          </a:xfrm>
          <a:prstGeom prst="bentConnector3">
            <a:avLst>
              <a:gd name="adj1" fmla="val 50000"/>
            </a:avLst>
          </a:prstGeom>
          <a:ln w="9525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Espace réservé du contenu 3">
            <a:extLst>
              <a:ext uri="{FF2B5EF4-FFF2-40B4-BE49-F238E27FC236}">
                <a16:creationId xmlns:a16="http://schemas.microsoft.com/office/drawing/2014/main" id="{D65600F5-369D-4275-8F05-6DDDEF6E57CD}"/>
              </a:ext>
            </a:extLst>
          </p:cNvPr>
          <p:cNvSpPr txBox="1">
            <a:spLocks/>
          </p:cNvSpPr>
          <p:nvPr/>
        </p:nvSpPr>
        <p:spPr bwMode="gray">
          <a:xfrm>
            <a:off x="8126612" y="5359286"/>
            <a:ext cx="315024" cy="319145"/>
          </a:xfrm>
          <a:prstGeom prst="rect">
            <a:avLst/>
          </a:prstGeom>
          <a:ln w="19050">
            <a:solidFill>
              <a:schemeClr val="accent5"/>
            </a:solidFill>
          </a:ln>
        </p:spPr>
        <p:txBody>
          <a:bodyPr vert="horz" lIns="96000" tIns="0" rIns="0" bIns="0" rtlCol="0" anchor="ctr">
            <a:noAutofit/>
          </a:bodyPr>
          <a:lstStyle>
            <a:lvl1pPr marL="285750" marR="0" indent="-28575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q"/>
              <a:tabLst/>
              <a:defRPr sz="1800" kern="1200" baseline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623888" marR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D7404"/>
              </a:buClr>
              <a:buSzPct val="105000"/>
              <a:buFont typeface="Wingdings" panose="05000000000000000000" pitchFamily="2" charset="2"/>
              <a:buChar char="§"/>
              <a:tabLst>
                <a:tab pos="623888" algn="l"/>
              </a:tabLst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04863" marR="0" indent="-179388" algn="l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63666A"/>
              </a:buClr>
              <a:buSzTx/>
              <a:buFont typeface="Arial" panose="020B0604020202020204" pitchFamily="34" charset="0"/>
              <a:buChar char="•"/>
              <a:tabLst>
                <a:tab pos="714375" algn="l"/>
              </a:tabLst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74738" marR="0" indent="-185738" algn="l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63666A"/>
              </a:buClr>
              <a:buSzTx/>
              <a:buFont typeface="Symbol" panose="05050102010706020507" pitchFamily="18" charset="2"/>
              <a:buChar char="-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46200" marR="0" indent="-185738" algn="l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63666A"/>
              </a:buClr>
              <a:buSzPct val="85000"/>
              <a:buFont typeface="Courier New" panose="02070309020205020404" pitchFamily="49" charset="0"/>
              <a:buChar char="o"/>
              <a:tabLst>
                <a:tab pos="1255713" algn="l"/>
              </a:tabLst>
              <a:defRPr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06563" marR="0" indent="-185738" algn="l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63666A"/>
              </a:buClr>
              <a:buSzTx/>
              <a:buFont typeface="Calibri" panose="020F0502020204030204" pitchFamily="34" charset="0"/>
              <a:buChar char="»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766800" indent="-187200" algn="l" defTabSz="914400" rtl="0" eaLnBrk="1" latinLnBrk="0" hangingPunct="1">
              <a:spcBef>
                <a:spcPts val="500"/>
              </a:spcBef>
              <a:buClr>
                <a:schemeClr val="tx1"/>
              </a:buClr>
              <a:buFont typeface="Calibri" panose="020F0502020204030204" pitchFamily="34" charset="0"/>
              <a:buChar char="»"/>
              <a:defRPr sz="1400" kern="1200" baseline="0">
                <a:solidFill>
                  <a:srgbClr val="6D6D6D"/>
                </a:solidFill>
                <a:latin typeface="+mn-lt"/>
                <a:ea typeface="+mn-ea"/>
                <a:cs typeface="+mn-cs"/>
              </a:defRPr>
            </a:lvl7pPr>
            <a:lvl8pPr marL="766800" indent="-187200" algn="l" defTabSz="914400" rtl="0" eaLnBrk="1" latinLnBrk="0" hangingPunct="1">
              <a:spcBef>
                <a:spcPts val="500"/>
              </a:spcBef>
              <a:buClr>
                <a:schemeClr val="tx1"/>
              </a:buClr>
              <a:buFont typeface="Calibri" panose="020F0502020204030204" pitchFamily="34" charset="0"/>
              <a:buChar char="»"/>
              <a:defRPr sz="1400" kern="1200" baseline="0">
                <a:solidFill>
                  <a:srgbClr val="6D6D6D"/>
                </a:solidFill>
                <a:latin typeface="+mn-lt"/>
                <a:ea typeface="+mn-ea"/>
                <a:cs typeface="+mn-cs"/>
              </a:defRPr>
            </a:lvl8pPr>
            <a:lvl9pPr marL="766800" indent="-187200" algn="l" defTabSz="914400" rtl="0" eaLnBrk="1" latinLnBrk="0" hangingPunct="1">
              <a:spcBef>
                <a:spcPts val="500"/>
              </a:spcBef>
              <a:buClr>
                <a:schemeClr val="tx1"/>
              </a:buClr>
              <a:buFont typeface="Calibri" panose="020F0502020204030204" pitchFamily="34" charset="0"/>
              <a:buChar char="»"/>
              <a:defRPr sz="1400" kern="1200" baseline="0">
                <a:solidFill>
                  <a:srgbClr val="6D6D6D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fr-FR" sz="2400"/>
          </a:p>
        </p:txBody>
      </p:sp>
      <p:cxnSp>
        <p:nvCxnSpPr>
          <p:cNvPr id="33" name="Connecteur droit 32">
            <a:extLst>
              <a:ext uri="{FF2B5EF4-FFF2-40B4-BE49-F238E27FC236}">
                <a16:creationId xmlns:a16="http://schemas.microsoft.com/office/drawing/2014/main" id="{F4ED3005-EE98-4D84-BCA6-C16F022F8CAD}"/>
              </a:ext>
            </a:extLst>
          </p:cNvPr>
          <p:cNvCxnSpPr/>
          <p:nvPr/>
        </p:nvCxnSpPr>
        <p:spPr>
          <a:xfrm>
            <a:off x="10704512" y="93494"/>
            <a:ext cx="0" cy="797613"/>
          </a:xfrm>
          <a:prstGeom prst="line">
            <a:avLst/>
          </a:prstGeom>
          <a:ln w="9525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5" name="Image 34">
            <a:extLst>
              <a:ext uri="{FF2B5EF4-FFF2-40B4-BE49-F238E27FC236}">
                <a16:creationId xmlns:a16="http://schemas.microsoft.com/office/drawing/2014/main" id="{0226CE72-4E92-43AB-8AE7-94CB00381E4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19995" y="348780"/>
            <a:ext cx="1242163" cy="393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73212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3D4F5BA3-2835-4A69-B954-05138451ED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6000" y="1494001"/>
            <a:ext cx="5760000" cy="4322520"/>
          </a:xfrm>
        </p:spPr>
        <p:txBody>
          <a:bodyPr/>
          <a:lstStyle/>
          <a:p>
            <a:r>
              <a:rPr lang="fr-FR"/>
              <a:t>Dans le formulaire, l’installateur complète pas à pas</a:t>
            </a:r>
          </a:p>
          <a:p>
            <a:pPr lvl="1"/>
            <a:r>
              <a:rPr lang="fr-FR"/>
              <a:t>Champs à choix multiples</a:t>
            </a:r>
          </a:p>
          <a:p>
            <a:pPr lvl="1"/>
            <a:r>
              <a:rPr lang="fr-FR"/>
              <a:t>Champs libres</a:t>
            </a:r>
          </a:p>
          <a:p>
            <a:pPr lvl="1"/>
            <a:r>
              <a:rPr lang="fr-FR"/>
              <a:t>Photos</a:t>
            </a:r>
          </a:p>
          <a:p>
            <a:r>
              <a:rPr lang="fr-FR"/>
              <a:t>Les étapes complétées passent au vert</a:t>
            </a:r>
          </a:p>
          <a:p>
            <a:pPr lvl="1"/>
            <a:endParaRPr lang="fr-FR"/>
          </a:p>
          <a:p>
            <a:r>
              <a:rPr lang="fr-FR"/>
              <a:t>A la fin, il saisit les consommables utilisés</a:t>
            </a:r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0A873E48-3BB2-482D-9116-CC672922B2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fr-FR"/>
            </a:br>
            <a:r>
              <a:rPr lang="fr-FR"/>
              <a:t>Installation – Compte-rendu technicien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483BF2FD-7060-426E-BD96-575FED40B7C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4C9B8A98-1E1B-4EDC-B1B0-5AF72B5186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7721" y="1073945"/>
            <a:ext cx="2911761" cy="350718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2D9CA397-EED8-4DD5-B3C6-6E542C314EE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008" r="1373"/>
          <a:stretch/>
        </p:blipFill>
        <p:spPr>
          <a:xfrm>
            <a:off x="8976321" y="1650009"/>
            <a:ext cx="2771012" cy="243111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BDC3788D-7A26-4777-B800-DDB11B5781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2308" y="5010918"/>
            <a:ext cx="4566147" cy="1057341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44B22C09-476B-4E22-BB99-32070EED5DF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25525" y="4352555"/>
            <a:ext cx="3272601" cy="1982388"/>
          </a:xfrm>
          <a:prstGeom prst="rect">
            <a:avLst/>
          </a:prstGeom>
        </p:spPr>
      </p:pic>
      <p:sp>
        <p:nvSpPr>
          <p:cNvPr id="12" name="Espace réservé du contenu 3">
            <a:extLst>
              <a:ext uri="{FF2B5EF4-FFF2-40B4-BE49-F238E27FC236}">
                <a16:creationId xmlns:a16="http://schemas.microsoft.com/office/drawing/2014/main" id="{63FB4563-A69F-4676-8E2D-9086E2BCBA9F}"/>
              </a:ext>
            </a:extLst>
          </p:cNvPr>
          <p:cNvSpPr txBox="1">
            <a:spLocks/>
          </p:cNvSpPr>
          <p:nvPr/>
        </p:nvSpPr>
        <p:spPr bwMode="gray">
          <a:xfrm>
            <a:off x="4013357" y="5733257"/>
            <a:ext cx="888791" cy="276089"/>
          </a:xfrm>
          <a:prstGeom prst="rect">
            <a:avLst/>
          </a:prstGeom>
          <a:ln w="19050">
            <a:solidFill>
              <a:schemeClr val="accent5"/>
            </a:solidFill>
          </a:ln>
        </p:spPr>
        <p:txBody>
          <a:bodyPr vert="horz" lIns="96000" tIns="0" rIns="0" bIns="0" rtlCol="0" anchor="ctr">
            <a:noAutofit/>
          </a:bodyPr>
          <a:lstStyle>
            <a:lvl1pPr marL="285750" marR="0" indent="-28575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q"/>
              <a:tabLst/>
              <a:defRPr sz="1800" kern="1200" baseline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623888" marR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D7404"/>
              </a:buClr>
              <a:buSzPct val="105000"/>
              <a:buFont typeface="Wingdings" panose="05000000000000000000" pitchFamily="2" charset="2"/>
              <a:buChar char="§"/>
              <a:tabLst>
                <a:tab pos="623888" algn="l"/>
              </a:tabLst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04863" marR="0" indent="-179388" algn="l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63666A"/>
              </a:buClr>
              <a:buSzTx/>
              <a:buFont typeface="Arial" panose="020B0604020202020204" pitchFamily="34" charset="0"/>
              <a:buChar char="•"/>
              <a:tabLst>
                <a:tab pos="714375" algn="l"/>
              </a:tabLst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74738" marR="0" indent="-185738" algn="l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63666A"/>
              </a:buClr>
              <a:buSzTx/>
              <a:buFont typeface="Symbol" panose="05050102010706020507" pitchFamily="18" charset="2"/>
              <a:buChar char="-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46200" marR="0" indent="-185738" algn="l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63666A"/>
              </a:buClr>
              <a:buSzPct val="85000"/>
              <a:buFont typeface="Courier New" panose="02070309020205020404" pitchFamily="49" charset="0"/>
              <a:buChar char="o"/>
              <a:tabLst>
                <a:tab pos="1255713" algn="l"/>
              </a:tabLst>
              <a:defRPr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06563" marR="0" indent="-185738" algn="l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63666A"/>
              </a:buClr>
              <a:buSzTx/>
              <a:buFont typeface="Calibri" panose="020F0502020204030204" pitchFamily="34" charset="0"/>
              <a:buChar char="»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766800" indent="-187200" algn="l" defTabSz="914400" rtl="0" eaLnBrk="1" latinLnBrk="0" hangingPunct="1">
              <a:spcBef>
                <a:spcPts val="500"/>
              </a:spcBef>
              <a:buClr>
                <a:schemeClr val="tx1"/>
              </a:buClr>
              <a:buFont typeface="Calibri" panose="020F0502020204030204" pitchFamily="34" charset="0"/>
              <a:buChar char="»"/>
              <a:defRPr sz="1400" kern="1200" baseline="0">
                <a:solidFill>
                  <a:srgbClr val="6D6D6D"/>
                </a:solidFill>
                <a:latin typeface="+mn-lt"/>
                <a:ea typeface="+mn-ea"/>
                <a:cs typeface="+mn-cs"/>
              </a:defRPr>
            </a:lvl7pPr>
            <a:lvl8pPr marL="766800" indent="-187200" algn="l" defTabSz="914400" rtl="0" eaLnBrk="1" latinLnBrk="0" hangingPunct="1">
              <a:spcBef>
                <a:spcPts val="500"/>
              </a:spcBef>
              <a:buClr>
                <a:schemeClr val="tx1"/>
              </a:buClr>
              <a:buFont typeface="Calibri" panose="020F0502020204030204" pitchFamily="34" charset="0"/>
              <a:buChar char="»"/>
              <a:defRPr sz="1400" kern="1200" baseline="0">
                <a:solidFill>
                  <a:srgbClr val="6D6D6D"/>
                </a:solidFill>
                <a:latin typeface="+mn-lt"/>
                <a:ea typeface="+mn-ea"/>
                <a:cs typeface="+mn-cs"/>
              </a:defRPr>
            </a:lvl8pPr>
            <a:lvl9pPr marL="766800" indent="-187200" algn="l" defTabSz="914400" rtl="0" eaLnBrk="1" latinLnBrk="0" hangingPunct="1">
              <a:spcBef>
                <a:spcPts val="500"/>
              </a:spcBef>
              <a:buClr>
                <a:schemeClr val="tx1"/>
              </a:buClr>
              <a:buFont typeface="Calibri" panose="020F0502020204030204" pitchFamily="34" charset="0"/>
              <a:buChar char="»"/>
              <a:defRPr sz="1400" kern="1200" baseline="0">
                <a:solidFill>
                  <a:srgbClr val="6D6D6D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fr-FR" sz="2400"/>
          </a:p>
        </p:txBody>
      </p:sp>
      <p:grpSp>
        <p:nvGrpSpPr>
          <p:cNvPr id="11" name="Groupe 10">
            <a:extLst>
              <a:ext uri="{FF2B5EF4-FFF2-40B4-BE49-F238E27FC236}">
                <a16:creationId xmlns:a16="http://schemas.microsoft.com/office/drawing/2014/main" id="{619F8936-6508-4A5A-8C38-1D33D7C73D91}"/>
              </a:ext>
            </a:extLst>
          </p:cNvPr>
          <p:cNvGrpSpPr/>
          <p:nvPr/>
        </p:nvGrpSpPr>
        <p:grpSpPr>
          <a:xfrm>
            <a:off x="4652100" y="4791673"/>
            <a:ext cx="3887721" cy="721433"/>
            <a:chOff x="3867249" y="3738282"/>
            <a:chExt cx="2915791" cy="541075"/>
          </a:xfrm>
        </p:grpSpPr>
        <p:pic>
          <p:nvPicPr>
            <p:cNvPr id="10" name="Image 9">
              <a:extLst>
                <a:ext uri="{FF2B5EF4-FFF2-40B4-BE49-F238E27FC236}">
                  <a16:creationId xmlns:a16="http://schemas.microsoft.com/office/drawing/2014/main" id="{463CD13F-2BA3-49BB-AFD2-06EF325BFED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867249" y="3738282"/>
              <a:ext cx="2915791" cy="541075"/>
            </a:xfrm>
            <a:prstGeom prst="rect">
              <a:avLst/>
            </a:prstGeom>
          </p:spPr>
        </p:pic>
        <p:sp>
          <p:nvSpPr>
            <p:cNvPr id="15" name="Espace réservé du contenu 3">
              <a:extLst>
                <a:ext uri="{FF2B5EF4-FFF2-40B4-BE49-F238E27FC236}">
                  <a16:creationId xmlns:a16="http://schemas.microsoft.com/office/drawing/2014/main" id="{02429CD8-4B75-4915-B04F-B83070AAB099}"/>
                </a:ext>
              </a:extLst>
            </p:cNvPr>
            <p:cNvSpPr txBox="1">
              <a:spLocks/>
            </p:cNvSpPr>
            <p:nvPr/>
          </p:nvSpPr>
          <p:spPr bwMode="gray">
            <a:xfrm>
              <a:off x="6523525" y="3846277"/>
              <a:ext cx="208716" cy="157722"/>
            </a:xfrm>
            <a:prstGeom prst="rect">
              <a:avLst/>
            </a:prstGeom>
            <a:ln w="19050">
              <a:solidFill>
                <a:schemeClr val="accent5"/>
              </a:solidFill>
            </a:ln>
          </p:spPr>
          <p:txBody>
            <a:bodyPr vert="horz" lIns="96000" tIns="0" rIns="0" bIns="0" rtlCol="0" anchor="ctr">
              <a:noAutofit/>
            </a:bodyPr>
            <a:lstStyle>
              <a:lvl1pPr marL="285750" marR="0" indent="-285750" algn="l" defTabSz="9144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20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q"/>
                <a:tabLst/>
                <a:defRPr sz="1800" kern="1200" baseline="0">
                  <a:solidFill>
                    <a:schemeClr val="accent2"/>
                  </a:solidFill>
                  <a:latin typeface="+mn-lt"/>
                  <a:ea typeface="+mn-ea"/>
                  <a:cs typeface="+mn-cs"/>
                </a:defRPr>
              </a:lvl1pPr>
              <a:lvl2pPr marL="623888" marR="0" indent="-2857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D7404"/>
                </a:buClr>
                <a:buSzPct val="105000"/>
                <a:buFont typeface="Wingdings" panose="05000000000000000000" pitchFamily="2" charset="2"/>
                <a:buChar char="§"/>
                <a:tabLst>
                  <a:tab pos="623888" algn="l"/>
                </a:tabLst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04863" marR="0" indent="-179388" algn="l" defTabSz="914400" rtl="0" eaLnBrk="1" fontAlgn="auto" latinLnBrk="0" hangingPunct="1">
                <a:lnSpc>
                  <a:spcPct val="100000"/>
                </a:lnSpc>
                <a:spcBef>
                  <a:spcPts val="500"/>
                </a:spcBef>
                <a:spcAft>
                  <a:spcPts val="0"/>
                </a:spcAft>
                <a:buClr>
                  <a:srgbClr val="63666A"/>
                </a:buClr>
                <a:buSzTx/>
                <a:buFont typeface="Arial" panose="020B0604020202020204" pitchFamily="34" charset="0"/>
                <a:buChar char="•"/>
                <a:tabLst>
                  <a:tab pos="714375" algn="l"/>
                </a:tabLst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74738" marR="0" indent="-185738" algn="l" defTabSz="914400" rtl="0" eaLnBrk="1" fontAlgn="auto" latinLnBrk="0" hangingPunct="1">
                <a:lnSpc>
                  <a:spcPct val="100000"/>
                </a:lnSpc>
                <a:spcBef>
                  <a:spcPts val="500"/>
                </a:spcBef>
                <a:spcAft>
                  <a:spcPts val="0"/>
                </a:spcAft>
                <a:buClr>
                  <a:srgbClr val="63666A"/>
                </a:buClr>
                <a:buSzTx/>
                <a:buFont typeface="Symbol" panose="05050102010706020507" pitchFamily="18" charset="2"/>
                <a:buChar char="-"/>
                <a:tabLst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46200" marR="0" indent="-185738" algn="l" defTabSz="914400" rtl="0" eaLnBrk="1" fontAlgn="auto" latinLnBrk="0" hangingPunct="1">
                <a:lnSpc>
                  <a:spcPct val="100000"/>
                </a:lnSpc>
                <a:spcBef>
                  <a:spcPts val="500"/>
                </a:spcBef>
                <a:spcAft>
                  <a:spcPts val="0"/>
                </a:spcAft>
                <a:buClr>
                  <a:srgbClr val="63666A"/>
                </a:buClr>
                <a:buSzPct val="85000"/>
                <a:buFont typeface="Courier New" panose="02070309020205020404" pitchFamily="49" charset="0"/>
                <a:buChar char="o"/>
                <a:tabLst>
                  <a:tab pos="1255713" algn="l"/>
                </a:tabLst>
                <a:defRPr sz="12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06563" marR="0" indent="-185738" algn="l" defTabSz="914400" rtl="0" eaLnBrk="1" fontAlgn="auto" latinLnBrk="0" hangingPunct="1">
                <a:lnSpc>
                  <a:spcPct val="100000"/>
                </a:lnSpc>
                <a:spcBef>
                  <a:spcPts val="500"/>
                </a:spcBef>
                <a:spcAft>
                  <a:spcPts val="0"/>
                </a:spcAft>
                <a:buClr>
                  <a:srgbClr val="63666A"/>
                </a:buClr>
                <a:buSzTx/>
                <a:buFont typeface="Calibri" panose="020F0502020204030204" pitchFamily="34" charset="0"/>
                <a:buChar char="»"/>
                <a:tabLst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766800" indent="-187200" algn="l" defTabSz="914400" rtl="0" eaLnBrk="1" latinLnBrk="0" hangingPunct="1">
                <a:spcBef>
                  <a:spcPts val="500"/>
                </a:spcBef>
                <a:buClr>
                  <a:schemeClr val="tx1"/>
                </a:buClr>
                <a:buFont typeface="Calibri" panose="020F0502020204030204" pitchFamily="34" charset="0"/>
                <a:buChar char="»"/>
                <a:defRPr sz="1400" kern="1200" baseline="0">
                  <a:solidFill>
                    <a:srgbClr val="6D6D6D"/>
                  </a:solidFill>
                  <a:latin typeface="+mn-lt"/>
                  <a:ea typeface="+mn-ea"/>
                  <a:cs typeface="+mn-cs"/>
                </a:defRPr>
              </a:lvl7pPr>
              <a:lvl8pPr marL="766800" indent="-187200" algn="l" defTabSz="914400" rtl="0" eaLnBrk="1" latinLnBrk="0" hangingPunct="1">
                <a:spcBef>
                  <a:spcPts val="500"/>
                </a:spcBef>
                <a:buClr>
                  <a:schemeClr val="tx1"/>
                </a:buClr>
                <a:buFont typeface="Calibri" panose="020F0502020204030204" pitchFamily="34" charset="0"/>
                <a:buChar char="»"/>
                <a:defRPr sz="1400" kern="1200" baseline="0">
                  <a:solidFill>
                    <a:srgbClr val="6D6D6D"/>
                  </a:solidFill>
                  <a:latin typeface="+mn-lt"/>
                  <a:ea typeface="+mn-ea"/>
                  <a:cs typeface="+mn-cs"/>
                </a:defRPr>
              </a:lvl8pPr>
              <a:lvl9pPr marL="766800" indent="-187200" algn="l" defTabSz="914400" rtl="0" eaLnBrk="1" latinLnBrk="0" hangingPunct="1">
                <a:spcBef>
                  <a:spcPts val="500"/>
                </a:spcBef>
                <a:buClr>
                  <a:schemeClr val="tx1"/>
                </a:buClr>
                <a:buFont typeface="Calibri" panose="020F0502020204030204" pitchFamily="34" charset="0"/>
                <a:buChar char="»"/>
                <a:defRPr sz="1400" kern="1200" baseline="0">
                  <a:solidFill>
                    <a:srgbClr val="6D6D6D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endParaRPr lang="fr-FR" sz="2400"/>
            </a:p>
          </p:txBody>
        </p:sp>
      </p:grpSp>
      <p:sp>
        <p:nvSpPr>
          <p:cNvPr id="17" name="Espace réservé du contenu 3">
            <a:extLst>
              <a:ext uri="{FF2B5EF4-FFF2-40B4-BE49-F238E27FC236}">
                <a16:creationId xmlns:a16="http://schemas.microsoft.com/office/drawing/2014/main" id="{5239F4F5-21EB-4AAA-BE82-5A77F88A25C9}"/>
              </a:ext>
            </a:extLst>
          </p:cNvPr>
          <p:cNvSpPr txBox="1">
            <a:spLocks/>
          </p:cNvSpPr>
          <p:nvPr/>
        </p:nvSpPr>
        <p:spPr bwMode="gray">
          <a:xfrm>
            <a:off x="10386700" y="4555729"/>
            <a:ext cx="676456" cy="214099"/>
          </a:xfrm>
          <a:prstGeom prst="rect">
            <a:avLst/>
          </a:prstGeom>
          <a:ln w="19050">
            <a:solidFill>
              <a:srgbClr val="FFFF00"/>
            </a:solidFill>
          </a:ln>
        </p:spPr>
        <p:txBody>
          <a:bodyPr vert="horz" lIns="96000" tIns="0" rIns="0" bIns="0" rtlCol="0" anchor="ctr">
            <a:noAutofit/>
          </a:bodyPr>
          <a:lstStyle>
            <a:lvl1pPr marL="285750" marR="0" indent="-28575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q"/>
              <a:tabLst/>
              <a:defRPr sz="1800" kern="1200" baseline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623888" marR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D7404"/>
              </a:buClr>
              <a:buSzPct val="105000"/>
              <a:buFont typeface="Wingdings" panose="05000000000000000000" pitchFamily="2" charset="2"/>
              <a:buChar char="§"/>
              <a:tabLst>
                <a:tab pos="623888" algn="l"/>
              </a:tabLst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04863" marR="0" indent="-179388" algn="l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63666A"/>
              </a:buClr>
              <a:buSzTx/>
              <a:buFont typeface="Arial" panose="020B0604020202020204" pitchFamily="34" charset="0"/>
              <a:buChar char="•"/>
              <a:tabLst>
                <a:tab pos="714375" algn="l"/>
              </a:tabLst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74738" marR="0" indent="-185738" algn="l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63666A"/>
              </a:buClr>
              <a:buSzTx/>
              <a:buFont typeface="Symbol" panose="05050102010706020507" pitchFamily="18" charset="2"/>
              <a:buChar char="-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46200" marR="0" indent="-185738" algn="l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63666A"/>
              </a:buClr>
              <a:buSzPct val="85000"/>
              <a:buFont typeface="Courier New" panose="02070309020205020404" pitchFamily="49" charset="0"/>
              <a:buChar char="o"/>
              <a:tabLst>
                <a:tab pos="1255713" algn="l"/>
              </a:tabLst>
              <a:defRPr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06563" marR="0" indent="-185738" algn="l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63666A"/>
              </a:buClr>
              <a:buSzTx/>
              <a:buFont typeface="Calibri" panose="020F0502020204030204" pitchFamily="34" charset="0"/>
              <a:buChar char="»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766800" indent="-187200" algn="l" defTabSz="914400" rtl="0" eaLnBrk="1" latinLnBrk="0" hangingPunct="1">
              <a:spcBef>
                <a:spcPts val="500"/>
              </a:spcBef>
              <a:buClr>
                <a:schemeClr val="tx1"/>
              </a:buClr>
              <a:buFont typeface="Calibri" panose="020F0502020204030204" pitchFamily="34" charset="0"/>
              <a:buChar char="»"/>
              <a:defRPr sz="1400" kern="1200" baseline="0">
                <a:solidFill>
                  <a:srgbClr val="6D6D6D"/>
                </a:solidFill>
                <a:latin typeface="+mn-lt"/>
                <a:ea typeface="+mn-ea"/>
                <a:cs typeface="+mn-cs"/>
              </a:defRPr>
            </a:lvl7pPr>
            <a:lvl8pPr marL="766800" indent="-187200" algn="l" defTabSz="914400" rtl="0" eaLnBrk="1" latinLnBrk="0" hangingPunct="1">
              <a:spcBef>
                <a:spcPts val="500"/>
              </a:spcBef>
              <a:buClr>
                <a:schemeClr val="tx1"/>
              </a:buClr>
              <a:buFont typeface="Calibri" panose="020F0502020204030204" pitchFamily="34" charset="0"/>
              <a:buChar char="»"/>
              <a:defRPr sz="1400" kern="1200" baseline="0">
                <a:solidFill>
                  <a:srgbClr val="6D6D6D"/>
                </a:solidFill>
                <a:latin typeface="+mn-lt"/>
                <a:ea typeface="+mn-ea"/>
                <a:cs typeface="+mn-cs"/>
              </a:defRPr>
            </a:lvl8pPr>
            <a:lvl9pPr marL="766800" indent="-187200" algn="l" defTabSz="914400" rtl="0" eaLnBrk="1" latinLnBrk="0" hangingPunct="1">
              <a:spcBef>
                <a:spcPts val="500"/>
              </a:spcBef>
              <a:buClr>
                <a:schemeClr val="tx1"/>
              </a:buClr>
              <a:buFont typeface="Calibri" panose="020F0502020204030204" pitchFamily="34" charset="0"/>
              <a:buChar char="»"/>
              <a:defRPr sz="1400" kern="1200" baseline="0">
                <a:solidFill>
                  <a:srgbClr val="6D6D6D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fr-FR" sz="2400"/>
          </a:p>
        </p:txBody>
      </p:sp>
      <p:cxnSp>
        <p:nvCxnSpPr>
          <p:cNvPr id="16" name="Connecteur droit 15">
            <a:extLst>
              <a:ext uri="{FF2B5EF4-FFF2-40B4-BE49-F238E27FC236}">
                <a16:creationId xmlns:a16="http://schemas.microsoft.com/office/drawing/2014/main" id="{2AF3A15B-B47E-4F3C-ADE8-3557C7C22563}"/>
              </a:ext>
            </a:extLst>
          </p:cNvPr>
          <p:cNvCxnSpPr/>
          <p:nvPr/>
        </p:nvCxnSpPr>
        <p:spPr>
          <a:xfrm>
            <a:off x="10704512" y="93494"/>
            <a:ext cx="0" cy="797613"/>
          </a:xfrm>
          <a:prstGeom prst="line">
            <a:avLst/>
          </a:prstGeom>
          <a:ln w="9525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Image 17">
            <a:extLst>
              <a:ext uri="{FF2B5EF4-FFF2-40B4-BE49-F238E27FC236}">
                <a16:creationId xmlns:a16="http://schemas.microsoft.com/office/drawing/2014/main" id="{9F1776DD-C290-4D6F-9309-0C300388386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19995" y="348780"/>
            <a:ext cx="1242163" cy="393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68732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7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re 5">
            <a:extLst>
              <a:ext uri="{FF2B5EF4-FFF2-40B4-BE49-F238E27FC236}">
                <a16:creationId xmlns:a16="http://schemas.microsoft.com/office/drawing/2014/main" id="{73DC653F-3555-4ED3-B381-1E3EDA7241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Installation – cas d’une « Reconnexion » 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3B3E435C-0055-4AF9-8A4D-EE370BE2018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02" r="2374"/>
          <a:stretch/>
        </p:blipFill>
        <p:spPr bwMode="auto">
          <a:xfrm>
            <a:off x="7355860" y="1593002"/>
            <a:ext cx="2138057" cy="43731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1C56ECBB-189B-4538-A31E-69381E10CF1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02" r="5135"/>
          <a:stretch/>
        </p:blipFill>
        <p:spPr bwMode="auto">
          <a:xfrm>
            <a:off x="4694663" y="1593002"/>
            <a:ext cx="2138057" cy="43731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8">
            <a:extLst>
              <a:ext uri="{FF2B5EF4-FFF2-40B4-BE49-F238E27FC236}">
                <a16:creationId xmlns:a16="http://schemas.microsoft.com/office/drawing/2014/main" id="{5C78D44C-0C62-42C7-904C-804F8CF4A1C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03" r="910"/>
          <a:stretch/>
        </p:blipFill>
        <p:spPr bwMode="auto">
          <a:xfrm>
            <a:off x="1937857" y="1593002"/>
            <a:ext cx="2288836" cy="43721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0E5E2901-1566-491A-A68E-507335E159EB}"/>
              </a:ext>
            </a:extLst>
          </p:cNvPr>
          <p:cNvSpPr/>
          <p:nvPr/>
        </p:nvSpPr>
        <p:spPr>
          <a:xfrm>
            <a:off x="1728131" y="4068660"/>
            <a:ext cx="2617365" cy="377505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fr-FR" sz="1200" b="1">
              <a:solidFill>
                <a:srgbClr val="6D6D6D"/>
              </a:solidFill>
            </a:endParaRPr>
          </a:p>
        </p:txBody>
      </p:sp>
      <p:sp>
        <p:nvSpPr>
          <p:cNvPr id="3" name="Flèche : droite 2">
            <a:extLst>
              <a:ext uri="{FF2B5EF4-FFF2-40B4-BE49-F238E27FC236}">
                <a16:creationId xmlns:a16="http://schemas.microsoft.com/office/drawing/2014/main" id="{99986C4B-471C-4C77-B08E-E327E5DC2C7C}"/>
              </a:ext>
            </a:extLst>
          </p:cNvPr>
          <p:cNvSpPr/>
          <p:nvPr/>
        </p:nvSpPr>
        <p:spPr>
          <a:xfrm rot="3425424">
            <a:off x="1226734" y="3506814"/>
            <a:ext cx="533223" cy="503339"/>
          </a:xfrm>
          <a:prstGeom prst="rightArrow">
            <a:avLst/>
          </a:prstGeom>
          <a:noFill/>
          <a:ln w="3175"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fr-FR" sz="1200" b="1">
              <a:solidFill>
                <a:srgbClr val="6D6D6D"/>
              </a:solidFill>
            </a:endParaRPr>
          </a:p>
        </p:txBody>
      </p:sp>
      <p:sp>
        <p:nvSpPr>
          <p:cNvPr id="5" name="Bulle narrative : rectangle 4">
            <a:extLst>
              <a:ext uri="{FF2B5EF4-FFF2-40B4-BE49-F238E27FC236}">
                <a16:creationId xmlns:a16="http://schemas.microsoft.com/office/drawing/2014/main" id="{4A3D41B5-D398-4ABB-AC6C-8B9C0F55A8B0}"/>
              </a:ext>
            </a:extLst>
          </p:cNvPr>
          <p:cNvSpPr/>
          <p:nvPr/>
        </p:nvSpPr>
        <p:spPr>
          <a:xfrm>
            <a:off x="7852645" y="876988"/>
            <a:ext cx="1641272" cy="1191237"/>
          </a:xfrm>
          <a:prstGeom prst="wedgeRectCallout">
            <a:avLst/>
          </a:prstGeom>
          <a:solidFill>
            <a:schemeClr val="bg1"/>
          </a:solidFill>
          <a:ln w="3175"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fr-FR" sz="1200" b="1" u="sng">
                <a:solidFill>
                  <a:srgbClr val="6D6D6D"/>
                </a:solidFill>
              </a:rPr>
              <a:t>Bon à savoir :</a:t>
            </a:r>
          </a:p>
          <a:p>
            <a:pPr algn="ctr"/>
            <a:r>
              <a:rPr lang="fr-FR" sz="1200" b="1">
                <a:solidFill>
                  <a:srgbClr val="6D6D6D"/>
                </a:solidFill>
              </a:rPr>
              <a:t>La case peut être cochée par le superviseur au moment dès la planification</a:t>
            </a:r>
          </a:p>
        </p:txBody>
      </p:sp>
    </p:spTree>
    <p:extLst>
      <p:ext uri="{BB962C8B-B14F-4D97-AF65-F5344CB8AC3E}">
        <p14:creationId xmlns:p14="http://schemas.microsoft.com/office/powerpoint/2010/main" val="417177157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146469AC-3B9C-4D7F-8AA8-E933871EB57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Titre 5">
            <a:extLst>
              <a:ext uri="{FF2B5EF4-FFF2-40B4-BE49-F238E27FC236}">
                <a16:creationId xmlns:a16="http://schemas.microsoft.com/office/drawing/2014/main" id="{73DC653F-3555-4ED3-B381-1E3EDA7241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Installation – cas d’une « Reconnexion » 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3B3E435C-0055-4AF9-8A4D-EE370BE2018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02" r="2374"/>
          <a:stretch/>
        </p:blipFill>
        <p:spPr bwMode="auto">
          <a:xfrm>
            <a:off x="5387992" y="1535263"/>
            <a:ext cx="2138057" cy="43731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10">
            <a:extLst>
              <a:ext uri="{FF2B5EF4-FFF2-40B4-BE49-F238E27FC236}">
                <a16:creationId xmlns:a16="http://schemas.microsoft.com/office/drawing/2014/main" id="{7D1F3E73-2F48-438A-92D1-0445CE71A76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251" r="1216"/>
          <a:stretch/>
        </p:blipFill>
        <p:spPr bwMode="auto">
          <a:xfrm>
            <a:off x="8376369" y="1536169"/>
            <a:ext cx="2218652" cy="43721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0E5E2901-1566-491A-A68E-507335E159EB}"/>
              </a:ext>
            </a:extLst>
          </p:cNvPr>
          <p:cNvSpPr/>
          <p:nvPr/>
        </p:nvSpPr>
        <p:spPr>
          <a:xfrm>
            <a:off x="5148337" y="2701254"/>
            <a:ext cx="2617365" cy="377505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fr-FR" sz="1200" b="1">
              <a:solidFill>
                <a:srgbClr val="6D6D6D"/>
              </a:solidFill>
            </a:endParaRPr>
          </a:p>
        </p:txBody>
      </p:sp>
      <p:sp>
        <p:nvSpPr>
          <p:cNvPr id="3" name="Flèche : droite 2">
            <a:extLst>
              <a:ext uri="{FF2B5EF4-FFF2-40B4-BE49-F238E27FC236}">
                <a16:creationId xmlns:a16="http://schemas.microsoft.com/office/drawing/2014/main" id="{99986C4B-471C-4C77-B08E-E327E5DC2C7C}"/>
              </a:ext>
            </a:extLst>
          </p:cNvPr>
          <p:cNvSpPr/>
          <p:nvPr/>
        </p:nvSpPr>
        <p:spPr>
          <a:xfrm rot="3425424">
            <a:off x="4696221" y="2218985"/>
            <a:ext cx="533223" cy="503339"/>
          </a:xfrm>
          <a:prstGeom prst="rightArrow">
            <a:avLst/>
          </a:prstGeom>
          <a:noFill/>
          <a:ln w="3175"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fr-FR" sz="1200" b="1">
              <a:solidFill>
                <a:srgbClr val="6D6D6D"/>
              </a:solidFill>
            </a:endParaRP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E1A6A787-0BA6-4C16-8056-C283C14F7497}"/>
              </a:ext>
            </a:extLst>
          </p:cNvPr>
          <p:cNvSpPr txBox="1"/>
          <p:nvPr/>
        </p:nvSpPr>
        <p:spPr>
          <a:xfrm>
            <a:off x="251670" y="1543574"/>
            <a:ext cx="3573725" cy="231536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fr-FR" sz="1600"/>
              <a:t>Entrer le numéro de PTO. Deux possibilités : 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fr-FR" sz="1600"/>
              <a:t>renseigné par le superviseur lors de la planification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fr-FR" sz="1600"/>
              <a:t>Constaté par le technicien au moment de l’installation 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endParaRPr lang="fr-FR" sz="1600"/>
          </a:p>
          <a:p>
            <a:pPr lvl="1"/>
            <a:r>
              <a:rPr lang="fr-FR" sz="1600" b="1"/>
              <a:t>PS</a:t>
            </a:r>
            <a:r>
              <a:rPr lang="fr-FR" sz="1600"/>
              <a:t> : le champ étant modifiable les deux options sont possible en cas d’erreur.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fr-FR" sz="160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fr-FR" sz="1600"/>
          </a:p>
        </p:txBody>
      </p:sp>
    </p:spTree>
    <p:extLst>
      <p:ext uri="{BB962C8B-B14F-4D97-AF65-F5344CB8AC3E}">
        <p14:creationId xmlns:p14="http://schemas.microsoft.com/office/powerpoint/2010/main" val="248404759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>
            <a:extLst>
              <a:ext uri="{FF2B5EF4-FFF2-40B4-BE49-F238E27FC236}">
                <a16:creationId xmlns:a16="http://schemas.microsoft.com/office/drawing/2014/main" id="{EC40B096-C35C-42A7-8D35-BF671DEF6A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Installation - Intégration des poteaux ISP 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766E0295-5401-4708-9E98-C0C703F1068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164F4157-D553-4778-A479-8396FAF2CEFA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059"/>
          <a:stretch/>
        </p:blipFill>
        <p:spPr bwMode="auto">
          <a:xfrm>
            <a:off x="9711040" y="1528686"/>
            <a:ext cx="2144412" cy="43880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>
            <a:extLst>
              <a:ext uri="{FF2B5EF4-FFF2-40B4-BE49-F238E27FC236}">
                <a16:creationId xmlns:a16="http://schemas.microsoft.com/office/drawing/2014/main" id="{FE9ECCB7-37F3-4607-9E6C-7413E3AE925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059" r="2084"/>
          <a:stretch/>
        </p:blipFill>
        <p:spPr bwMode="auto">
          <a:xfrm>
            <a:off x="7317342" y="1528686"/>
            <a:ext cx="2144412" cy="43880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17986EA9-CC7A-4D3B-BC86-437790BDCD0D}"/>
              </a:ext>
            </a:extLst>
          </p:cNvPr>
          <p:cNvSpPr txBox="1"/>
          <p:nvPr/>
        </p:nvSpPr>
        <p:spPr>
          <a:xfrm>
            <a:off x="251670" y="1543574"/>
            <a:ext cx="3573725" cy="390927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fr-FR" sz="1600"/>
              <a:t>Renseigner le nombre de poteaux utilisés (ex : 5)</a:t>
            </a:r>
          </a:p>
          <a:p>
            <a:endParaRPr lang="fr-FR" sz="160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fr-FR" sz="1600"/>
              <a:t>Un champ par poteau apparaît :</a:t>
            </a:r>
          </a:p>
          <a:p>
            <a:endParaRPr lang="fr-FR" sz="1600"/>
          </a:p>
          <a:p>
            <a:pPr marL="800100" lvl="1" indent="-342900">
              <a:buFont typeface="+mj-lt"/>
              <a:buAutoNum type="arabicPeriod"/>
            </a:pPr>
            <a:r>
              <a:rPr lang="fr-FR" sz="1600"/>
              <a:t>Autoriser l’application </a:t>
            </a:r>
            <a:r>
              <a:rPr lang="fr-FR" sz="1600" err="1"/>
              <a:t>Praxedo</a:t>
            </a:r>
            <a:r>
              <a:rPr lang="fr-FR" sz="1600"/>
              <a:t> a accéder à la position de l’appareil </a:t>
            </a:r>
          </a:p>
          <a:p>
            <a:pPr marL="800100" lvl="1" indent="-342900">
              <a:buFont typeface="+mj-lt"/>
              <a:buAutoNum type="arabicPeriod"/>
            </a:pPr>
            <a:r>
              <a:rPr lang="fr-FR" sz="1600"/>
              <a:t>Placer vous à proximité de chaque poteau</a:t>
            </a:r>
          </a:p>
          <a:p>
            <a:pPr marL="800100" lvl="1" indent="-342900">
              <a:buFont typeface="+mj-lt"/>
              <a:buAutoNum type="arabicPeriod"/>
            </a:pPr>
            <a:r>
              <a:rPr lang="fr-FR" sz="1600"/>
              <a:t>Une fois, placé cliquer sur le champ. Les coordonnées sont automatiquement renseignées. </a:t>
            </a:r>
          </a:p>
          <a:p>
            <a:pPr lvl="1"/>
            <a:r>
              <a:rPr lang="fr-FR" sz="1600" b="1"/>
              <a:t>PS</a:t>
            </a:r>
            <a:r>
              <a:rPr lang="fr-FR" sz="1600"/>
              <a:t> : ces coordonnées sont modifiables à posteriori par les superviseur.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fr-FR" sz="160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fr-FR" sz="1600"/>
          </a:p>
        </p:txBody>
      </p:sp>
      <p:pic>
        <p:nvPicPr>
          <p:cNvPr id="1026" name="Picture 2" descr="Photo sélectionnée">
            <a:extLst>
              <a:ext uri="{FF2B5EF4-FFF2-40B4-BE49-F238E27FC236}">
                <a16:creationId xmlns:a16="http://schemas.microsoft.com/office/drawing/2014/main" id="{1C034C9A-479F-4463-9A36-D63DE6370FC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501"/>
          <a:stretch/>
        </p:blipFill>
        <p:spPr bwMode="auto">
          <a:xfrm>
            <a:off x="4765751" y="1543574"/>
            <a:ext cx="2144413" cy="43731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8030471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>
            <a:extLst>
              <a:ext uri="{FF2B5EF4-FFF2-40B4-BE49-F238E27FC236}">
                <a16:creationId xmlns:a16="http://schemas.microsoft.com/office/drawing/2014/main" id="{EC40B096-C35C-42A7-8D35-BF671DEF6A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Installation - mesure de l’atténuation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766E0295-5401-4708-9E98-C0C703F1068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2060" name="Picture 12">
            <a:extLst>
              <a:ext uri="{FF2B5EF4-FFF2-40B4-BE49-F238E27FC236}">
                <a16:creationId xmlns:a16="http://schemas.microsoft.com/office/drawing/2014/main" id="{3428A4C0-24CA-4A06-8498-5B32DBF80C0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059"/>
          <a:stretch/>
        </p:blipFill>
        <p:spPr bwMode="auto">
          <a:xfrm>
            <a:off x="7815469" y="1494001"/>
            <a:ext cx="2305837" cy="43880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69B97C63-F95B-4084-B9D0-871085AAA3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sz="1600">
                <a:solidFill>
                  <a:schemeClr val="tx1"/>
                </a:solidFill>
              </a:rPr>
              <a:t>Renseigner la mesure </a:t>
            </a:r>
            <a:r>
              <a:rPr lang="fr-FR" sz="1600" err="1">
                <a:solidFill>
                  <a:schemeClr val="tx1"/>
                </a:solidFill>
              </a:rPr>
              <a:t>Rx</a:t>
            </a:r>
            <a:r>
              <a:rPr lang="fr-FR" sz="1600">
                <a:solidFill>
                  <a:schemeClr val="tx1"/>
                </a:solidFill>
              </a:rPr>
              <a:t> à l’OTB dans le champs indiqué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3AB9129-5F8A-4B28-A236-311B65C46918}"/>
              </a:ext>
            </a:extLst>
          </p:cNvPr>
          <p:cNvSpPr/>
          <p:nvPr/>
        </p:nvSpPr>
        <p:spPr>
          <a:xfrm>
            <a:off x="7592037" y="4774101"/>
            <a:ext cx="2617365" cy="377505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fr-FR" sz="1200" b="1">
              <a:solidFill>
                <a:srgbClr val="6D6D6D"/>
              </a:solidFill>
            </a:endParaRPr>
          </a:p>
        </p:txBody>
      </p:sp>
      <p:sp>
        <p:nvSpPr>
          <p:cNvPr id="10" name="Flèche : droite 9">
            <a:extLst>
              <a:ext uri="{FF2B5EF4-FFF2-40B4-BE49-F238E27FC236}">
                <a16:creationId xmlns:a16="http://schemas.microsoft.com/office/drawing/2014/main" id="{609C76BC-11A9-44F1-8156-38E2E0D99DFB}"/>
              </a:ext>
            </a:extLst>
          </p:cNvPr>
          <p:cNvSpPr/>
          <p:nvPr/>
        </p:nvSpPr>
        <p:spPr>
          <a:xfrm rot="3425424">
            <a:off x="7090640" y="4212255"/>
            <a:ext cx="533223" cy="503339"/>
          </a:xfrm>
          <a:prstGeom prst="rightArrow">
            <a:avLst/>
          </a:prstGeom>
          <a:noFill/>
          <a:ln w="3175"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fr-FR" sz="1200" b="1">
              <a:solidFill>
                <a:srgbClr val="6D6D6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9271515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3D4F5BA3-2835-4A69-B954-05138451ED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6000" y="1494001"/>
            <a:ext cx="6240053" cy="4322520"/>
          </a:xfrm>
        </p:spPr>
        <p:txBody>
          <a:bodyPr/>
          <a:lstStyle/>
          <a:p>
            <a:r>
              <a:rPr lang="fr-FR"/>
              <a:t>Le technicien choisit le résultat de l’installation</a:t>
            </a:r>
          </a:p>
          <a:p>
            <a:pPr lvl="1"/>
            <a:r>
              <a:rPr lang="fr-FR"/>
              <a:t>Forme </a:t>
            </a:r>
            <a:r>
              <a:rPr lang="fr-FR" err="1"/>
              <a:t>CODE#</a:t>
            </a:r>
            <a:r>
              <a:rPr lang="fr-FR" b="1" err="1">
                <a:solidFill>
                  <a:schemeClr val="accent5"/>
                </a:solidFill>
              </a:rPr>
              <a:t>Libellé</a:t>
            </a:r>
            <a:endParaRPr lang="fr-FR" b="1">
              <a:solidFill>
                <a:schemeClr val="accent5"/>
              </a:solidFill>
            </a:endParaRPr>
          </a:p>
          <a:p>
            <a:r>
              <a:rPr lang="fr-FR"/>
              <a:t>Le technicien doit « solder » son intervention</a:t>
            </a:r>
          </a:p>
          <a:p>
            <a:pPr lvl="1"/>
            <a:r>
              <a:rPr lang="fr-FR"/>
              <a:t>Il ne lui est plus possible de la modifier ensuite</a:t>
            </a:r>
          </a:p>
          <a:p>
            <a:pPr lvl="1"/>
            <a:r>
              <a:rPr lang="fr-FR"/>
              <a:t>Il choisit ensuite sa nouvelle « activité »</a:t>
            </a:r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0A873E48-3BB2-482D-9116-CC672922B2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fr-FR"/>
            </a:br>
            <a:r>
              <a:rPr lang="fr-FR"/>
              <a:t>Installation – Résultat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483BF2FD-7060-426E-BD96-575FED40B7C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18496024-1429-4312-ADA4-99ADAB52CE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0096" y="300123"/>
            <a:ext cx="3458109" cy="3429000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  <p:grpSp>
        <p:nvGrpSpPr>
          <p:cNvPr id="20" name="Groupe 19">
            <a:extLst>
              <a:ext uri="{FF2B5EF4-FFF2-40B4-BE49-F238E27FC236}">
                <a16:creationId xmlns:a16="http://schemas.microsoft.com/office/drawing/2014/main" id="{77B1E0CC-4124-4808-B7EB-5A117BF7B678}"/>
              </a:ext>
            </a:extLst>
          </p:cNvPr>
          <p:cNvGrpSpPr/>
          <p:nvPr/>
        </p:nvGrpSpPr>
        <p:grpSpPr>
          <a:xfrm>
            <a:off x="719403" y="3729124"/>
            <a:ext cx="4252715" cy="2686161"/>
            <a:chOff x="539552" y="2796842"/>
            <a:chExt cx="3189536" cy="2014621"/>
          </a:xfrm>
        </p:grpSpPr>
        <p:pic>
          <p:nvPicPr>
            <p:cNvPr id="14" name="Image 13">
              <a:extLst>
                <a:ext uri="{FF2B5EF4-FFF2-40B4-BE49-F238E27FC236}">
                  <a16:creationId xmlns:a16="http://schemas.microsoft.com/office/drawing/2014/main" id="{EC44E15C-6E59-4A7B-99FE-7244A95BE88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39552" y="2861384"/>
              <a:ext cx="3189536" cy="1950079"/>
            </a:xfrm>
            <a:prstGeom prst="rect">
              <a:avLst/>
            </a:prstGeom>
          </p:spPr>
        </p:pic>
        <p:sp>
          <p:nvSpPr>
            <p:cNvPr id="18" name="Espace réservé du contenu 3">
              <a:extLst>
                <a:ext uri="{FF2B5EF4-FFF2-40B4-BE49-F238E27FC236}">
                  <a16:creationId xmlns:a16="http://schemas.microsoft.com/office/drawing/2014/main" id="{C8A21FA5-6D08-47F2-8836-E27DF9D458E6}"/>
                </a:ext>
              </a:extLst>
            </p:cNvPr>
            <p:cNvSpPr txBox="1">
              <a:spLocks/>
            </p:cNvSpPr>
            <p:nvPr/>
          </p:nvSpPr>
          <p:spPr bwMode="gray">
            <a:xfrm>
              <a:off x="3009213" y="2796842"/>
              <a:ext cx="433126" cy="424486"/>
            </a:xfrm>
            <a:prstGeom prst="rect">
              <a:avLst/>
            </a:prstGeom>
            <a:ln w="19050">
              <a:solidFill>
                <a:schemeClr val="accent5"/>
              </a:solidFill>
            </a:ln>
          </p:spPr>
          <p:txBody>
            <a:bodyPr vert="horz" lIns="96000" tIns="0" rIns="0" bIns="0" rtlCol="0" anchor="ctr">
              <a:noAutofit/>
            </a:bodyPr>
            <a:lstStyle>
              <a:lvl1pPr marL="285750" marR="0" indent="-285750" algn="l" defTabSz="9144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20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q"/>
                <a:tabLst/>
                <a:defRPr sz="1800" kern="1200" baseline="0">
                  <a:solidFill>
                    <a:schemeClr val="accent2"/>
                  </a:solidFill>
                  <a:latin typeface="+mn-lt"/>
                  <a:ea typeface="+mn-ea"/>
                  <a:cs typeface="+mn-cs"/>
                </a:defRPr>
              </a:lvl1pPr>
              <a:lvl2pPr marL="623888" marR="0" indent="-2857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D7404"/>
                </a:buClr>
                <a:buSzPct val="105000"/>
                <a:buFont typeface="Wingdings" panose="05000000000000000000" pitchFamily="2" charset="2"/>
                <a:buChar char="§"/>
                <a:tabLst>
                  <a:tab pos="623888" algn="l"/>
                </a:tabLst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04863" marR="0" indent="-179388" algn="l" defTabSz="914400" rtl="0" eaLnBrk="1" fontAlgn="auto" latinLnBrk="0" hangingPunct="1">
                <a:lnSpc>
                  <a:spcPct val="100000"/>
                </a:lnSpc>
                <a:spcBef>
                  <a:spcPts val="500"/>
                </a:spcBef>
                <a:spcAft>
                  <a:spcPts val="0"/>
                </a:spcAft>
                <a:buClr>
                  <a:srgbClr val="63666A"/>
                </a:buClr>
                <a:buSzTx/>
                <a:buFont typeface="Arial" panose="020B0604020202020204" pitchFamily="34" charset="0"/>
                <a:buChar char="•"/>
                <a:tabLst>
                  <a:tab pos="714375" algn="l"/>
                </a:tabLst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74738" marR="0" indent="-185738" algn="l" defTabSz="914400" rtl="0" eaLnBrk="1" fontAlgn="auto" latinLnBrk="0" hangingPunct="1">
                <a:lnSpc>
                  <a:spcPct val="100000"/>
                </a:lnSpc>
                <a:spcBef>
                  <a:spcPts val="500"/>
                </a:spcBef>
                <a:spcAft>
                  <a:spcPts val="0"/>
                </a:spcAft>
                <a:buClr>
                  <a:srgbClr val="63666A"/>
                </a:buClr>
                <a:buSzTx/>
                <a:buFont typeface="Symbol" panose="05050102010706020507" pitchFamily="18" charset="2"/>
                <a:buChar char="-"/>
                <a:tabLst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46200" marR="0" indent="-185738" algn="l" defTabSz="914400" rtl="0" eaLnBrk="1" fontAlgn="auto" latinLnBrk="0" hangingPunct="1">
                <a:lnSpc>
                  <a:spcPct val="100000"/>
                </a:lnSpc>
                <a:spcBef>
                  <a:spcPts val="500"/>
                </a:spcBef>
                <a:spcAft>
                  <a:spcPts val="0"/>
                </a:spcAft>
                <a:buClr>
                  <a:srgbClr val="63666A"/>
                </a:buClr>
                <a:buSzPct val="85000"/>
                <a:buFont typeface="Courier New" panose="02070309020205020404" pitchFamily="49" charset="0"/>
                <a:buChar char="o"/>
                <a:tabLst>
                  <a:tab pos="1255713" algn="l"/>
                </a:tabLst>
                <a:defRPr sz="12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06563" marR="0" indent="-185738" algn="l" defTabSz="914400" rtl="0" eaLnBrk="1" fontAlgn="auto" latinLnBrk="0" hangingPunct="1">
                <a:lnSpc>
                  <a:spcPct val="100000"/>
                </a:lnSpc>
                <a:spcBef>
                  <a:spcPts val="500"/>
                </a:spcBef>
                <a:spcAft>
                  <a:spcPts val="0"/>
                </a:spcAft>
                <a:buClr>
                  <a:srgbClr val="63666A"/>
                </a:buClr>
                <a:buSzTx/>
                <a:buFont typeface="Calibri" panose="020F0502020204030204" pitchFamily="34" charset="0"/>
                <a:buChar char="»"/>
                <a:tabLst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766800" indent="-187200" algn="l" defTabSz="914400" rtl="0" eaLnBrk="1" latinLnBrk="0" hangingPunct="1">
                <a:spcBef>
                  <a:spcPts val="500"/>
                </a:spcBef>
                <a:buClr>
                  <a:schemeClr val="tx1"/>
                </a:buClr>
                <a:buFont typeface="Calibri" panose="020F0502020204030204" pitchFamily="34" charset="0"/>
                <a:buChar char="»"/>
                <a:defRPr sz="1400" kern="1200" baseline="0">
                  <a:solidFill>
                    <a:srgbClr val="6D6D6D"/>
                  </a:solidFill>
                  <a:latin typeface="+mn-lt"/>
                  <a:ea typeface="+mn-ea"/>
                  <a:cs typeface="+mn-cs"/>
                </a:defRPr>
              </a:lvl7pPr>
              <a:lvl8pPr marL="766800" indent="-187200" algn="l" defTabSz="914400" rtl="0" eaLnBrk="1" latinLnBrk="0" hangingPunct="1">
                <a:spcBef>
                  <a:spcPts val="500"/>
                </a:spcBef>
                <a:buClr>
                  <a:schemeClr val="tx1"/>
                </a:buClr>
                <a:buFont typeface="Calibri" panose="020F0502020204030204" pitchFamily="34" charset="0"/>
                <a:buChar char="»"/>
                <a:defRPr sz="1400" kern="1200" baseline="0">
                  <a:solidFill>
                    <a:srgbClr val="6D6D6D"/>
                  </a:solidFill>
                  <a:latin typeface="+mn-lt"/>
                  <a:ea typeface="+mn-ea"/>
                  <a:cs typeface="+mn-cs"/>
                </a:defRPr>
              </a:lvl8pPr>
              <a:lvl9pPr marL="766800" indent="-187200" algn="l" defTabSz="914400" rtl="0" eaLnBrk="1" latinLnBrk="0" hangingPunct="1">
                <a:spcBef>
                  <a:spcPts val="500"/>
                </a:spcBef>
                <a:buClr>
                  <a:schemeClr val="tx1"/>
                </a:buClr>
                <a:buFont typeface="Calibri" panose="020F0502020204030204" pitchFamily="34" charset="0"/>
                <a:buChar char="»"/>
                <a:defRPr sz="1400" kern="1200" baseline="0">
                  <a:solidFill>
                    <a:srgbClr val="6D6D6D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endParaRPr lang="fr-FR" sz="2400"/>
            </a:p>
          </p:txBody>
        </p:sp>
      </p:grpSp>
      <p:pic>
        <p:nvPicPr>
          <p:cNvPr id="16" name="Image 15">
            <a:extLst>
              <a:ext uri="{FF2B5EF4-FFF2-40B4-BE49-F238E27FC236}">
                <a16:creationId xmlns:a16="http://schemas.microsoft.com/office/drawing/2014/main" id="{6B47A577-0AC9-4B81-8433-DAA214E2E7B0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6210"/>
          <a:stretch/>
        </p:blipFill>
        <p:spPr>
          <a:xfrm>
            <a:off x="5102011" y="4381405"/>
            <a:ext cx="4032448" cy="1467651"/>
          </a:xfrm>
          <a:prstGeom prst="rect">
            <a:avLst/>
          </a:prstGeom>
        </p:spPr>
      </p:pic>
      <p:pic>
        <p:nvPicPr>
          <p:cNvPr id="19" name="Image 18">
            <a:extLst>
              <a:ext uri="{FF2B5EF4-FFF2-40B4-BE49-F238E27FC236}">
                <a16:creationId xmlns:a16="http://schemas.microsoft.com/office/drawing/2014/main" id="{3AA2241D-0401-4957-A39C-7927AB25464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64352" y="3959773"/>
            <a:ext cx="2094931" cy="2225184"/>
          </a:xfrm>
          <a:prstGeom prst="rect">
            <a:avLst/>
          </a:prstGeom>
        </p:spPr>
      </p:pic>
      <p:cxnSp>
        <p:nvCxnSpPr>
          <p:cNvPr id="12" name="Connecteur droit 11">
            <a:extLst>
              <a:ext uri="{FF2B5EF4-FFF2-40B4-BE49-F238E27FC236}">
                <a16:creationId xmlns:a16="http://schemas.microsoft.com/office/drawing/2014/main" id="{EBF93942-DB66-4BBF-BBFD-B9A7E4E54349}"/>
              </a:ext>
            </a:extLst>
          </p:cNvPr>
          <p:cNvCxnSpPr/>
          <p:nvPr/>
        </p:nvCxnSpPr>
        <p:spPr>
          <a:xfrm>
            <a:off x="10704512" y="93494"/>
            <a:ext cx="0" cy="797613"/>
          </a:xfrm>
          <a:prstGeom prst="line">
            <a:avLst/>
          </a:prstGeom>
          <a:ln w="9525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Image 12">
            <a:extLst>
              <a:ext uri="{FF2B5EF4-FFF2-40B4-BE49-F238E27FC236}">
                <a16:creationId xmlns:a16="http://schemas.microsoft.com/office/drawing/2014/main" id="{78EBC35E-BF4A-450C-BAA6-5C003F1DA92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19995" y="348780"/>
            <a:ext cx="1242163" cy="393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89805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3D4F5BA3-2835-4A69-B954-05138451ED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6000" y="1494001"/>
            <a:ext cx="5279947" cy="4322520"/>
          </a:xfrm>
        </p:spPr>
        <p:txBody>
          <a:bodyPr/>
          <a:lstStyle/>
          <a:p>
            <a:r>
              <a:rPr lang="fr-FR" dirty="0"/>
              <a:t>Le superviseur peut accéder à l’ensemble des interventions soldées par les techniciens</a:t>
            </a:r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0A873E48-3BB2-482D-9116-CC672922B2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6273" y="36075"/>
            <a:ext cx="11519451" cy="903600"/>
          </a:xfrm>
        </p:spPr>
        <p:txBody>
          <a:bodyPr/>
          <a:lstStyle/>
          <a:p>
            <a:br>
              <a:rPr lang="fr-FR"/>
            </a:br>
            <a:r>
              <a:rPr lang="fr-FR"/>
              <a:t>Validation superviseur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483BF2FD-7060-426E-BD96-575FED40B7C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12" name="Espace réservé du contenu 1">
            <a:extLst>
              <a:ext uri="{FF2B5EF4-FFF2-40B4-BE49-F238E27FC236}">
                <a16:creationId xmlns:a16="http://schemas.microsoft.com/office/drawing/2014/main" id="{BE56C553-F89B-4321-9FCC-8E2CCCCC751D}"/>
              </a:ext>
            </a:extLst>
          </p:cNvPr>
          <p:cNvSpPr txBox="1">
            <a:spLocks/>
          </p:cNvSpPr>
          <p:nvPr/>
        </p:nvSpPr>
        <p:spPr bwMode="gray">
          <a:xfrm>
            <a:off x="6095999" y="1494001"/>
            <a:ext cx="5885828" cy="432252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85750" marR="0" indent="-28575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q"/>
              <a:tabLst/>
              <a:defRPr sz="1800" kern="1200" baseline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623888" marR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D7404"/>
              </a:buClr>
              <a:buSzPct val="105000"/>
              <a:buFont typeface="Wingdings" panose="05000000000000000000" pitchFamily="2" charset="2"/>
              <a:buChar char="§"/>
              <a:tabLst>
                <a:tab pos="623888" algn="l"/>
              </a:tabLst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04863" marR="0" indent="-179388" algn="l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63666A"/>
              </a:buClr>
              <a:buSzTx/>
              <a:buFont typeface="Arial" panose="020B0604020202020204" pitchFamily="34" charset="0"/>
              <a:buChar char="•"/>
              <a:tabLst>
                <a:tab pos="714375" algn="l"/>
              </a:tabLst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74738" marR="0" indent="-185738" algn="l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63666A"/>
              </a:buClr>
              <a:buSzTx/>
              <a:buFont typeface="Symbol" panose="05050102010706020507" pitchFamily="18" charset="2"/>
              <a:buChar char="-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46200" marR="0" indent="-185738" algn="l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63666A"/>
              </a:buClr>
              <a:buSzPct val="85000"/>
              <a:buFont typeface="Courier New" panose="02070309020205020404" pitchFamily="49" charset="0"/>
              <a:buChar char="o"/>
              <a:tabLst>
                <a:tab pos="1255713" algn="l"/>
              </a:tabLst>
              <a:defRPr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06563" marR="0" indent="-185738" algn="l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63666A"/>
              </a:buClr>
              <a:buSzTx/>
              <a:buFont typeface="Calibri" panose="020F0502020204030204" pitchFamily="34" charset="0"/>
              <a:buChar char="»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766800" indent="-187200" algn="l" defTabSz="914400" rtl="0" eaLnBrk="1" latinLnBrk="0" hangingPunct="1">
              <a:spcBef>
                <a:spcPts val="500"/>
              </a:spcBef>
              <a:buClr>
                <a:schemeClr val="tx1"/>
              </a:buClr>
              <a:buFont typeface="Calibri" panose="020F0502020204030204" pitchFamily="34" charset="0"/>
              <a:buChar char="»"/>
              <a:defRPr sz="1400" kern="1200" baseline="0">
                <a:solidFill>
                  <a:srgbClr val="6D6D6D"/>
                </a:solidFill>
                <a:latin typeface="+mn-lt"/>
                <a:ea typeface="+mn-ea"/>
                <a:cs typeface="+mn-cs"/>
              </a:defRPr>
            </a:lvl7pPr>
            <a:lvl8pPr marL="766800" indent="-187200" algn="l" defTabSz="914400" rtl="0" eaLnBrk="1" latinLnBrk="0" hangingPunct="1">
              <a:spcBef>
                <a:spcPts val="500"/>
              </a:spcBef>
              <a:buClr>
                <a:schemeClr val="tx1"/>
              </a:buClr>
              <a:buFont typeface="Calibri" panose="020F0502020204030204" pitchFamily="34" charset="0"/>
              <a:buChar char="»"/>
              <a:defRPr sz="1400" kern="1200" baseline="0">
                <a:solidFill>
                  <a:srgbClr val="6D6D6D"/>
                </a:solidFill>
                <a:latin typeface="+mn-lt"/>
                <a:ea typeface="+mn-ea"/>
                <a:cs typeface="+mn-cs"/>
              </a:defRPr>
            </a:lvl8pPr>
            <a:lvl9pPr marL="766800" indent="-187200" algn="l" defTabSz="914400" rtl="0" eaLnBrk="1" latinLnBrk="0" hangingPunct="1">
              <a:spcBef>
                <a:spcPts val="500"/>
              </a:spcBef>
              <a:buClr>
                <a:schemeClr val="tx1"/>
              </a:buClr>
              <a:buFont typeface="Calibri" panose="020F0502020204030204" pitchFamily="34" charset="0"/>
              <a:buChar char="»"/>
              <a:defRPr sz="1400" kern="1200" baseline="0">
                <a:solidFill>
                  <a:srgbClr val="6D6D6D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2400"/>
              <a:t>Il vérifie le compte rendu, le modifie si nécessaire et valide l’intervention</a:t>
            </a:r>
          </a:p>
        </p:txBody>
      </p:sp>
      <p:grpSp>
        <p:nvGrpSpPr>
          <p:cNvPr id="8" name="Groupe 7">
            <a:extLst>
              <a:ext uri="{FF2B5EF4-FFF2-40B4-BE49-F238E27FC236}">
                <a16:creationId xmlns:a16="http://schemas.microsoft.com/office/drawing/2014/main" id="{AA8DCEC4-5096-4711-B87A-00E065033A7B}"/>
              </a:ext>
            </a:extLst>
          </p:cNvPr>
          <p:cNvGrpSpPr/>
          <p:nvPr/>
        </p:nvGrpSpPr>
        <p:grpSpPr>
          <a:xfrm>
            <a:off x="719403" y="2839905"/>
            <a:ext cx="3741500" cy="2125763"/>
            <a:chOff x="397723" y="2211710"/>
            <a:chExt cx="3651398" cy="2074570"/>
          </a:xfrm>
        </p:grpSpPr>
        <p:pic>
          <p:nvPicPr>
            <p:cNvPr id="6" name="Image 5">
              <a:extLst>
                <a:ext uri="{FF2B5EF4-FFF2-40B4-BE49-F238E27FC236}">
                  <a16:creationId xmlns:a16="http://schemas.microsoft.com/office/drawing/2014/main" id="{BEE0E1B9-69BF-492C-9385-7B71F75C81D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14838" y="2211710"/>
              <a:ext cx="3634283" cy="2074570"/>
            </a:xfrm>
            <a:prstGeom prst="rect">
              <a:avLst/>
            </a:prstGeom>
          </p:spPr>
        </p:pic>
        <p:sp>
          <p:nvSpPr>
            <p:cNvPr id="15" name="Espace réservé du contenu 3">
              <a:extLst>
                <a:ext uri="{FF2B5EF4-FFF2-40B4-BE49-F238E27FC236}">
                  <a16:creationId xmlns:a16="http://schemas.microsoft.com/office/drawing/2014/main" id="{D3396AD6-D10E-4E19-9D04-10BF3B8C3C2C}"/>
                </a:ext>
              </a:extLst>
            </p:cNvPr>
            <p:cNvSpPr txBox="1">
              <a:spLocks/>
            </p:cNvSpPr>
            <p:nvPr/>
          </p:nvSpPr>
          <p:spPr bwMode="gray">
            <a:xfrm>
              <a:off x="397723" y="2632681"/>
              <a:ext cx="1318611" cy="217530"/>
            </a:xfrm>
            <a:prstGeom prst="rect">
              <a:avLst/>
            </a:prstGeom>
            <a:ln w="19050">
              <a:solidFill>
                <a:schemeClr val="accent5"/>
              </a:solidFill>
            </a:ln>
          </p:spPr>
          <p:txBody>
            <a:bodyPr vert="horz" lIns="96000" tIns="0" rIns="0" bIns="0" rtlCol="0" anchor="ctr">
              <a:noAutofit/>
            </a:bodyPr>
            <a:lstStyle>
              <a:lvl1pPr marL="285750" marR="0" indent="-285750" algn="l" defTabSz="9144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20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q"/>
                <a:tabLst/>
                <a:defRPr sz="1800" kern="1200" baseline="0">
                  <a:solidFill>
                    <a:schemeClr val="accent2"/>
                  </a:solidFill>
                  <a:latin typeface="+mn-lt"/>
                  <a:ea typeface="+mn-ea"/>
                  <a:cs typeface="+mn-cs"/>
                </a:defRPr>
              </a:lvl1pPr>
              <a:lvl2pPr marL="623888" marR="0" indent="-2857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D7404"/>
                </a:buClr>
                <a:buSzPct val="105000"/>
                <a:buFont typeface="Wingdings" panose="05000000000000000000" pitchFamily="2" charset="2"/>
                <a:buChar char="§"/>
                <a:tabLst>
                  <a:tab pos="623888" algn="l"/>
                </a:tabLst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04863" marR="0" indent="-179388" algn="l" defTabSz="914400" rtl="0" eaLnBrk="1" fontAlgn="auto" latinLnBrk="0" hangingPunct="1">
                <a:lnSpc>
                  <a:spcPct val="100000"/>
                </a:lnSpc>
                <a:spcBef>
                  <a:spcPts val="500"/>
                </a:spcBef>
                <a:spcAft>
                  <a:spcPts val="0"/>
                </a:spcAft>
                <a:buClr>
                  <a:srgbClr val="63666A"/>
                </a:buClr>
                <a:buSzTx/>
                <a:buFont typeface="Arial" panose="020B0604020202020204" pitchFamily="34" charset="0"/>
                <a:buChar char="•"/>
                <a:tabLst>
                  <a:tab pos="714375" algn="l"/>
                </a:tabLst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74738" marR="0" indent="-185738" algn="l" defTabSz="914400" rtl="0" eaLnBrk="1" fontAlgn="auto" latinLnBrk="0" hangingPunct="1">
                <a:lnSpc>
                  <a:spcPct val="100000"/>
                </a:lnSpc>
                <a:spcBef>
                  <a:spcPts val="500"/>
                </a:spcBef>
                <a:spcAft>
                  <a:spcPts val="0"/>
                </a:spcAft>
                <a:buClr>
                  <a:srgbClr val="63666A"/>
                </a:buClr>
                <a:buSzTx/>
                <a:buFont typeface="Symbol" panose="05050102010706020507" pitchFamily="18" charset="2"/>
                <a:buChar char="-"/>
                <a:tabLst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46200" marR="0" indent="-185738" algn="l" defTabSz="914400" rtl="0" eaLnBrk="1" fontAlgn="auto" latinLnBrk="0" hangingPunct="1">
                <a:lnSpc>
                  <a:spcPct val="100000"/>
                </a:lnSpc>
                <a:spcBef>
                  <a:spcPts val="500"/>
                </a:spcBef>
                <a:spcAft>
                  <a:spcPts val="0"/>
                </a:spcAft>
                <a:buClr>
                  <a:srgbClr val="63666A"/>
                </a:buClr>
                <a:buSzPct val="85000"/>
                <a:buFont typeface="Courier New" panose="02070309020205020404" pitchFamily="49" charset="0"/>
                <a:buChar char="o"/>
                <a:tabLst>
                  <a:tab pos="1255713" algn="l"/>
                </a:tabLst>
                <a:defRPr sz="12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06563" marR="0" indent="-185738" algn="l" defTabSz="914400" rtl="0" eaLnBrk="1" fontAlgn="auto" latinLnBrk="0" hangingPunct="1">
                <a:lnSpc>
                  <a:spcPct val="100000"/>
                </a:lnSpc>
                <a:spcBef>
                  <a:spcPts val="500"/>
                </a:spcBef>
                <a:spcAft>
                  <a:spcPts val="0"/>
                </a:spcAft>
                <a:buClr>
                  <a:srgbClr val="63666A"/>
                </a:buClr>
                <a:buSzTx/>
                <a:buFont typeface="Calibri" panose="020F0502020204030204" pitchFamily="34" charset="0"/>
                <a:buChar char="»"/>
                <a:tabLst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766800" indent="-187200" algn="l" defTabSz="914400" rtl="0" eaLnBrk="1" latinLnBrk="0" hangingPunct="1">
                <a:spcBef>
                  <a:spcPts val="500"/>
                </a:spcBef>
                <a:buClr>
                  <a:schemeClr val="tx1"/>
                </a:buClr>
                <a:buFont typeface="Calibri" panose="020F0502020204030204" pitchFamily="34" charset="0"/>
                <a:buChar char="»"/>
                <a:defRPr sz="1400" kern="1200" baseline="0">
                  <a:solidFill>
                    <a:srgbClr val="6D6D6D"/>
                  </a:solidFill>
                  <a:latin typeface="+mn-lt"/>
                  <a:ea typeface="+mn-ea"/>
                  <a:cs typeface="+mn-cs"/>
                </a:defRPr>
              </a:lvl7pPr>
              <a:lvl8pPr marL="766800" indent="-187200" algn="l" defTabSz="914400" rtl="0" eaLnBrk="1" latinLnBrk="0" hangingPunct="1">
                <a:spcBef>
                  <a:spcPts val="500"/>
                </a:spcBef>
                <a:buClr>
                  <a:schemeClr val="tx1"/>
                </a:buClr>
                <a:buFont typeface="Calibri" panose="020F0502020204030204" pitchFamily="34" charset="0"/>
                <a:buChar char="»"/>
                <a:defRPr sz="1400" kern="1200" baseline="0">
                  <a:solidFill>
                    <a:srgbClr val="6D6D6D"/>
                  </a:solidFill>
                  <a:latin typeface="+mn-lt"/>
                  <a:ea typeface="+mn-ea"/>
                  <a:cs typeface="+mn-cs"/>
                </a:defRPr>
              </a:lvl8pPr>
              <a:lvl9pPr marL="766800" indent="-187200" algn="l" defTabSz="914400" rtl="0" eaLnBrk="1" latinLnBrk="0" hangingPunct="1">
                <a:spcBef>
                  <a:spcPts val="500"/>
                </a:spcBef>
                <a:buClr>
                  <a:schemeClr val="tx1"/>
                </a:buClr>
                <a:buFont typeface="Calibri" panose="020F0502020204030204" pitchFamily="34" charset="0"/>
                <a:buChar char="»"/>
                <a:defRPr sz="1400" kern="1200" baseline="0">
                  <a:solidFill>
                    <a:srgbClr val="6D6D6D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endParaRPr lang="fr-FR" sz="2400"/>
            </a:p>
          </p:txBody>
        </p:sp>
      </p:grpSp>
      <p:pic>
        <p:nvPicPr>
          <p:cNvPr id="7" name="Image 6">
            <a:extLst>
              <a:ext uri="{FF2B5EF4-FFF2-40B4-BE49-F238E27FC236}">
                <a16:creationId xmlns:a16="http://schemas.microsoft.com/office/drawing/2014/main" id="{A18ACCB1-13F9-43F0-B52A-3C7A1EDC45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941" y="5141077"/>
            <a:ext cx="3832676" cy="985771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924427B5-06A0-4BCF-AC93-A6D9DABC56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9579" y="2210430"/>
            <a:ext cx="3840427" cy="3815435"/>
          </a:xfrm>
          <a:prstGeom prst="rect">
            <a:avLst/>
          </a:prstGeom>
        </p:spPr>
      </p:pic>
      <p:sp>
        <p:nvSpPr>
          <p:cNvPr id="21" name="Espace réservé du contenu 3">
            <a:extLst>
              <a:ext uri="{FF2B5EF4-FFF2-40B4-BE49-F238E27FC236}">
                <a16:creationId xmlns:a16="http://schemas.microsoft.com/office/drawing/2014/main" id="{EF366ECA-8EF2-449F-B079-6DBBD20ED3FD}"/>
              </a:ext>
            </a:extLst>
          </p:cNvPr>
          <p:cNvSpPr txBox="1">
            <a:spLocks/>
          </p:cNvSpPr>
          <p:nvPr/>
        </p:nvSpPr>
        <p:spPr bwMode="gray">
          <a:xfrm>
            <a:off x="6860585" y="6047965"/>
            <a:ext cx="2918413" cy="266129"/>
          </a:xfrm>
          <a:prstGeom prst="rect">
            <a:avLst/>
          </a:prstGeom>
          <a:ln w="19050">
            <a:solidFill>
              <a:schemeClr val="accent5"/>
            </a:solidFill>
          </a:ln>
        </p:spPr>
        <p:txBody>
          <a:bodyPr vert="horz" lIns="96000" tIns="0" rIns="0" bIns="0" rtlCol="0" anchor="ctr">
            <a:noAutofit/>
          </a:bodyPr>
          <a:lstStyle>
            <a:lvl1pPr marL="285750" marR="0" indent="-28575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q"/>
              <a:tabLst/>
              <a:defRPr sz="1800" kern="1200" baseline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623888" marR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D7404"/>
              </a:buClr>
              <a:buSzPct val="105000"/>
              <a:buFont typeface="Wingdings" panose="05000000000000000000" pitchFamily="2" charset="2"/>
              <a:buChar char="§"/>
              <a:tabLst>
                <a:tab pos="623888" algn="l"/>
              </a:tabLst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04863" marR="0" indent="-179388" algn="l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63666A"/>
              </a:buClr>
              <a:buSzTx/>
              <a:buFont typeface="Arial" panose="020B0604020202020204" pitchFamily="34" charset="0"/>
              <a:buChar char="•"/>
              <a:tabLst>
                <a:tab pos="714375" algn="l"/>
              </a:tabLst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74738" marR="0" indent="-185738" algn="l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63666A"/>
              </a:buClr>
              <a:buSzTx/>
              <a:buFont typeface="Symbol" panose="05050102010706020507" pitchFamily="18" charset="2"/>
              <a:buChar char="-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46200" marR="0" indent="-185738" algn="l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63666A"/>
              </a:buClr>
              <a:buSzPct val="85000"/>
              <a:buFont typeface="Courier New" panose="02070309020205020404" pitchFamily="49" charset="0"/>
              <a:buChar char="o"/>
              <a:tabLst>
                <a:tab pos="1255713" algn="l"/>
              </a:tabLst>
              <a:defRPr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06563" marR="0" indent="-185738" algn="l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63666A"/>
              </a:buClr>
              <a:buSzTx/>
              <a:buFont typeface="Calibri" panose="020F0502020204030204" pitchFamily="34" charset="0"/>
              <a:buChar char="»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766800" indent="-187200" algn="l" defTabSz="914400" rtl="0" eaLnBrk="1" latinLnBrk="0" hangingPunct="1">
              <a:spcBef>
                <a:spcPts val="500"/>
              </a:spcBef>
              <a:buClr>
                <a:schemeClr val="tx1"/>
              </a:buClr>
              <a:buFont typeface="Calibri" panose="020F0502020204030204" pitchFamily="34" charset="0"/>
              <a:buChar char="»"/>
              <a:defRPr sz="1400" kern="1200" baseline="0">
                <a:solidFill>
                  <a:srgbClr val="6D6D6D"/>
                </a:solidFill>
                <a:latin typeface="+mn-lt"/>
                <a:ea typeface="+mn-ea"/>
                <a:cs typeface="+mn-cs"/>
              </a:defRPr>
            </a:lvl7pPr>
            <a:lvl8pPr marL="766800" indent="-187200" algn="l" defTabSz="914400" rtl="0" eaLnBrk="1" latinLnBrk="0" hangingPunct="1">
              <a:spcBef>
                <a:spcPts val="500"/>
              </a:spcBef>
              <a:buClr>
                <a:schemeClr val="tx1"/>
              </a:buClr>
              <a:buFont typeface="Calibri" panose="020F0502020204030204" pitchFamily="34" charset="0"/>
              <a:buChar char="»"/>
              <a:defRPr sz="1400" kern="1200" baseline="0">
                <a:solidFill>
                  <a:srgbClr val="6D6D6D"/>
                </a:solidFill>
                <a:latin typeface="+mn-lt"/>
                <a:ea typeface="+mn-ea"/>
                <a:cs typeface="+mn-cs"/>
              </a:defRPr>
            </a:lvl8pPr>
            <a:lvl9pPr marL="766800" indent="-187200" algn="l" defTabSz="914400" rtl="0" eaLnBrk="1" latinLnBrk="0" hangingPunct="1">
              <a:spcBef>
                <a:spcPts val="500"/>
              </a:spcBef>
              <a:buClr>
                <a:schemeClr val="tx1"/>
              </a:buClr>
              <a:buFont typeface="Calibri" panose="020F0502020204030204" pitchFamily="34" charset="0"/>
              <a:buChar char="»"/>
              <a:defRPr sz="1400" kern="1200" baseline="0">
                <a:solidFill>
                  <a:srgbClr val="6D6D6D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fr-FR" sz="2400"/>
          </a:p>
        </p:txBody>
      </p:sp>
      <p:sp>
        <p:nvSpPr>
          <p:cNvPr id="11" name="Flèche : bas 10">
            <a:extLst>
              <a:ext uri="{FF2B5EF4-FFF2-40B4-BE49-F238E27FC236}">
                <a16:creationId xmlns:a16="http://schemas.microsoft.com/office/drawing/2014/main" id="{AEA0D57F-5421-45CD-AA46-BDC49431E3F1}"/>
              </a:ext>
            </a:extLst>
          </p:cNvPr>
          <p:cNvSpPr/>
          <p:nvPr/>
        </p:nvSpPr>
        <p:spPr>
          <a:xfrm>
            <a:off x="2440322" y="4965669"/>
            <a:ext cx="212956" cy="241332"/>
          </a:xfrm>
          <a:prstGeom prst="downArrow">
            <a:avLst/>
          </a:prstGeom>
          <a:solidFill>
            <a:schemeClr val="accent1">
              <a:lumMod val="40000"/>
              <a:lumOff val="60000"/>
            </a:schemeClr>
          </a:solidFill>
          <a:ln w="3175"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fr-FR" sz="1600" b="1">
              <a:solidFill>
                <a:srgbClr val="6D6D6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5980983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heme/theme1.xml><?xml version="1.0" encoding="utf-8"?>
<a:theme xmlns:a="http://schemas.openxmlformats.org/drawingml/2006/main" name="GVA">
  <a:themeElements>
    <a:clrScheme name="GVA">
      <a:dk1>
        <a:srgbClr val="63666A"/>
      </a:dk1>
      <a:lt1>
        <a:sysClr val="window" lastClr="FFFFFF"/>
      </a:lt1>
      <a:dk2>
        <a:srgbClr val="ED7404"/>
      </a:dk2>
      <a:lt2>
        <a:srgbClr val="D4021D"/>
      </a:lt2>
      <a:accent1>
        <a:srgbClr val="80A3CA"/>
      </a:accent1>
      <a:accent2>
        <a:srgbClr val="005782"/>
      </a:accent2>
      <a:accent3>
        <a:srgbClr val="B5B5B5"/>
      </a:accent3>
      <a:accent4>
        <a:srgbClr val="484B47"/>
      </a:accent4>
      <a:accent5>
        <a:srgbClr val="80276C"/>
      </a:accent5>
      <a:accent6>
        <a:srgbClr val="323C18"/>
      </a:accent6>
      <a:hlink>
        <a:srgbClr val="80A3CA"/>
      </a:hlink>
      <a:folHlink>
        <a:srgbClr val="005782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 w="3175">
          <a:solidFill>
            <a:schemeClr val="accent1"/>
          </a:solidFill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a:spPr>
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<a:prstTxWarp prst="textNoShape">
          <a:avLst/>
        </a:prstTxWarp>
        <a:noAutofit/>
      </a:bodyPr>
      <a:lstStyle>
        <a:defPPr algn="ctr">
          <a:defRPr sz="1200" b="1" dirty="0">
            <a:solidFill>
              <a:srgbClr val="6D6D6D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accent3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>
          <a:defRPr sz="14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Template CanalBox" id="{18EF81D5-AB5A-4EB9-9447-665E8979DD17}" vid="{EFEEC22A-CA18-449D-B7AA-0B29F31189E7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ADF1FA9B8EB82418B12BA4E71E5BF84" ma:contentTypeVersion="2" ma:contentTypeDescription="Create a new document." ma:contentTypeScope="" ma:versionID="4a31c51f8a241ab75ded3db56176d8ae">
  <xsd:schema xmlns:xsd="http://www.w3.org/2001/XMLSchema" xmlns:xs="http://www.w3.org/2001/XMLSchema" xmlns:p="http://schemas.microsoft.com/office/2006/metadata/properties" xmlns:ns2="5fc4bdf1-4b1e-4f60-bd90-df6e66652117" targetNamespace="http://schemas.microsoft.com/office/2006/metadata/properties" ma:root="true" ma:fieldsID="c462fca569204a78f9d4f297dd4441c8" ns2:_="">
    <xsd:import namespace="5fc4bdf1-4b1e-4f60-bd90-df6e6665211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fc4bdf1-4b1e-4f60-bd90-df6e6665211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6FE2533-F3A7-4689-B7B2-16DB666B9F6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C5CD460-D9ED-4E4F-BEB5-83B3D290DF43}">
  <ds:schemaRefs>
    <ds:schemaRef ds:uri="5fc4bdf1-4b1e-4f60-bd90-df6e66652117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2AB3A6CA-3DDF-4940-BDF1-FEF897851AB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fc4bdf1-4b1e-4f60-bd90-df6e6665211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343</TotalTime>
  <Words>3215</Words>
  <Application>Microsoft Office PowerPoint</Application>
  <PresentationFormat>Widescreen</PresentationFormat>
  <Paragraphs>434</Paragraphs>
  <Slides>25</Slides>
  <Notes>2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5" baseType="lpstr">
      <vt:lpstr>Arial</vt:lpstr>
      <vt:lpstr>Arial Narrow</vt:lpstr>
      <vt:lpstr>Calibri</vt:lpstr>
      <vt:lpstr>Canal+</vt:lpstr>
      <vt:lpstr>Courier New</vt:lpstr>
      <vt:lpstr>Symbol</vt:lpstr>
      <vt:lpstr>Tahoma</vt:lpstr>
      <vt:lpstr>Wingdings</vt:lpstr>
      <vt:lpstr>GVA</vt:lpstr>
      <vt:lpstr>think-cell Slide</vt:lpstr>
      <vt:lpstr>Installation ISP B2C</vt:lpstr>
      <vt:lpstr>Une démarche pour soutenir l’accélération du développement de GVA</vt:lpstr>
      <vt:lpstr>Adoption de la démarche BPM avec une approche Top Down</vt:lpstr>
      <vt:lpstr>Carte identité processus – Installation ISP B2C</vt:lpstr>
      <vt:lpstr>PowerPoint Presentation</vt:lpstr>
      <vt:lpstr>PowerPoint Presentation</vt:lpstr>
      <vt:lpstr>PowerPoint Presentation</vt:lpstr>
      <vt:lpstr>Bilan de la modélisation – installation ISP B2C</vt:lpstr>
      <vt:lpstr>PROCEDURES</vt:lpstr>
      <vt:lpstr>Praxedo : Navigation superviseur </vt:lpstr>
      <vt:lpstr>Praxedo : Navigation technicien</vt:lpstr>
      <vt:lpstr> Prise de RDV d’installation – processus général</vt:lpstr>
      <vt:lpstr> Prise de RDV d’installation</vt:lpstr>
      <vt:lpstr>PowerPoint Presentation</vt:lpstr>
      <vt:lpstr> Prise de RDV d’installation</vt:lpstr>
      <vt:lpstr> Prise de RDV d’installation</vt:lpstr>
      <vt:lpstr> Prise de RDV d’installation – notification CGA</vt:lpstr>
      <vt:lpstr> Installation – RDV d’installation</vt:lpstr>
      <vt:lpstr> Installation – Compte-rendu technicien</vt:lpstr>
      <vt:lpstr>Installation – cas d’une « Reconnexion » </vt:lpstr>
      <vt:lpstr>Installation – cas d’une « Reconnexion » </vt:lpstr>
      <vt:lpstr>Installation - Intégration des poteaux ISP </vt:lpstr>
      <vt:lpstr>Installation - mesure de l’atténuation</vt:lpstr>
      <vt:lpstr> Installation – Résultat</vt:lpstr>
      <vt:lpstr> Validation superviseur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Process NOC</dc:title>
  <dc:creator>MELLOUK Djellali</dc:creator>
  <cp:lastModifiedBy>AWI ALHER Cherifane (Prestataire)</cp:lastModifiedBy>
  <cp:revision>4</cp:revision>
  <dcterms:created xsi:type="dcterms:W3CDTF">2020-04-29T08:03:34Z</dcterms:created>
  <dcterms:modified xsi:type="dcterms:W3CDTF">2021-05-18T16:44:20Z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0x010100AADF1FA9B8EB82418B12BA4E71E5BF84</vt:lpwstr>
  </property>
</Properties>
</file>