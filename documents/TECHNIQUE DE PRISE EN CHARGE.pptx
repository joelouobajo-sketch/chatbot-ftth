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8" r:id="rId3"/>
    <p:sldId id="276" r:id="rId4"/>
    <p:sldId id="283" r:id="rId5"/>
    <p:sldId id="280" r:id="rId6"/>
    <p:sldId id="267" r:id="rId7"/>
    <p:sldId id="258" r:id="rId8"/>
    <p:sldId id="271" r:id="rId9"/>
    <p:sldId id="272" r:id="rId10"/>
    <p:sldId id="277" r:id="rId11"/>
    <p:sldId id="259" r:id="rId12"/>
    <p:sldId id="284" r:id="rId13"/>
    <p:sldId id="278" r:id="rId14"/>
    <p:sldId id="260" r:id="rId15"/>
    <p:sldId id="261" r:id="rId16"/>
    <p:sldId id="262" r:id="rId17"/>
    <p:sldId id="265" r:id="rId18"/>
    <p:sldId id="270" r:id="rId19"/>
    <p:sldId id="274" r:id="rId20"/>
    <p:sldId id="275" r:id="rId21"/>
    <p:sldId id="273" r:id="rId22"/>
    <p:sldId id="281"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114" autoAdjust="0"/>
  </p:normalViewPr>
  <p:slideViewPr>
    <p:cSldViewPr snapToGrid="0">
      <p:cViewPr>
        <p:scale>
          <a:sx n="75" d="100"/>
          <a:sy n="75" d="100"/>
        </p:scale>
        <p:origin x="50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_rels/data5.xml.rels><?xml version="1.0" encoding="UTF-8" standalone="yes"?>
<Relationships xmlns="http://schemas.openxmlformats.org/package/2006/relationships"><Relationship Id="rId3" Type="http://schemas.openxmlformats.org/officeDocument/2006/relationships/hyperlink" Target="https://youtu.be/_8mTC7TxlTg" TargetMode="External"/><Relationship Id="rId2" Type="http://schemas.openxmlformats.org/officeDocument/2006/relationships/hyperlink" Target="https://youtu.be/Ma0c2KU9Q6s" TargetMode="External"/><Relationship Id="rId1" Type="http://schemas.openxmlformats.org/officeDocument/2006/relationships/hyperlink" Target="https://youtu.be/oZ-cHuD8tqg" TargetMode="External"/><Relationship Id="rId4" Type="http://schemas.openxmlformats.org/officeDocument/2006/relationships/hyperlink" Target="https://youtu.be/SZCEBYNUZuI" TargetMode="External"/></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6" Type="http://schemas.openxmlformats.org/officeDocument/2006/relationships/image" Target="../media/image29.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3" Type="http://schemas.openxmlformats.org/officeDocument/2006/relationships/hyperlink" Target="https://youtu.be/_8mTC7TxlTg" TargetMode="External"/><Relationship Id="rId2" Type="http://schemas.openxmlformats.org/officeDocument/2006/relationships/hyperlink" Target="https://youtu.be/Ma0c2KU9Q6s" TargetMode="External"/><Relationship Id="rId1" Type="http://schemas.openxmlformats.org/officeDocument/2006/relationships/hyperlink" Target="https://youtu.be/oZ-cHuD8tqg" TargetMode="External"/><Relationship Id="rId4" Type="http://schemas.openxmlformats.org/officeDocument/2006/relationships/hyperlink" Target="https://youtu.be/SZCEBYNUZuI"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2D3F65-33A4-4367-BF0C-5B278B97130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B0699869-C826-43C4-9DE3-F8EFAC2A94F7}">
      <dgm:prSet custT="1"/>
      <dgm:spPr/>
      <dgm:t>
        <a:bodyPr/>
        <a:lstStyle/>
        <a:p>
          <a:pPr algn="ctr"/>
          <a:r>
            <a:rPr lang="fr-FR" sz="2400" b="1" dirty="0"/>
            <a:t>UN BON ACCUEIL COMPORTE LA RÈGLE DES 4*20 SEONDES </a:t>
          </a:r>
          <a:endParaRPr lang="en-US" sz="2400" b="1" dirty="0"/>
        </a:p>
      </dgm:t>
    </dgm:pt>
    <dgm:pt modelId="{52A8FAD3-A1E2-4239-BA39-A63C1FC22E2A}" type="parTrans" cxnId="{E70A7BAB-793D-49F8-942D-CE4A01D35950}">
      <dgm:prSet/>
      <dgm:spPr/>
      <dgm:t>
        <a:bodyPr/>
        <a:lstStyle/>
        <a:p>
          <a:endParaRPr lang="en-US"/>
        </a:p>
      </dgm:t>
    </dgm:pt>
    <dgm:pt modelId="{4D6E91EB-C4DE-4DB0-91D0-02948E2A14AD}" type="sibTrans" cxnId="{E70A7BAB-793D-49F8-942D-CE4A01D35950}">
      <dgm:prSet/>
      <dgm:spPr/>
      <dgm:t>
        <a:bodyPr/>
        <a:lstStyle/>
        <a:p>
          <a:endParaRPr lang="en-US"/>
        </a:p>
      </dgm:t>
    </dgm:pt>
    <dgm:pt modelId="{20FC134D-444E-48A2-A8DC-8723C64BE8D4}">
      <dgm:prSet custT="1"/>
      <dgm:spPr/>
      <dgm:t>
        <a:bodyPr/>
        <a:lstStyle/>
        <a:p>
          <a:r>
            <a:rPr lang="fr-FR" sz="2800" dirty="0"/>
            <a:t>20 premières secondes</a:t>
          </a:r>
          <a:endParaRPr lang="en-US" sz="2800" dirty="0"/>
        </a:p>
      </dgm:t>
    </dgm:pt>
    <dgm:pt modelId="{B5D27CAC-24E9-4A5C-A93A-878102AAA0B6}" type="parTrans" cxnId="{4A56772B-494D-42B0-96F4-E31254B7CCE6}">
      <dgm:prSet/>
      <dgm:spPr/>
      <dgm:t>
        <a:bodyPr/>
        <a:lstStyle/>
        <a:p>
          <a:endParaRPr lang="en-US"/>
        </a:p>
      </dgm:t>
    </dgm:pt>
    <dgm:pt modelId="{9120E398-2F89-43C1-9AA9-6BF7EE8ADA07}" type="sibTrans" cxnId="{4A56772B-494D-42B0-96F4-E31254B7CCE6}">
      <dgm:prSet/>
      <dgm:spPr/>
      <dgm:t>
        <a:bodyPr/>
        <a:lstStyle/>
        <a:p>
          <a:endParaRPr lang="en-US"/>
        </a:p>
      </dgm:t>
    </dgm:pt>
    <dgm:pt modelId="{D9AF6790-F88A-4116-92E0-9B42E0C9EF93}">
      <dgm:prSet custT="1"/>
      <dgm:spPr/>
      <dgm:t>
        <a:bodyPr/>
        <a:lstStyle/>
        <a:p>
          <a:r>
            <a:rPr lang="fr-FR" sz="2800" dirty="0"/>
            <a:t>20 premiers gestes</a:t>
          </a:r>
          <a:endParaRPr lang="en-US" sz="2800" dirty="0"/>
        </a:p>
      </dgm:t>
    </dgm:pt>
    <dgm:pt modelId="{13AF6FAD-759A-48CD-AC11-18B43AAE7097}" type="parTrans" cxnId="{848A4501-D997-48CC-99D2-19DD8EEAFF5E}">
      <dgm:prSet/>
      <dgm:spPr/>
      <dgm:t>
        <a:bodyPr/>
        <a:lstStyle/>
        <a:p>
          <a:endParaRPr lang="en-US"/>
        </a:p>
      </dgm:t>
    </dgm:pt>
    <dgm:pt modelId="{F0575D12-6D55-4894-A925-AB869431ADB1}" type="sibTrans" cxnId="{848A4501-D997-48CC-99D2-19DD8EEAFF5E}">
      <dgm:prSet/>
      <dgm:spPr/>
      <dgm:t>
        <a:bodyPr/>
        <a:lstStyle/>
        <a:p>
          <a:endParaRPr lang="en-US"/>
        </a:p>
      </dgm:t>
    </dgm:pt>
    <dgm:pt modelId="{07F1803A-E8D3-4AC0-B81C-08E2C1659358}">
      <dgm:prSet custT="1"/>
      <dgm:spPr/>
      <dgm:t>
        <a:bodyPr/>
        <a:lstStyle/>
        <a:p>
          <a:r>
            <a:rPr lang="fr-FR" sz="2800" dirty="0"/>
            <a:t>20 premières mots</a:t>
          </a:r>
          <a:endParaRPr lang="en-US" sz="2800" dirty="0"/>
        </a:p>
      </dgm:t>
    </dgm:pt>
    <dgm:pt modelId="{DAE805B8-1A23-4AE7-8E57-8F0795FD69E1}" type="parTrans" cxnId="{5A9FDA20-E253-4814-8744-815A3E0D2886}">
      <dgm:prSet/>
      <dgm:spPr/>
      <dgm:t>
        <a:bodyPr/>
        <a:lstStyle/>
        <a:p>
          <a:endParaRPr lang="en-US"/>
        </a:p>
      </dgm:t>
    </dgm:pt>
    <dgm:pt modelId="{3BAED252-20FD-4832-970D-11FD8F506FE9}" type="sibTrans" cxnId="{5A9FDA20-E253-4814-8744-815A3E0D2886}">
      <dgm:prSet/>
      <dgm:spPr/>
      <dgm:t>
        <a:bodyPr/>
        <a:lstStyle/>
        <a:p>
          <a:endParaRPr lang="en-US"/>
        </a:p>
      </dgm:t>
    </dgm:pt>
    <dgm:pt modelId="{55F0A401-F85F-4F97-992E-1BFB4A8AFFA2}">
      <dgm:prSet custT="1"/>
      <dgm:spPr/>
      <dgm:t>
        <a:bodyPr/>
        <a:lstStyle/>
        <a:p>
          <a:r>
            <a:rPr lang="fr-FR" sz="2800" dirty="0"/>
            <a:t>20 cm entre vous et l’interlocuteur</a:t>
          </a:r>
          <a:endParaRPr lang="en-US" sz="2800" dirty="0"/>
        </a:p>
      </dgm:t>
    </dgm:pt>
    <dgm:pt modelId="{042B5D71-DDB8-40EC-B457-8F8D516784C0}" type="parTrans" cxnId="{CA050E6C-ECAB-45AB-B50F-573C153D2C5F}">
      <dgm:prSet/>
      <dgm:spPr/>
      <dgm:t>
        <a:bodyPr/>
        <a:lstStyle/>
        <a:p>
          <a:endParaRPr lang="en-US"/>
        </a:p>
      </dgm:t>
    </dgm:pt>
    <dgm:pt modelId="{4B2E2FF3-6AF4-425E-A63B-6E35DBE48593}" type="sibTrans" cxnId="{CA050E6C-ECAB-45AB-B50F-573C153D2C5F}">
      <dgm:prSet/>
      <dgm:spPr/>
      <dgm:t>
        <a:bodyPr/>
        <a:lstStyle/>
        <a:p>
          <a:endParaRPr lang="en-US"/>
        </a:p>
      </dgm:t>
    </dgm:pt>
    <dgm:pt modelId="{0343EC15-D2D8-47DA-A8F1-4ED60F22B9C2}" type="pres">
      <dgm:prSet presAssocID="{B72D3F65-33A4-4367-BF0C-5B278B971306}" presName="outerComposite" presStyleCnt="0">
        <dgm:presLayoutVars>
          <dgm:chMax val="5"/>
          <dgm:dir/>
          <dgm:resizeHandles val="exact"/>
        </dgm:presLayoutVars>
      </dgm:prSet>
      <dgm:spPr/>
    </dgm:pt>
    <dgm:pt modelId="{889CBA28-C0DD-4E60-9FA2-08F8B8BD9FE7}" type="pres">
      <dgm:prSet presAssocID="{B72D3F65-33A4-4367-BF0C-5B278B971306}" presName="dummyMaxCanvas" presStyleCnt="0">
        <dgm:presLayoutVars/>
      </dgm:prSet>
      <dgm:spPr/>
    </dgm:pt>
    <dgm:pt modelId="{9F628991-0FEE-40FA-B8CE-904AE07565CF}" type="pres">
      <dgm:prSet presAssocID="{B72D3F65-33A4-4367-BF0C-5B278B971306}" presName="FiveNodes_1" presStyleLbl="node1" presStyleIdx="0" presStyleCnt="5" custScaleX="121449" custLinFactY="-100000" custLinFactNeighborX="11663" custLinFactNeighborY="-106640">
        <dgm:presLayoutVars>
          <dgm:bulletEnabled val="1"/>
        </dgm:presLayoutVars>
      </dgm:prSet>
      <dgm:spPr/>
    </dgm:pt>
    <dgm:pt modelId="{2C169D6C-D3CA-44C8-9B24-F64BD9EC1B08}" type="pres">
      <dgm:prSet presAssocID="{B72D3F65-33A4-4367-BF0C-5B278B971306}" presName="FiveNodes_2" presStyleLbl="node1" presStyleIdx="1" presStyleCnt="5">
        <dgm:presLayoutVars>
          <dgm:bulletEnabled val="1"/>
        </dgm:presLayoutVars>
      </dgm:prSet>
      <dgm:spPr/>
    </dgm:pt>
    <dgm:pt modelId="{3E2848FA-2560-4461-8209-6813646DC362}" type="pres">
      <dgm:prSet presAssocID="{B72D3F65-33A4-4367-BF0C-5B278B971306}" presName="FiveNodes_3" presStyleLbl="node1" presStyleIdx="2" presStyleCnt="5">
        <dgm:presLayoutVars>
          <dgm:bulletEnabled val="1"/>
        </dgm:presLayoutVars>
      </dgm:prSet>
      <dgm:spPr/>
    </dgm:pt>
    <dgm:pt modelId="{684F7BBB-C47C-42E9-910B-694DE7E2FAB4}" type="pres">
      <dgm:prSet presAssocID="{B72D3F65-33A4-4367-BF0C-5B278B971306}" presName="FiveNodes_4" presStyleLbl="node1" presStyleIdx="3" presStyleCnt="5">
        <dgm:presLayoutVars>
          <dgm:bulletEnabled val="1"/>
        </dgm:presLayoutVars>
      </dgm:prSet>
      <dgm:spPr/>
    </dgm:pt>
    <dgm:pt modelId="{C9597055-A94E-4E5A-9E29-F4C594B448F8}" type="pres">
      <dgm:prSet presAssocID="{B72D3F65-33A4-4367-BF0C-5B278B971306}" presName="FiveNodes_5" presStyleLbl="node1" presStyleIdx="4" presStyleCnt="5">
        <dgm:presLayoutVars>
          <dgm:bulletEnabled val="1"/>
        </dgm:presLayoutVars>
      </dgm:prSet>
      <dgm:spPr/>
    </dgm:pt>
    <dgm:pt modelId="{0498D8EF-A858-499E-8C02-DD00C827EEC8}" type="pres">
      <dgm:prSet presAssocID="{B72D3F65-33A4-4367-BF0C-5B278B971306}" presName="FiveConn_1-2" presStyleLbl="fgAccFollowNode1" presStyleIdx="0" presStyleCnt="4">
        <dgm:presLayoutVars>
          <dgm:bulletEnabled val="1"/>
        </dgm:presLayoutVars>
      </dgm:prSet>
      <dgm:spPr/>
    </dgm:pt>
    <dgm:pt modelId="{D26AEBAA-9BA0-4260-8AE4-8983F76E75BD}" type="pres">
      <dgm:prSet presAssocID="{B72D3F65-33A4-4367-BF0C-5B278B971306}" presName="FiveConn_2-3" presStyleLbl="fgAccFollowNode1" presStyleIdx="1" presStyleCnt="4">
        <dgm:presLayoutVars>
          <dgm:bulletEnabled val="1"/>
        </dgm:presLayoutVars>
      </dgm:prSet>
      <dgm:spPr/>
    </dgm:pt>
    <dgm:pt modelId="{1D317D0D-4BC0-4988-89B7-E5F4FD7FA20E}" type="pres">
      <dgm:prSet presAssocID="{B72D3F65-33A4-4367-BF0C-5B278B971306}" presName="FiveConn_3-4" presStyleLbl="fgAccFollowNode1" presStyleIdx="2" presStyleCnt="4">
        <dgm:presLayoutVars>
          <dgm:bulletEnabled val="1"/>
        </dgm:presLayoutVars>
      </dgm:prSet>
      <dgm:spPr/>
    </dgm:pt>
    <dgm:pt modelId="{ACBF8B24-5BDB-4B30-9D8B-535ACCE820FC}" type="pres">
      <dgm:prSet presAssocID="{B72D3F65-33A4-4367-BF0C-5B278B971306}" presName="FiveConn_4-5" presStyleLbl="fgAccFollowNode1" presStyleIdx="3" presStyleCnt="4">
        <dgm:presLayoutVars>
          <dgm:bulletEnabled val="1"/>
        </dgm:presLayoutVars>
      </dgm:prSet>
      <dgm:spPr/>
    </dgm:pt>
    <dgm:pt modelId="{0DD8A3C8-09E6-4602-AD2B-2C089BA1297E}" type="pres">
      <dgm:prSet presAssocID="{B72D3F65-33A4-4367-BF0C-5B278B971306}" presName="FiveNodes_1_text" presStyleLbl="node1" presStyleIdx="4" presStyleCnt="5">
        <dgm:presLayoutVars>
          <dgm:bulletEnabled val="1"/>
        </dgm:presLayoutVars>
      </dgm:prSet>
      <dgm:spPr/>
    </dgm:pt>
    <dgm:pt modelId="{36405491-6852-4CC1-A9BF-B61CD245086D}" type="pres">
      <dgm:prSet presAssocID="{B72D3F65-33A4-4367-BF0C-5B278B971306}" presName="FiveNodes_2_text" presStyleLbl="node1" presStyleIdx="4" presStyleCnt="5">
        <dgm:presLayoutVars>
          <dgm:bulletEnabled val="1"/>
        </dgm:presLayoutVars>
      </dgm:prSet>
      <dgm:spPr/>
    </dgm:pt>
    <dgm:pt modelId="{79E5E76C-BA2F-449C-AAEF-39DE26B4D95D}" type="pres">
      <dgm:prSet presAssocID="{B72D3F65-33A4-4367-BF0C-5B278B971306}" presName="FiveNodes_3_text" presStyleLbl="node1" presStyleIdx="4" presStyleCnt="5">
        <dgm:presLayoutVars>
          <dgm:bulletEnabled val="1"/>
        </dgm:presLayoutVars>
      </dgm:prSet>
      <dgm:spPr/>
    </dgm:pt>
    <dgm:pt modelId="{E34B7D00-07BF-435F-AFDF-CECD22907E4A}" type="pres">
      <dgm:prSet presAssocID="{B72D3F65-33A4-4367-BF0C-5B278B971306}" presName="FiveNodes_4_text" presStyleLbl="node1" presStyleIdx="4" presStyleCnt="5">
        <dgm:presLayoutVars>
          <dgm:bulletEnabled val="1"/>
        </dgm:presLayoutVars>
      </dgm:prSet>
      <dgm:spPr/>
    </dgm:pt>
    <dgm:pt modelId="{74C53B74-CD06-4F8F-9525-CF73EA81AE43}" type="pres">
      <dgm:prSet presAssocID="{B72D3F65-33A4-4367-BF0C-5B278B971306}" presName="FiveNodes_5_text" presStyleLbl="node1" presStyleIdx="4" presStyleCnt="5">
        <dgm:presLayoutVars>
          <dgm:bulletEnabled val="1"/>
        </dgm:presLayoutVars>
      </dgm:prSet>
      <dgm:spPr/>
    </dgm:pt>
  </dgm:ptLst>
  <dgm:cxnLst>
    <dgm:cxn modelId="{848A4501-D997-48CC-99D2-19DD8EEAFF5E}" srcId="{B72D3F65-33A4-4367-BF0C-5B278B971306}" destId="{D9AF6790-F88A-4116-92E0-9B42E0C9EF93}" srcOrd="2" destOrd="0" parTransId="{13AF6FAD-759A-48CD-AC11-18B43AAE7097}" sibTransId="{F0575D12-6D55-4894-A925-AB869431ADB1}"/>
    <dgm:cxn modelId="{8741BB14-110A-49A8-9CCE-8D535F1C27AB}" type="presOf" srcId="{D9AF6790-F88A-4116-92E0-9B42E0C9EF93}" destId="{79E5E76C-BA2F-449C-AAEF-39DE26B4D95D}" srcOrd="1" destOrd="0" presId="urn:microsoft.com/office/officeart/2005/8/layout/vProcess5"/>
    <dgm:cxn modelId="{5A9FDA20-E253-4814-8744-815A3E0D2886}" srcId="{B72D3F65-33A4-4367-BF0C-5B278B971306}" destId="{07F1803A-E8D3-4AC0-B81C-08E2C1659358}" srcOrd="3" destOrd="0" parTransId="{DAE805B8-1A23-4AE7-8E57-8F0795FD69E1}" sibTransId="{3BAED252-20FD-4832-970D-11FD8F506FE9}"/>
    <dgm:cxn modelId="{4A56772B-494D-42B0-96F4-E31254B7CCE6}" srcId="{B72D3F65-33A4-4367-BF0C-5B278B971306}" destId="{20FC134D-444E-48A2-A8DC-8723C64BE8D4}" srcOrd="1" destOrd="0" parTransId="{B5D27CAC-24E9-4A5C-A93A-878102AAA0B6}" sibTransId="{9120E398-2F89-43C1-9AA9-6BF7EE8ADA07}"/>
    <dgm:cxn modelId="{32007F3A-B6E2-4EC1-A484-F85658CA478E}" type="presOf" srcId="{3BAED252-20FD-4832-970D-11FD8F506FE9}" destId="{ACBF8B24-5BDB-4B30-9D8B-535ACCE820FC}" srcOrd="0" destOrd="0" presId="urn:microsoft.com/office/officeart/2005/8/layout/vProcess5"/>
    <dgm:cxn modelId="{E51B0D40-2A07-4F95-8FC1-166F0959A9A9}" type="presOf" srcId="{4D6E91EB-C4DE-4DB0-91D0-02948E2A14AD}" destId="{0498D8EF-A858-499E-8C02-DD00C827EEC8}" srcOrd="0" destOrd="0" presId="urn:microsoft.com/office/officeart/2005/8/layout/vProcess5"/>
    <dgm:cxn modelId="{948EF568-1BC9-47AD-998C-0BC84CD49C0B}" type="presOf" srcId="{20FC134D-444E-48A2-A8DC-8723C64BE8D4}" destId="{2C169D6C-D3CA-44C8-9B24-F64BD9EC1B08}" srcOrd="0" destOrd="0" presId="urn:microsoft.com/office/officeart/2005/8/layout/vProcess5"/>
    <dgm:cxn modelId="{CA050E6C-ECAB-45AB-B50F-573C153D2C5F}" srcId="{B72D3F65-33A4-4367-BF0C-5B278B971306}" destId="{55F0A401-F85F-4F97-992E-1BFB4A8AFFA2}" srcOrd="4" destOrd="0" parTransId="{042B5D71-DDB8-40EC-B457-8F8D516784C0}" sibTransId="{4B2E2FF3-6AF4-425E-A63B-6E35DBE48593}"/>
    <dgm:cxn modelId="{6B1F024F-DF5E-4379-B05A-0CE8B80B8024}" type="presOf" srcId="{55F0A401-F85F-4F97-992E-1BFB4A8AFFA2}" destId="{74C53B74-CD06-4F8F-9525-CF73EA81AE43}" srcOrd="1" destOrd="0" presId="urn:microsoft.com/office/officeart/2005/8/layout/vProcess5"/>
    <dgm:cxn modelId="{D794DE56-ACCE-478B-AA15-36B926028A3D}" type="presOf" srcId="{07F1803A-E8D3-4AC0-B81C-08E2C1659358}" destId="{684F7BBB-C47C-42E9-910B-694DE7E2FAB4}" srcOrd="0" destOrd="0" presId="urn:microsoft.com/office/officeart/2005/8/layout/vProcess5"/>
    <dgm:cxn modelId="{D4144B92-CC60-450C-AE06-B35184BD7C5C}" type="presOf" srcId="{B0699869-C826-43C4-9DE3-F8EFAC2A94F7}" destId="{0DD8A3C8-09E6-4602-AD2B-2C089BA1297E}" srcOrd="1" destOrd="0" presId="urn:microsoft.com/office/officeart/2005/8/layout/vProcess5"/>
    <dgm:cxn modelId="{AAABF09E-6117-4A29-88D6-33529066FBA0}" type="presOf" srcId="{B72D3F65-33A4-4367-BF0C-5B278B971306}" destId="{0343EC15-D2D8-47DA-A8F1-4ED60F22B9C2}" srcOrd="0" destOrd="0" presId="urn:microsoft.com/office/officeart/2005/8/layout/vProcess5"/>
    <dgm:cxn modelId="{E70A7BAB-793D-49F8-942D-CE4A01D35950}" srcId="{B72D3F65-33A4-4367-BF0C-5B278B971306}" destId="{B0699869-C826-43C4-9DE3-F8EFAC2A94F7}" srcOrd="0" destOrd="0" parTransId="{52A8FAD3-A1E2-4239-BA39-A63C1FC22E2A}" sibTransId="{4D6E91EB-C4DE-4DB0-91D0-02948E2A14AD}"/>
    <dgm:cxn modelId="{6F5FB1C1-B17D-4C86-9DC3-FE8AB9A33F06}" type="presOf" srcId="{20FC134D-444E-48A2-A8DC-8723C64BE8D4}" destId="{36405491-6852-4CC1-A9BF-B61CD245086D}" srcOrd="1" destOrd="0" presId="urn:microsoft.com/office/officeart/2005/8/layout/vProcess5"/>
    <dgm:cxn modelId="{C9F204D6-0E94-4F98-A83C-3B4111336AB6}" type="presOf" srcId="{F0575D12-6D55-4894-A925-AB869431ADB1}" destId="{1D317D0D-4BC0-4988-89B7-E5F4FD7FA20E}" srcOrd="0" destOrd="0" presId="urn:microsoft.com/office/officeart/2005/8/layout/vProcess5"/>
    <dgm:cxn modelId="{4941E4D7-D0CE-4E74-8F90-07968D83D3C6}" type="presOf" srcId="{55F0A401-F85F-4F97-992E-1BFB4A8AFFA2}" destId="{C9597055-A94E-4E5A-9E29-F4C594B448F8}" srcOrd="0" destOrd="0" presId="urn:microsoft.com/office/officeart/2005/8/layout/vProcess5"/>
    <dgm:cxn modelId="{A9E763EB-1AA5-4D6C-B27E-6A0FA35DB51B}" type="presOf" srcId="{07F1803A-E8D3-4AC0-B81C-08E2C1659358}" destId="{E34B7D00-07BF-435F-AFDF-CECD22907E4A}" srcOrd="1" destOrd="0" presId="urn:microsoft.com/office/officeart/2005/8/layout/vProcess5"/>
    <dgm:cxn modelId="{FF1386F6-BE8E-4438-8BFD-ABBCC76D390F}" type="presOf" srcId="{D9AF6790-F88A-4116-92E0-9B42E0C9EF93}" destId="{3E2848FA-2560-4461-8209-6813646DC362}" srcOrd="0" destOrd="0" presId="urn:microsoft.com/office/officeart/2005/8/layout/vProcess5"/>
    <dgm:cxn modelId="{18B198F8-9099-4D79-BF37-C80C8672BD87}" type="presOf" srcId="{B0699869-C826-43C4-9DE3-F8EFAC2A94F7}" destId="{9F628991-0FEE-40FA-B8CE-904AE07565CF}" srcOrd="0" destOrd="0" presId="urn:microsoft.com/office/officeart/2005/8/layout/vProcess5"/>
    <dgm:cxn modelId="{16F97BFE-823A-47CB-BB72-8798555A569A}" type="presOf" srcId="{9120E398-2F89-43C1-9AA9-6BF7EE8ADA07}" destId="{D26AEBAA-9BA0-4260-8AE4-8983F76E75BD}" srcOrd="0" destOrd="0" presId="urn:microsoft.com/office/officeart/2005/8/layout/vProcess5"/>
    <dgm:cxn modelId="{A0023032-9BD5-4D4F-86A7-5522E5034288}" type="presParOf" srcId="{0343EC15-D2D8-47DA-A8F1-4ED60F22B9C2}" destId="{889CBA28-C0DD-4E60-9FA2-08F8B8BD9FE7}" srcOrd="0" destOrd="0" presId="urn:microsoft.com/office/officeart/2005/8/layout/vProcess5"/>
    <dgm:cxn modelId="{AA4DB51C-C06D-4DDE-9A6F-B4CC9308EAE3}" type="presParOf" srcId="{0343EC15-D2D8-47DA-A8F1-4ED60F22B9C2}" destId="{9F628991-0FEE-40FA-B8CE-904AE07565CF}" srcOrd="1" destOrd="0" presId="urn:microsoft.com/office/officeart/2005/8/layout/vProcess5"/>
    <dgm:cxn modelId="{12E5CAC6-0DD9-423A-9F93-6F488AD9EE0D}" type="presParOf" srcId="{0343EC15-D2D8-47DA-A8F1-4ED60F22B9C2}" destId="{2C169D6C-D3CA-44C8-9B24-F64BD9EC1B08}" srcOrd="2" destOrd="0" presId="urn:microsoft.com/office/officeart/2005/8/layout/vProcess5"/>
    <dgm:cxn modelId="{EC75B7B2-A7A9-47C6-AAD4-1778545C37BC}" type="presParOf" srcId="{0343EC15-D2D8-47DA-A8F1-4ED60F22B9C2}" destId="{3E2848FA-2560-4461-8209-6813646DC362}" srcOrd="3" destOrd="0" presId="urn:microsoft.com/office/officeart/2005/8/layout/vProcess5"/>
    <dgm:cxn modelId="{6158748D-D141-4165-BAFF-1DF76560C6A1}" type="presParOf" srcId="{0343EC15-D2D8-47DA-A8F1-4ED60F22B9C2}" destId="{684F7BBB-C47C-42E9-910B-694DE7E2FAB4}" srcOrd="4" destOrd="0" presId="urn:microsoft.com/office/officeart/2005/8/layout/vProcess5"/>
    <dgm:cxn modelId="{A3BCB8C9-3B71-45E4-9352-AC1BF6A7A39B}" type="presParOf" srcId="{0343EC15-D2D8-47DA-A8F1-4ED60F22B9C2}" destId="{C9597055-A94E-4E5A-9E29-F4C594B448F8}" srcOrd="5" destOrd="0" presId="urn:microsoft.com/office/officeart/2005/8/layout/vProcess5"/>
    <dgm:cxn modelId="{7C41ABE5-AF25-4608-B80D-1236B12BED2B}" type="presParOf" srcId="{0343EC15-D2D8-47DA-A8F1-4ED60F22B9C2}" destId="{0498D8EF-A858-499E-8C02-DD00C827EEC8}" srcOrd="6" destOrd="0" presId="urn:microsoft.com/office/officeart/2005/8/layout/vProcess5"/>
    <dgm:cxn modelId="{61A37566-5A96-4C79-B5B4-F101B3BFCA12}" type="presParOf" srcId="{0343EC15-D2D8-47DA-A8F1-4ED60F22B9C2}" destId="{D26AEBAA-9BA0-4260-8AE4-8983F76E75BD}" srcOrd="7" destOrd="0" presId="urn:microsoft.com/office/officeart/2005/8/layout/vProcess5"/>
    <dgm:cxn modelId="{170EB579-C0EA-4B46-9AEB-60C3824EA078}" type="presParOf" srcId="{0343EC15-D2D8-47DA-A8F1-4ED60F22B9C2}" destId="{1D317D0D-4BC0-4988-89B7-E5F4FD7FA20E}" srcOrd="8" destOrd="0" presId="urn:microsoft.com/office/officeart/2005/8/layout/vProcess5"/>
    <dgm:cxn modelId="{C5818BE0-4D28-4C1C-8B3E-B93061C33D02}" type="presParOf" srcId="{0343EC15-D2D8-47DA-A8F1-4ED60F22B9C2}" destId="{ACBF8B24-5BDB-4B30-9D8B-535ACCE820FC}" srcOrd="9" destOrd="0" presId="urn:microsoft.com/office/officeart/2005/8/layout/vProcess5"/>
    <dgm:cxn modelId="{7C74372A-761D-4C1B-BA22-CE26AC265521}" type="presParOf" srcId="{0343EC15-D2D8-47DA-A8F1-4ED60F22B9C2}" destId="{0DD8A3C8-09E6-4602-AD2B-2C089BA1297E}" srcOrd="10" destOrd="0" presId="urn:microsoft.com/office/officeart/2005/8/layout/vProcess5"/>
    <dgm:cxn modelId="{003159A9-644B-474D-A71E-DCB54E9C6A7E}" type="presParOf" srcId="{0343EC15-D2D8-47DA-A8F1-4ED60F22B9C2}" destId="{36405491-6852-4CC1-A9BF-B61CD245086D}" srcOrd="11" destOrd="0" presId="urn:microsoft.com/office/officeart/2005/8/layout/vProcess5"/>
    <dgm:cxn modelId="{4CA52239-14F6-4D76-9DB5-42E4A6C49647}" type="presParOf" srcId="{0343EC15-D2D8-47DA-A8F1-4ED60F22B9C2}" destId="{79E5E76C-BA2F-449C-AAEF-39DE26B4D95D}" srcOrd="12" destOrd="0" presId="urn:microsoft.com/office/officeart/2005/8/layout/vProcess5"/>
    <dgm:cxn modelId="{AA631325-9378-408C-AC2A-042241882884}" type="presParOf" srcId="{0343EC15-D2D8-47DA-A8F1-4ED60F22B9C2}" destId="{E34B7D00-07BF-435F-AFDF-CECD22907E4A}" srcOrd="13" destOrd="0" presId="urn:microsoft.com/office/officeart/2005/8/layout/vProcess5"/>
    <dgm:cxn modelId="{A6181758-0605-4530-AC36-2ABD3FAC48E1}" type="presParOf" srcId="{0343EC15-D2D8-47DA-A8F1-4ED60F22B9C2}" destId="{74C53B74-CD06-4F8F-9525-CF73EA81AE43}"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7F77EB-60A3-42C3-B9F2-4ED06BCDE2F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2D501CA-A90E-4513-8477-B8D33B5E576E}">
      <dgm:prSet/>
      <dgm:spPr/>
      <dgm:t>
        <a:bodyPr/>
        <a:lstStyle/>
        <a:p>
          <a:r>
            <a:rPr lang="fr-FR"/>
            <a:t>EXERCICES: « LE FEU D’ARTIFICE DES APPELS »</a:t>
          </a:r>
          <a:endParaRPr lang="en-US"/>
        </a:p>
      </dgm:t>
    </dgm:pt>
    <dgm:pt modelId="{BC9904F5-1E35-4080-91FA-8B16D1D375EF}" type="parTrans" cxnId="{9508F98C-AC63-45D6-BE25-50D61BDDFF55}">
      <dgm:prSet/>
      <dgm:spPr/>
      <dgm:t>
        <a:bodyPr/>
        <a:lstStyle/>
        <a:p>
          <a:endParaRPr lang="en-US"/>
        </a:p>
      </dgm:t>
    </dgm:pt>
    <dgm:pt modelId="{5AF80C2C-A169-4E0D-B059-5F4F0181A188}" type="sibTrans" cxnId="{9508F98C-AC63-45D6-BE25-50D61BDDFF55}">
      <dgm:prSet/>
      <dgm:spPr/>
      <dgm:t>
        <a:bodyPr/>
        <a:lstStyle/>
        <a:p>
          <a:endParaRPr lang="en-US"/>
        </a:p>
      </dgm:t>
    </dgm:pt>
    <dgm:pt modelId="{2600292D-BB9F-4778-8C0C-321F9208256A}">
      <dgm:prSet/>
      <dgm:spPr/>
      <dgm:t>
        <a:bodyPr/>
        <a:lstStyle/>
        <a:p>
          <a:r>
            <a:rPr lang="fr-FR"/>
            <a:t>consigne :</a:t>
          </a:r>
          <a:endParaRPr lang="en-US"/>
        </a:p>
      </dgm:t>
    </dgm:pt>
    <dgm:pt modelId="{BF112A2E-DDE7-4702-81BE-FD9A8E7F5C1A}" type="parTrans" cxnId="{3B521593-8FCD-43B5-A830-D5BAE2D4BBE7}">
      <dgm:prSet/>
      <dgm:spPr/>
      <dgm:t>
        <a:bodyPr/>
        <a:lstStyle/>
        <a:p>
          <a:endParaRPr lang="en-US"/>
        </a:p>
      </dgm:t>
    </dgm:pt>
    <dgm:pt modelId="{44BBB15F-4CDA-4F49-9009-85874E44E8E4}" type="sibTrans" cxnId="{3B521593-8FCD-43B5-A830-D5BAE2D4BBE7}">
      <dgm:prSet/>
      <dgm:spPr/>
      <dgm:t>
        <a:bodyPr/>
        <a:lstStyle/>
        <a:p>
          <a:endParaRPr lang="en-US"/>
        </a:p>
      </dgm:t>
    </dgm:pt>
    <dgm:pt modelId="{DD716331-EA37-4AB7-BE98-2C4D9A7530F2}">
      <dgm:prSet/>
      <dgm:spPr/>
      <dgm:t>
        <a:bodyPr/>
        <a:lstStyle/>
        <a:p>
          <a:r>
            <a:rPr lang="fr-FR"/>
            <a:t>un téléphone sonne au hasard. A vous de jouer.</a:t>
          </a:r>
          <a:endParaRPr lang="en-US"/>
        </a:p>
      </dgm:t>
    </dgm:pt>
    <dgm:pt modelId="{3A9BAF69-4E4E-4190-BA2A-EE50432356C5}" type="parTrans" cxnId="{9F6B01A1-BA64-46B1-9E6C-9CE58BEE46C2}">
      <dgm:prSet/>
      <dgm:spPr/>
      <dgm:t>
        <a:bodyPr/>
        <a:lstStyle/>
        <a:p>
          <a:endParaRPr lang="en-US"/>
        </a:p>
      </dgm:t>
    </dgm:pt>
    <dgm:pt modelId="{C9B181CE-FA9B-4504-B0E1-CA791B99F79D}" type="sibTrans" cxnId="{9F6B01A1-BA64-46B1-9E6C-9CE58BEE46C2}">
      <dgm:prSet/>
      <dgm:spPr/>
      <dgm:t>
        <a:bodyPr/>
        <a:lstStyle/>
        <a:p>
          <a:endParaRPr lang="en-US"/>
        </a:p>
      </dgm:t>
    </dgm:pt>
    <dgm:pt modelId="{D646BC1E-2578-4FB8-A8D2-C722BAE91096}">
      <dgm:prSet/>
      <dgm:spPr/>
      <dgm:t>
        <a:bodyPr/>
        <a:lstStyle/>
        <a:p>
          <a:r>
            <a:rPr lang="fr-FR"/>
            <a:t>a l’issue de chaque appel, vous apprécierez l’accueil avec les Smileys.</a:t>
          </a:r>
          <a:endParaRPr lang="en-US"/>
        </a:p>
      </dgm:t>
    </dgm:pt>
    <dgm:pt modelId="{89638336-EB73-4BA6-8CCC-0EA40F702F50}" type="parTrans" cxnId="{9FF4744B-B7E2-45FC-9E89-C697BFE88F9A}">
      <dgm:prSet/>
      <dgm:spPr/>
      <dgm:t>
        <a:bodyPr/>
        <a:lstStyle/>
        <a:p>
          <a:endParaRPr lang="en-US"/>
        </a:p>
      </dgm:t>
    </dgm:pt>
    <dgm:pt modelId="{285605C8-F8E0-48C0-BC10-F995CA8F6906}" type="sibTrans" cxnId="{9FF4744B-B7E2-45FC-9E89-C697BFE88F9A}">
      <dgm:prSet/>
      <dgm:spPr/>
      <dgm:t>
        <a:bodyPr/>
        <a:lstStyle/>
        <a:p>
          <a:endParaRPr lang="en-US"/>
        </a:p>
      </dgm:t>
    </dgm:pt>
    <dgm:pt modelId="{24590071-381F-4301-9A96-0773EAD042D4}" type="pres">
      <dgm:prSet presAssocID="{BB7F77EB-60A3-42C3-B9F2-4ED06BCDE2F0}" presName="linear" presStyleCnt="0">
        <dgm:presLayoutVars>
          <dgm:animLvl val="lvl"/>
          <dgm:resizeHandles val="exact"/>
        </dgm:presLayoutVars>
      </dgm:prSet>
      <dgm:spPr/>
    </dgm:pt>
    <dgm:pt modelId="{062A9748-1A0E-49C4-8E52-58B017B82653}" type="pres">
      <dgm:prSet presAssocID="{B2D501CA-A90E-4513-8477-B8D33B5E576E}" presName="parentText" presStyleLbl="node1" presStyleIdx="0" presStyleCnt="2">
        <dgm:presLayoutVars>
          <dgm:chMax val="0"/>
          <dgm:bulletEnabled val="1"/>
        </dgm:presLayoutVars>
      </dgm:prSet>
      <dgm:spPr/>
    </dgm:pt>
    <dgm:pt modelId="{FC5E54FA-D547-4D50-8C2E-377A94744AA1}" type="pres">
      <dgm:prSet presAssocID="{5AF80C2C-A169-4E0D-B059-5F4F0181A188}" presName="spacer" presStyleCnt="0"/>
      <dgm:spPr/>
    </dgm:pt>
    <dgm:pt modelId="{B5B68FA9-470C-414C-A793-143B025A5BCD}" type="pres">
      <dgm:prSet presAssocID="{2600292D-BB9F-4778-8C0C-321F9208256A}" presName="parentText" presStyleLbl="node1" presStyleIdx="1" presStyleCnt="2">
        <dgm:presLayoutVars>
          <dgm:chMax val="0"/>
          <dgm:bulletEnabled val="1"/>
        </dgm:presLayoutVars>
      </dgm:prSet>
      <dgm:spPr/>
    </dgm:pt>
    <dgm:pt modelId="{F2D305C2-2241-4B28-BF0F-082DAAFE4742}" type="pres">
      <dgm:prSet presAssocID="{2600292D-BB9F-4778-8C0C-321F9208256A}" presName="childText" presStyleLbl="revTx" presStyleIdx="0" presStyleCnt="1">
        <dgm:presLayoutVars>
          <dgm:bulletEnabled val="1"/>
        </dgm:presLayoutVars>
      </dgm:prSet>
      <dgm:spPr/>
    </dgm:pt>
  </dgm:ptLst>
  <dgm:cxnLst>
    <dgm:cxn modelId="{F3D9081A-4EF6-421E-9D7A-89FC39365CCC}" type="presOf" srcId="{D646BC1E-2578-4FB8-A8D2-C722BAE91096}" destId="{F2D305C2-2241-4B28-BF0F-082DAAFE4742}" srcOrd="0" destOrd="1" presId="urn:microsoft.com/office/officeart/2005/8/layout/vList2"/>
    <dgm:cxn modelId="{4F7ED35F-3A3E-49FA-A2D7-A92DCE88F31A}" type="presOf" srcId="{2600292D-BB9F-4778-8C0C-321F9208256A}" destId="{B5B68FA9-470C-414C-A793-143B025A5BCD}" srcOrd="0" destOrd="0" presId="urn:microsoft.com/office/officeart/2005/8/layout/vList2"/>
    <dgm:cxn modelId="{50BFE846-5529-4516-BDD9-B63E1063A425}" type="presOf" srcId="{DD716331-EA37-4AB7-BE98-2C4D9A7530F2}" destId="{F2D305C2-2241-4B28-BF0F-082DAAFE4742}" srcOrd="0" destOrd="0" presId="urn:microsoft.com/office/officeart/2005/8/layout/vList2"/>
    <dgm:cxn modelId="{9FF4744B-B7E2-45FC-9E89-C697BFE88F9A}" srcId="{2600292D-BB9F-4778-8C0C-321F9208256A}" destId="{D646BC1E-2578-4FB8-A8D2-C722BAE91096}" srcOrd="1" destOrd="0" parTransId="{89638336-EB73-4BA6-8CCC-0EA40F702F50}" sibTransId="{285605C8-F8E0-48C0-BC10-F995CA8F6906}"/>
    <dgm:cxn modelId="{9508F98C-AC63-45D6-BE25-50D61BDDFF55}" srcId="{BB7F77EB-60A3-42C3-B9F2-4ED06BCDE2F0}" destId="{B2D501CA-A90E-4513-8477-B8D33B5E576E}" srcOrd="0" destOrd="0" parTransId="{BC9904F5-1E35-4080-91FA-8B16D1D375EF}" sibTransId="{5AF80C2C-A169-4E0D-B059-5F4F0181A188}"/>
    <dgm:cxn modelId="{3B521593-8FCD-43B5-A830-D5BAE2D4BBE7}" srcId="{BB7F77EB-60A3-42C3-B9F2-4ED06BCDE2F0}" destId="{2600292D-BB9F-4778-8C0C-321F9208256A}" srcOrd="1" destOrd="0" parTransId="{BF112A2E-DDE7-4702-81BE-FD9A8E7F5C1A}" sibTransId="{44BBB15F-4CDA-4F49-9009-85874E44E8E4}"/>
    <dgm:cxn modelId="{9F6B01A1-BA64-46B1-9E6C-9CE58BEE46C2}" srcId="{2600292D-BB9F-4778-8C0C-321F9208256A}" destId="{DD716331-EA37-4AB7-BE98-2C4D9A7530F2}" srcOrd="0" destOrd="0" parTransId="{3A9BAF69-4E4E-4190-BA2A-EE50432356C5}" sibTransId="{C9B181CE-FA9B-4504-B0E1-CA791B99F79D}"/>
    <dgm:cxn modelId="{C37B9AF0-FDC9-4D85-95E3-1D0C77E1EF33}" type="presOf" srcId="{B2D501CA-A90E-4513-8477-B8D33B5E576E}" destId="{062A9748-1A0E-49C4-8E52-58B017B82653}" srcOrd="0" destOrd="0" presId="urn:microsoft.com/office/officeart/2005/8/layout/vList2"/>
    <dgm:cxn modelId="{6F1B17F8-21D8-481E-ACAB-E4F1F5FC7F24}" type="presOf" srcId="{BB7F77EB-60A3-42C3-B9F2-4ED06BCDE2F0}" destId="{24590071-381F-4301-9A96-0773EAD042D4}" srcOrd="0" destOrd="0" presId="urn:microsoft.com/office/officeart/2005/8/layout/vList2"/>
    <dgm:cxn modelId="{4A33C8A5-2352-4040-9E24-2801285A5251}" type="presParOf" srcId="{24590071-381F-4301-9A96-0773EAD042D4}" destId="{062A9748-1A0E-49C4-8E52-58B017B82653}" srcOrd="0" destOrd="0" presId="urn:microsoft.com/office/officeart/2005/8/layout/vList2"/>
    <dgm:cxn modelId="{FB93F5FC-2463-4DFC-90B0-9D1007DA3D8A}" type="presParOf" srcId="{24590071-381F-4301-9A96-0773EAD042D4}" destId="{FC5E54FA-D547-4D50-8C2E-377A94744AA1}" srcOrd="1" destOrd="0" presId="urn:microsoft.com/office/officeart/2005/8/layout/vList2"/>
    <dgm:cxn modelId="{1086B47C-7EF2-4E5C-ADD1-2B1EF888C738}" type="presParOf" srcId="{24590071-381F-4301-9A96-0773EAD042D4}" destId="{B5B68FA9-470C-414C-A793-143B025A5BCD}" srcOrd="2" destOrd="0" presId="urn:microsoft.com/office/officeart/2005/8/layout/vList2"/>
    <dgm:cxn modelId="{4BE7261D-36B3-40FB-91C4-780D670FC6DB}" type="presParOf" srcId="{24590071-381F-4301-9A96-0773EAD042D4}" destId="{F2D305C2-2241-4B28-BF0F-082DAAFE474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A39621-4552-44D9-8A1D-B7673BE6316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D5595DF-EF3A-4E1D-8091-2E96008EF571}">
      <dgm:prSet/>
      <dgm:spPr/>
      <dgm:t>
        <a:bodyPr/>
        <a:lstStyle/>
        <a:p>
          <a:r>
            <a:rPr lang="fr-FR"/>
            <a:t>Le conseiller client doit s’assurer d’avoir compris la requête du client:</a:t>
          </a:r>
          <a:endParaRPr lang="en-US"/>
        </a:p>
      </dgm:t>
    </dgm:pt>
    <dgm:pt modelId="{D1DE009A-8C8C-4212-8E03-0C4B803B5A5B}" type="parTrans" cxnId="{5EC5CEF1-640F-4F77-B0C7-E8D4093A887B}">
      <dgm:prSet/>
      <dgm:spPr/>
      <dgm:t>
        <a:bodyPr/>
        <a:lstStyle/>
        <a:p>
          <a:endParaRPr lang="en-US"/>
        </a:p>
      </dgm:t>
    </dgm:pt>
    <dgm:pt modelId="{31AA9718-8134-40AB-924A-D90FCF1FF2C0}" type="sibTrans" cxnId="{5EC5CEF1-640F-4F77-B0C7-E8D4093A887B}">
      <dgm:prSet/>
      <dgm:spPr/>
      <dgm:t>
        <a:bodyPr/>
        <a:lstStyle/>
        <a:p>
          <a:endParaRPr lang="en-US"/>
        </a:p>
      </dgm:t>
    </dgm:pt>
    <dgm:pt modelId="{CECB8003-8D66-46EA-BFAC-16F414DC276F}">
      <dgm:prSet/>
      <dgm:spPr/>
      <dgm:t>
        <a:bodyPr/>
        <a:lstStyle/>
        <a:p>
          <a:r>
            <a:rPr lang="fr-FR"/>
            <a:t>Le conseiller doit pratiquer l’écoute active</a:t>
          </a:r>
          <a:endParaRPr lang="en-US"/>
        </a:p>
      </dgm:t>
    </dgm:pt>
    <dgm:pt modelId="{E6F0A49D-3161-428D-A080-93BA3C2F43AA}" type="parTrans" cxnId="{5FDE463F-55CF-4794-A768-8630FD9A820D}">
      <dgm:prSet/>
      <dgm:spPr/>
      <dgm:t>
        <a:bodyPr/>
        <a:lstStyle/>
        <a:p>
          <a:endParaRPr lang="en-US"/>
        </a:p>
      </dgm:t>
    </dgm:pt>
    <dgm:pt modelId="{72366640-97BC-48E0-A0E3-4FFB4C6DF136}" type="sibTrans" cxnId="{5FDE463F-55CF-4794-A768-8630FD9A820D}">
      <dgm:prSet/>
      <dgm:spPr/>
      <dgm:t>
        <a:bodyPr/>
        <a:lstStyle/>
        <a:p>
          <a:endParaRPr lang="en-US"/>
        </a:p>
      </dgm:t>
    </dgm:pt>
    <dgm:pt modelId="{59DE41E3-311A-49C9-BDE6-C1449448DAB9}">
      <dgm:prSet/>
      <dgm:spPr/>
      <dgm:t>
        <a:bodyPr/>
        <a:lstStyle/>
        <a:p>
          <a:r>
            <a:rPr lang="fr-FR"/>
            <a:t>Il doit reformuler si nécessaire.</a:t>
          </a:r>
          <a:endParaRPr lang="en-US"/>
        </a:p>
      </dgm:t>
    </dgm:pt>
    <dgm:pt modelId="{5060ECE7-866F-40DB-A518-F79C96D1F66F}" type="parTrans" cxnId="{8274F386-0777-4261-BF4B-B83C6C10AC13}">
      <dgm:prSet/>
      <dgm:spPr/>
      <dgm:t>
        <a:bodyPr/>
        <a:lstStyle/>
        <a:p>
          <a:endParaRPr lang="en-US"/>
        </a:p>
      </dgm:t>
    </dgm:pt>
    <dgm:pt modelId="{7D54E7CF-8C35-43B0-95D4-106016D1A802}" type="sibTrans" cxnId="{8274F386-0777-4261-BF4B-B83C6C10AC13}">
      <dgm:prSet/>
      <dgm:spPr/>
      <dgm:t>
        <a:bodyPr/>
        <a:lstStyle/>
        <a:p>
          <a:endParaRPr lang="en-US"/>
        </a:p>
      </dgm:t>
    </dgm:pt>
    <dgm:pt modelId="{EF8CD5E6-8256-442F-84C1-9E4DD2FDB6DD}">
      <dgm:prSet/>
      <dgm:spPr/>
      <dgm:t>
        <a:bodyPr/>
        <a:lstStyle/>
        <a:p>
          <a:r>
            <a:rPr lang="fr-FR"/>
            <a:t>Il doit poser des questions afin de mieux comprendre le besoin du client</a:t>
          </a:r>
          <a:endParaRPr lang="en-US"/>
        </a:p>
      </dgm:t>
    </dgm:pt>
    <dgm:pt modelId="{4D6D5CE7-6754-40C6-967B-F0D299DE9098}" type="parTrans" cxnId="{A2B1629A-7B12-4F99-B01B-65CF63B5172F}">
      <dgm:prSet/>
      <dgm:spPr/>
      <dgm:t>
        <a:bodyPr/>
        <a:lstStyle/>
        <a:p>
          <a:endParaRPr lang="en-US"/>
        </a:p>
      </dgm:t>
    </dgm:pt>
    <dgm:pt modelId="{81705D3A-869E-4D13-A66B-4F8E3985F704}" type="sibTrans" cxnId="{A2B1629A-7B12-4F99-B01B-65CF63B5172F}">
      <dgm:prSet/>
      <dgm:spPr/>
      <dgm:t>
        <a:bodyPr/>
        <a:lstStyle/>
        <a:p>
          <a:endParaRPr lang="en-US"/>
        </a:p>
      </dgm:t>
    </dgm:pt>
    <dgm:pt modelId="{2C240074-FF0C-4241-A75B-BE814F37BBBD}">
      <dgm:prSet/>
      <dgm:spPr/>
      <dgm:t>
        <a:bodyPr/>
        <a:lstStyle/>
        <a:p>
          <a:r>
            <a:rPr lang="fr-FR"/>
            <a:t>Toujours avoir le sourire</a:t>
          </a:r>
          <a:endParaRPr lang="en-US"/>
        </a:p>
      </dgm:t>
    </dgm:pt>
    <dgm:pt modelId="{CAF74BAC-B850-46D4-98A4-8E64219D765B}" type="parTrans" cxnId="{07FD7A13-9CE6-48E3-A82D-C419B1052782}">
      <dgm:prSet/>
      <dgm:spPr/>
      <dgm:t>
        <a:bodyPr/>
        <a:lstStyle/>
        <a:p>
          <a:endParaRPr lang="en-US"/>
        </a:p>
      </dgm:t>
    </dgm:pt>
    <dgm:pt modelId="{DF859CCC-C9B4-4B45-93C4-5054992D79D3}" type="sibTrans" cxnId="{07FD7A13-9CE6-48E3-A82D-C419B1052782}">
      <dgm:prSet/>
      <dgm:spPr/>
      <dgm:t>
        <a:bodyPr/>
        <a:lstStyle/>
        <a:p>
          <a:endParaRPr lang="en-US"/>
        </a:p>
      </dgm:t>
    </dgm:pt>
    <dgm:pt modelId="{014D6C73-8F31-49F4-BA35-A7EF8A30039A}">
      <dgm:prSet/>
      <dgm:spPr/>
      <dgm:t>
        <a:bodyPr/>
        <a:lstStyle/>
        <a:p>
          <a:r>
            <a:rPr lang="fr-FR"/>
            <a:t>Le conseiller doit être proactif</a:t>
          </a:r>
          <a:endParaRPr lang="en-US"/>
        </a:p>
      </dgm:t>
    </dgm:pt>
    <dgm:pt modelId="{2B273DF1-C42A-4FF1-9E7C-CCC10956A402}" type="parTrans" cxnId="{1D4CD72B-88DE-4EFF-B3F2-E5CF97587028}">
      <dgm:prSet/>
      <dgm:spPr/>
      <dgm:t>
        <a:bodyPr/>
        <a:lstStyle/>
        <a:p>
          <a:endParaRPr lang="en-US"/>
        </a:p>
      </dgm:t>
    </dgm:pt>
    <dgm:pt modelId="{9E872BCE-5E87-456C-A201-2021C1BE39B3}" type="sibTrans" cxnId="{1D4CD72B-88DE-4EFF-B3F2-E5CF97587028}">
      <dgm:prSet/>
      <dgm:spPr/>
      <dgm:t>
        <a:bodyPr/>
        <a:lstStyle/>
        <a:p>
          <a:endParaRPr lang="en-US"/>
        </a:p>
      </dgm:t>
    </dgm:pt>
    <dgm:pt modelId="{E147302F-3C61-4199-88D8-D889D6F070E6}">
      <dgm:prSet/>
      <dgm:spPr/>
      <dgm:t>
        <a:bodyPr/>
        <a:lstStyle/>
        <a:p>
          <a:r>
            <a:rPr lang="fr-FR"/>
            <a:t>Etre empathique si nécessaire</a:t>
          </a:r>
          <a:endParaRPr lang="en-US"/>
        </a:p>
      </dgm:t>
    </dgm:pt>
    <dgm:pt modelId="{2BE54BC7-F189-4A78-88B0-B162D0DF1B7C}" type="parTrans" cxnId="{C8C3B74D-2C73-4449-BF0C-734ACB60FB64}">
      <dgm:prSet/>
      <dgm:spPr/>
      <dgm:t>
        <a:bodyPr/>
        <a:lstStyle/>
        <a:p>
          <a:endParaRPr lang="en-US"/>
        </a:p>
      </dgm:t>
    </dgm:pt>
    <dgm:pt modelId="{E384F8DE-D8B7-48D9-8310-7187A038237B}" type="sibTrans" cxnId="{C8C3B74D-2C73-4449-BF0C-734ACB60FB64}">
      <dgm:prSet/>
      <dgm:spPr/>
      <dgm:t>
        <a:bodyPr/>
        <a:lstStyle/>
        <a:p>
          <a:endParaRPr lang="en-US"/>
        </a:p>
      </dgm:t>
    </dgm:pt>
    <dgm:pt modelId="{D1C49BCB-F960-4D3F-AAF8-119954B04F29}">
      <dgm:prSet/>
      <dgm:spPr/>
      <dgm:t>
        <a:bodyPr/>
        <a:lstStyle/>
        <a:p>
          <a:r>
            <a:rPr lang="fr-FR"/>
            <a:t>Sourire et enthousiasme </a:t>
          </a:r>
          <a:endParaRPr lang="en-US"/>
        </a:p>
      </dgm:t>
    </dgm:pt>
    <dgm:pt modelId="{B4207154-4E20-4CC6-B474-A428D54E504C}" type="parTrans" cxnId="{9D4C4CA3-9282-4743-AF28-44930707C40D}">
      <dgm:prSet/>
      <dgm:spPr/>
      <dgm:t>
        <a:bodyPr/>
        <a:lstStyle/>
        <a:p>
          <a:endParaRPr lang="en-US"/>
        </a:p>
      </dgm:t>
    </dgm:pt>
    <dgm:pt modelId="{B39E9AB4-FF9F-4465-AA20-C1497768B708}" type="sibTrans" cxnId="{9D4C4CA3-9282-4743-AF28-44930707C40D}">
      <dgm:prSet/>
      <dgm:spPr/>
      <dgm:t>
        <a:bodyPr/>
        <a:lstStyle/>
        <a:p>
          <a:endParaRPr lang="en-US"/>
        </a:p>
      </dgm:t>
    </dgm:pt>
    <dgm:pt modelId="{0E357E07-9E43-4ABA-8188-810B11A1C268}" type="pres">
      <dgm:prSet presAssocID="{AEA39621-4552-44D9-8A1D-B7673BE63164}" presName="root" presStyleCnt="0">
        <dgm:presLayoutVars>
          <dgm:dir/>
          <dgm:resizeHandles val="exact"/>
        </dgm:presLayoutVars>
      </dgm:prSet>
      <dgm:spPr/>
    </dgm:pt>
    <dgm:pt modelId="{94D11136-8D4A-44D8-9039-59148CA72A17}" type="pres">
      <dgm:prSet presAssocID="{0D5595DF-EF3A-4E1D-8091-2E96008EF571}" presName="compNode" presStyleCnt="0"/>
      <dgm:spPr/>
    </dgm:pt>
    <dgm:pt modelId="{7C185FF8-5FCA-4C82-AC4C-2D6997D7ECCD}" type="pres">
      <dgm:prSet presAssocID="{0D5595DF-EF3A-4E1D-8091-2E96008EF571}" presName="bgRect" presStyleLbl="bgShp" presStyleIdx="0" presStyleCnt="8"/>
      <dgm:spPr/>
    </dgm:pt>
    <dgm:pt modelId="{50700691-73A9-452D-980D-B761B02BADA7}" type="pres">
      <dgm:prSet presAssocID="{0D5595DF-EF3A-4E1D-8091-2E96008EF571}"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C7B3E261-63CD-4B2E-9396-96D95DC6D446}" type="pres">
      <dgm:prSet presAssocID="{0D5595DF-EF3A-4E1D-8091-2E96008EF571}" presName="spaceRect" presStyleCnt="0"/>
      <dgm:spPr/>
    </dgm:pt>
    <dgm:pt modelId="{891973FA-40D1-4838-A413-61EBB87D30D1}" type="pres">
      <dgm:prSet presAssocID="{0D5595DF-EF3A-4E1D-8091-2E96008EF571}" presName="parTx" presStyleLbl="revTx" presStyleIdx="0" presStyleCnt="8">
        <dgm:presLayoutVars>
          <dgm:chMax val="0"/>
          <dgm:chPref val="0"/>
        </dgm:presLayoutVars>
      </dgm:prSet>
      <dgm:spPr/>
    </dgm:pt>
    <dgm:pt modelId="{052C2D09-008F-4AAF-AE0E-EE24E3442946}" type="pres">
      <dgm:prSet presAssocID="{31AA9718-8134-40AB-924A-D90FCF1FF2C0}" presName="sibTrans" presStyleCnt="0"/>
      <dgm:spPr/>
    </dgm:pt>
    <dgm:pt modelId="{027F2FF9-ECDB-4235-87E2-6AC2CF756698}" type="pres">
      <dgm:prSet presAssocID="{CECB8003-8D66-46EA-BFAC-16F414DC276F}" presName="compNode" presStyleCnt="0"/>
      <dgm:spPr/>
    </dgm:pt>
    <dgm:pt modelId="{D474A4B6-631D-4717-9B00-5CC1A3971636}" type="pres">
      <dgm:prSet presAssocID="{CECB8003-8D66-46EA-BFAC-16F414DC276F}" presName="bgRect" presStyleLbl="bgShp" presStyleIdx="1" presStyleCnt="8"/>
      <dgm:spPr/>
    </dgm:pt>
    <dgm:pt modelId="{55393EEC-E012-4523-A1A9-16A1F4B7C8EB}" type="pres">
      <dgm:prSet presAssocID="{CECB8003-8D66-46EA-BFAC-16F414DC276F}"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B7BB2EF4-FCEB-4023-BA57-1B22ADF82ED8}" type="pres">
      <dgm:prSet presAssocID="{CECB8003-8D66-46EA-BFAC-16F414DC276F}" presName="spaceRect" presStyleCnt="0"/>
      <dgm:spPr/>
    </dgm:pt>
    <dgm:pt modelId="{21479012-863B-4E9D-8421-B9C25998B60E}" type="pres">
      <dgm:prSet presAssocID="{CECB8003-8D66-46EA-BFAC-16F414DC276F}" presName="parTx" presStyleLbl="revTx" presStyleIdx="1" presStyleCnt="8">
        <dgm:presLayoutVars>
          <dgm:chMax val="0"/>
          <dgm:chPref val="0"/>
        </dgm:presLayoutVars>
      </dgm:prSet>
      <dgm:spPr/>
    </dgm:pt>
    <dgm:pt modelId="{F77CF032-9D78-4101-95BE-BC941F682146}" type="pres">
      <dgm:prSet presAssocID="{72366640-97BC-48E0-A0E3-4FFB4C6DF136}" presName="sibTrans" presStyleCnt="0"/>
      <dgm:spPr/>
    </dgm:pt>
    <dgm:pt modelId="{B2F001D1-F488-4DFA-A09B-842F74035ACC}" type="pres">
      <dgm:prSet presAssocID="{59DE41E3-311A-49C9-BDE6-C1449448DAB9}" presName="compNode" presStyleCnt="0"/>
      <dgm:spPr/>
    </dgm:pt>
    <dgm:pt modelId="{71F79C7F-39BC-4548-BEA2-E07C50603BF3}" type="pres">
      <dgm:prSet presAssocID="{59DE41E3-311A-49C9-BDE6-C1449448DAB9}" presName="bgRect" presStyleLbl="bgShp" presStyleIdx="2" presStyleCnt="8"/>
      <dgm:spPr/>
    </dgm:pt>
    <dgm:pt modelId="{B9CBE12E-37AD-4FB1-834C-CC823902D41C}" type="pres">
      <dgm:prSet presAssocID="{59DE41E3-311A-49C9-BDE6-C1449448DAB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9ED93F0F-4CB0-4DCB-8691-CFFBBBFF8852}" type="pres">
      <dgm:prSet presAssocID="{59DE41E3-311A-49C9-BDE6-C1449448DAB9}" presName="spaceRect" presStyleCnt="0"/>
      <dgm:spPr/>
    </dgm:pt>
    <dgm:pt modelId="{C22A073C-6162-4764-834E-536A1BCEAACD}" type="pres">
      <dgm:prSet presAssocID="{59DE41E3-311A-49C9-BDE6-C1449448DAB9}" presName="parTx" presStyleLbl="revTx" presStyleIdx="2" presStyleCnt="8">
        <dgm:presLayoutVars>
          <dgm:chMax val="0"/>
          <dgm:chPref val="0"/>
        </dgm:presLayoutVars>
      </dgm:prSet>
      <dgm:spPr/>
    </dgm:pt>
    <dgm:pt modelId="{983682FF-F918-4B66-9E63-2135C0DF400E}" type="pres">
      <dgm:prSet presAssocID="{7D54E7CF-8C35-43B0-95D4-106016D1A802}" presName="sibTrans" presStyleCnt="0"/>
      <dgm:spPr/>
    </dgm:pt>
    <dgm:pt modelId="{15F7DAB2-79E1-4414-A16D-162606BA7A77}" type="pres">
      <dgm:prSet presAssocID="{EF8CD5E6-8256-442F-84C1-9E4DD2FDB6DD}" presName="compNode" presStyleCnt="0"/>
      <dgm:spPr/>
    </dgm:pt>
    <dgm:pt modelId="{795CFB29-453E-445D-A606-811D336F3DCC}" type="pres">
      <dgm:prSet presAssocID="{EF8CD5E6-8256-442F-84C1-9E4DD2FDB6DD}" presName="bgRect" presStyleLbl="bgShp" presStyleIdx="3" presStyleCnt="8"/>
      <dgm:spPr/>
    </dgm:pt>
    <dgm:pt modelId="{384960F8-0B31-4A76-A5DE-6AC71603AD87}" type="pres">
      <dgm:prSet presAssocID="{EF8CD5E6-8256-442F-84C1-9E4DD2FDB6DD}"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s"/>
        </a:ext>
      </dgm:extLst>
    </dgm:pt>
    <dgm:pt modelId="{07F16B2A-C809-42E4-9565-649DF264CCF0}" type="pres">
      <dgm:prSet presAssocID="{EF8CD5E6-8256-442F-84C1-9E4DD2FDB6DD}" presName="spaceRect" presStyleCnt="0"/>
      <dgm:spPr/>
    </dgm:pt>
    <dgm:pt modelId="{3948BC78-E24E-49CD-803F-05E6E30C1BFE}" type="pres">
      <dgm:prSet presAssocID="{EF8CD5E6-8256-442F-84C1-9E4DD2FDB6DD}" presName="parTx" presStyleLbl="revTx" presStyleIdx="3" presStyleCnt="8">
        <dgm:presLayoutVars>
          <dgm:chMax val="0"/>
          <dgm:chPref val="0"/>
        </dgm:presLayoutVars>
      </dgm:prSet>
      <dgm:spPr/>
    </dgm:pt>
    <dgm:pt modelId="{6DB2E169-22B9-42F4-8223-4B23E6E5E6FF}" type="pres">
      <dgm:prSet presAssocID="{81705D3A-869E-4D13-A66B-4F8E3985F704}" presName="sibTrans" presStyleCnt="0"/>
      <dgm:spPr/>
    </dgm:pt>
    <dgm:pt modelId="{14F282B4-A361-4F31-A3AB-FB06E06F1BB2}" type="pres">
      <dgm:prSet presAssocID="{2C240074-FF0C-4241-A75B-BE814F37BBBD}" presName="compNode" presStyleCnt="0"/>
      <dgm:spPr/>
    </dgm:pt>
    <dgm:pt modelId="{3439D76B-3418-4184-8836-CE3F3ADCF2F3}" type="pres">
      <dgm:prSet presAssocID="{2C240074-FF0C-4241-A75B-BE814F37BBBD}" presName="bgRect" presStyleLbl="bgShp" presStyleIdx="4" presStyleCnt="8"/>
      <dgm:spPr/>
    </dgm:pt>
    <dgm:pt modelId="{FC1B4F33-EBB5-4B54-ABBB-5FA2D3142043}" type="pres">
      <dgm:prSet presAssocID="{2C240074-FF0C-4241-A75B-BE814F37BBBD}"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miling Face with No Fill"/>
        </a:ext>
      </dgm:extLst>
    </dgm:pt>
    <dgm:pt modelId="{1FDC7B70-BADD-44EC-B45B-E4B4C81D4545}" type="pres">
      <dgm:prSet presAssocID="{2C240074-FF0C-4241-A75B-BE814F37BBBD}" presName="spaceRect" presStyleCnt="0"/>
      <dgm:spPr/>
    </dgm:pt>
    <dgm:pt modelId="{282BA41C-21D9-45AA-8B8E-A18B5581152D}" type="pres">
      <dgm:prSet presAssocID="{2C240074-FF0C-4241-A75B-BE814F37BBBD}" presName="parTx" presStyleLbl="revTx" presStyleIdx="4" presStyleCnt="8">
        <dgm:presLayoutVars>
          <dgm:chMax val="0"/>
          <dgm:chPref val="0"/>
        </dgm:presLayoutVars>
      </dgm:prSet>
      <dgm:spPr/>
    </dgm:pt>
    <dgm:pt modelId="{FEA6D548-CF16-42F5-83CA-D9B2B2ECCBC2}" type="pres">
      <dgm:prSet presAssocID="{DF859CCC-C9B4-4B45-93C4-5054992D79D3}" presName="sibTrans" presStyleCnt="0"/>
      <dgm:spPr/>
    </dgm:pt>
    <dgm:pt modelId="{1E479692-4D30-4B67-9588-FED7DCA1C31C}" type="pres">
      <dgm:prSet presAssocID="{014D6C73-8F31-49F4-BA35-A7EF8A30039A}" presName="compNode" presStyleCnt="0"/>
      <dgm:spPr/>
    </dgm:pt>
    <dgm:pt modelId="{36C3B961-CE23-440B-B9DB-1470B6A72876}" type="pres">
      <dgm:prSet presAssocID="{014D6C73-8F31-49F4-BA35-A7EF8A30039A}" presName="bgRect" presStyleLbl="bgShp" presStyleIdx="5" presStyleCnt="8"/>
      <dgm:spPr/>
    </dgm:pt>
    <dgm:pt modelId="{E6E5C2AA-8F97-4111-B250-6129540425D6}" type="pres">
      <dgm:prSet presAssocID="{014D6C73-8F31-49F4-BA35-A7EF8A30039A}"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andshake"/>
        </a:ext>
      </dgm:extLst>
    </dgm:pt>
    <dgm:pt modelId="{81A4B63F-CAF6-4ACA-AF84-8F10A9E4DB5D}" type="pres">
      <dgm:prSet presAssocID="{014D6C73-8F31-49F4-BA35-A7EF8A30039A}" presName="spaceRect" presStyleCnt="0"/>
      <dgm:spPr/>
    </dgm:pt>
    <dgm:pt modelId="{39812C9C-F902-4FCE-AF33-FC56DCEECA29}" type="pres">
      <dgm:prSet presAssocID="{014D6C73-8F31-49F4-BA35-A7EF8A30039A}" presName="parTx" presStyleLbl="revTx" presStyleIdx="5" presStyleCnt="8">
        <dgm:presLayoutVars>
          <dgm:chMax val="0"/>
          <dgm:chPref val="0"/>
        </dgm:presLayoutVars>
      </dgm:prSet>
      <dgm:spPr/>
    </dgm:pt>
    <dgm:pt modelId="{A5072198-52B0-4004-AAB1-FB6D1C53622A}" type="pres">
      <dgm:prSet presAssocID="{9E872BCE-5E87-456C-A201-2021C1BE39B3}" presName="sibTrans" presStyleCnt="0"/>
      <dgm:spPr/>
    </dgm:pt>
    <dgm:pt modelId="{92264F01-C88A-482D-B7DA-0F8443C6C2A9}" type="pres">
      <dgm:prSet presAssocID="{E147302F-3C61-4199-88D8-D889D6F070E6}" presName="compNode" presStyleCnt="0"/>
      <dgm:spPr/>
    </dgm:pt>
    <dgm:pt modelId="{033A515F-CB54-4453-A335-6DF3788B8C82}" type="pres">
      <dgm:prSet presAssocID="{E147302F-3C61-4199-88D8-D889D6F070E6}" presName="bgRect" presStyleLbl="bgShp" presStyleIdx="6" presStyleCnt="8"/>
      <dgm:spPr/>
    </dgm:pt>
    <dgm:pt modelId="{500A17E5-1C12-41B6-B837-1BC1C48B5AD7}" type="pres">
      <dgm:prSet presAssocID="{E147302F-3C61-4199-88D8-D889D6F070E6}"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heck List"/>
        </a:ext>
      </dgm:extLst>
    </dgm:pt>
    <dgm:pt modelId="{2AE49E4A-A09C-4082-B7D4-D50CEA5C1002}" type="pres">
      <dgm:prSet presAssocID="{E147302F-3C61-4199-88D8-D889D6F070E6}" presName="spaceRect" presStyleCnt="0"/>
      <dgm:spPr/>
    </dgm:pt>
    <dgm:pt modelId="{0C3E691B-F5C8-49B5-9A92-2450EB7D4491}" type="pres">
      <dgm:prSet presAssocID="{E147302F-3C61-4199-88D8-D889D6F070E6}" presName="parTx" presStyleLbl="revTx" presStyleIdx="6" presStyleCnt="8">
        <dgm:presLayoutVars>
          <dgm:chMax val="0"/>
          <dgm:chPref val="0"/>
        </dgm:presLayoutVars>
      </dgm:prSet>
      <dgm:spPr/>
    </dgm:pt>
    <dgm:pt modelId="{C27C5110-CA59-4E1B-B8D7-4A5B27C1699A}" type="pres">
      <dgm:prSet presAssocID="{E384F8DE-D8B7-48D9-8310-7187A038237B}" presName="sibTrans" presStyleCnt="0"/>
      <dgm:spPr/>
    </dgm:pt>
    <dgm:pt modelId="{0F1C36F6-92E9-42C1-8E9C-A56D7A6FCBAC}" type="pres">
      <dgm:prSet presAssocID="{D1C49BCB-F960-4D3F-AAF8-119954B04F29}" presName="compNode" presStyleCnt="0"/>
      <dgm:spPr/>
    </dgm:pt>
    <dgm:pt modelId="{DD79322E-0180-4A64-9474-DD1B7284E39C}" type="pres">
      <dgm:prSet presAssocID="{D1C49BCB-F960-4D3F-AAF8-119954B04F29}" presName="bgRect" presStyleLbl="bgShp" presStyleIdx="7" presStyleCnt="8"/>
      <dgm:spPr/>
    </dgm:pt>
    <dgm:pt modelId="{C66916FD-D585-41E6-B99F-0FE8C116AA3F}" type="pres">
      <dgm:prSet presAssocID="{D1C49BCB-F960-4D3F-AAF8-119954B04F29}"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Sunglasses Face with Solid Fill"/>
        </a:ext>
      </dgm:extLst>
    </dgm:pt>
    <dgm:pt modelId="{3AAE95BF-B8B8-42AC-8364-A7BA6343B7E8}" type="pres">
      <dgm:prSet presAssocID="{D1C49BCB-F960-4D3F-AAF8-119954B04F29}" presName="spaceRect" presStyleCnt="0"/>
      <dgm:spPr/>
    </dgm:pt>
    <dgm:pt modelId="{A0AF0A78-5D62-4FA1-9B28-DE38F254DAF9}" type="pres">
      <dgm:prSet presAssocID="{D1C49BCB-F960-4D3F-AAF8-119954B04F29}" presName="parTx" presStyleLbl="revTx" presStyleIdx="7" presStyleCnt="8">
        <dgm:presLayoutVars>
          <dgm:chMax val="0"/>
          <dgm:chPref val="0"/>
        </dgm:presLayoutVars>
      </dgm:prSet>
      <dgm:spPr/>
    </dgm:pt>
  </dgm:ptLst>
  <dgm:cxnLst>
    <dgm:cxn modelId="{07FD7A13-9CE6-48E3-A82D-C419B1052782}" srcId="{AEA39621-4552-44D9-8A1D-B7673BE63164}" destId="{2C240074-FF0C-4241-A75B-BE814F37BBBD}" srcOrd="4" destOrd="0" parTransId="{CAF74BAC-B850-46D4-98A4-8E64219D765B}" sibTransId="{DF859CCC-C9B4-4B45-93C4-5054992D79D3}"/>
    <dgm:cxn modelId="{68204314-29BC-4379-8553-861631D9E13D}" type="presOf" srcId="{AEA39621-4552-44D9-8A1D-B7673BE63164}" destId="{0E357E07-9E43-4ABA-8188-810B11A1C268}" srcOrd="0" destOrd="0" presId="urn:microsoft.com/office/officeart/2018/2/layout/IconVerticalSolidList"/>
    <dgm:cxn modelId="{D890C726-2DD5-470C-B5CE-2B1497EDC29F}" type="presOf" srcId="{EF8CD5E6-8256-442F-84C1-9E4DD2FDB6DD}" destId="{3948BC78-E24E-49CD-803F-05E6E30C1BFE}" srcOrd="0" destOrd="0" presId="urn:microsoft.com/office/officeart/2018/2/layout/IconVerticalSolidList"/>
    <dgm:cxn modelId="{1D4CD72B-88DE-4EFF-B3F2-E5CF97587028}" srcId="{AEA39621-4552-44D9-8A1D-B7673BE63164}" destId="{014D6C73-8F31-49F4-BA35-A7EF8A30039A}" srcOrd="5" destOrd="0" parTransId="{2B273DF1-C42A-4FF1-9E7C-CCC10956A402}" sibTransId="{9E872BCE-5E87-456C-A201-2021C1BE39B3}"/>
    <dgm:cxn modelId="{5FDE463F-55CF-4794-A768-8630FD9A820D}" srcId="{AEA39621-4552-44D9-8A1D-B7673BE63164}" destId="{CECB8003-8D66-46EA-BFAC-16F414DC276F}" srcOrd="1" destOrd="0" parTransId="{E6F0A49D-3161-428D-A080-93BA3C2F43AA}" sibTransId="{72366640-97BC-48E0-A0E3-4FFB4C6DF136}"/>
    <dgm:cxn modelId="{1FE3B748-F6DD-47FD-8D6D-A09F418968C3}" type="presOf" srcId="{E147302F-3C61-4199-88D8-D889D6F070E6}" destId="{0C3E691B-F5C8-49B5-9A92-2450EB7D4491}" srcOrd="0" destOrd="0" presId="urn:microsoft.com/office/officeart/2018/2/layout/IconVerticalSolidList"/>
    <dgm:cxn modelId="{CE16614A-4E84-4F4B-8F8C-326CC89ABB71}" type="presOf" srcId="{014D6C73-8F31-49F4-BA35-A7EF8A30039A}" destId="{39812C9C-F902-4FCE-AF33-FC56DCEECA29}" srcOrd="0" destOrd="0" presId="urn:microsoft.com/office/officeart/2018/2/layout/IconVerticalSolidList"/>
    <dgm:cxn modelId="{B86EA86A-43EB-4A72-880E-5231B09D948A}" type="presOf" srcId="{2C240074-FF0C-4241-A75B-BE814F37BBBD}" destId="{282BA41C-21D9-45AA-8B8E-A18B5581152D}" srcOrd="0" destOrd="0" presId="urn:microsoft.com/office/officeart/2018/2/layout/IconVerticalSolidList"/>
    <dgm:cxn modelId="{C8C3B74D-2C73-4449-BF0C-734ACB60FB64}" srcId="{AEA39621-4552-44D9-8A1D-B7673BE63164}" destId="{E147302F-3C61-4199-88D8-D889D6F070E6}" srcOrd="6" destOrd="0" parTransId="{2BE54BC7-F189-4A78-88B0-B162D0DF1B7C}" sibTransId="{E384F8DE-D8B7-48D9-8310-7187A038237B}"/>
    <dgm:cxn modelId="{8274F386-0777-4261-BF4B-B83C6C10AC13}" srcId="{AEA39621-4552-44D9-8A1D-B7673BE63164}" destId="{59DE41E3-311A-49C9-BDE6-C1449448DAB9}" srcOrd="2" destOrd="0" parTransId="{5060ECE7-866F-40DB-A518-F79C96D1F66F}" sibTransId="{7D54E7CF-8C35-43B0-95D4-106016D1A802}"/>
    <dgm:cxn modelId="{C7C1DB8E-E266-414D-9777-D60CD1FFE64A}" type="presOf" srcId="{CECB8003-8D66-46EA-BFAC-16F414DC276F}" destId="{21479012-863B-4E9D-8421-B9C25998B60E}" srcOrd="0" destOrd="0" presId="urn:microsoft.com/office/officeart/2018/2/layout/IconVerticalSolidList"/>
    <dgm:cxn modelId="{A2B1629A-7B12-4F99-B01B-65CF63B5172F}" srcId="{AEA39621-4552-44D9-8A1D-B7673BE63164}" destId="{EF8CD5E6-8256-442F-84C1-9E4DD2FDB6DD}" srcOrd="3" destOrd="0" parTransId="{4D6D5CE7-6754-40C6-967B-F0D299DE9098}" sibTransId="{81705D3A-869E-4D13-A66B-4F8E3985F704}"/>
    <dgm:cxn modelId="{9D4C4CA3-9282-4743-AF28-44930707C40D}" srcId="{AEA39621-4552-44D9-8A1D-B7673BE63164}" destId="{D1C49BCB-F960-4D3F-AAF8-119954B04F29}" srcOrd="7" destOrd="0" parTransId="{B4207154-4E20-4CC6-B474-A428D54E504C}" sibTransId="{B39E9AB4-FF9F-4465-AA20-C1497768B708}"/>
    <dgm:cxn modelId="{F423C8A4-E51F-4806-A3F2-543D210EC850}" type="presOf" srcId="{59DE41E3-311A-49C9-BDE6-C1449448DAB9}" destId="{C22A073C-6162-4764-834E-536A1BCEAACD}" srcOrd="0" destOrd="0" presId="urn:microsoft.com/office/officeart/2018/2/layout/IconVerticalSolidList"/>
    <dgm:cxn modelId="{50CAE7A8-54CC-436D-8FBE-7034FA77490D}" type="presOf" srcId="{D1C49BCB-F960-4D3F-AAF8-119954B04F29}" destId="{A0AF0A78-5D62-4FA1-9B28-DE38F254DAF9}" srcOrd="0" destOrd="0" presId="urn:microsoft.com/office/officeart/2018/2/layout/IconVerticalSolidList"/>
    <dgm:cxn modelId="{EE4792A9-A2BA-4194-AEB0-21D4D9D9C3BF}" type="presOf" srcId="{0D5595DF-EF3A-4E1D-8091-2E96008EF571}" destId="{891973FA-40D1-4838-A413-61EBB87D30D1}" srcOrd="0" destOrd="0" presId="urn:microsoft.com/office/officeart/2018/2/layout/IconVerticalSolidList"/>
    <dgm:cxn modelId="{5EC5CEF1-640F-4F77-B0C7-E8D4093A887B}" srcId="{AEA39621-4552-44D9-8A1D-B7673BE63164}" destId="{0D5595DF-EF3A-4E1D-8091-2E96008EF571}" srcOrd="0" destOrd="0" parTransId="{D1DE009A-8C8C-4212-8E03-0C4B803B5A5B}" sibTransId="{31AA9718-8134-40AB-924A-D90FCF1FF2C0}"/>
    <dgm:cxn modelId="{40ABECB3-FC2D-496B-8D9B-84EE39DD5575}" type="presParOf" srcId="{0E357E07-9E43-4ABA-8188-810B11A1C268}" destId="{94D11136-8D4A-44D8-9039-59148CA72A17}" srcOrd="0" destOrd="0" presId="urn:microsoft.com/office/officeart/2018/2/layout/IconVerticalSolidList"/>
    <dgm:cxn modelId="{069C64CA-B47E-4AE5-99F5-39CB0AD3541A}" type="presParOf" srcId="{94D11136-8D4A-44D8-9039-59148CA72A17}" destId="{7C185FF8-5FCA-4C82-AC4C-2D6997D7ECCD}" srcOrd="0" destOrd="0" presId="urn:microsoft.com/office/officeart/2018/2/layout/IconVerticalSolidList"/>
    <dgm:cxn modelId="{73D81792-E6B5-4F10-A966-FFE892AA0665}" type="presParOf" srcId="{94D11136-8D4A-44D8-9039-59148CA72A17}" destId="{50700691-73A9-452D-980D-B761B02BADA7}" srcOrd="1" destOrd="0" presId="urn:microsoft.com/office/officeart/2018/2/layout/IconVerticalSolidList"/>
    <dgm:cxn modelId="{F7C3699F-BC92-4621-A420-87B2DC037E21}" type="presParOf" srcId="{94D11136-8D4A-44D8-9039-59148CA72A17}" destId="{C7B3E261-63CD-4B2E-9396-96D95DC6D446}" srcOrd="2" destOrd="0" presId="urn:microsoft.com/office/officeart/2018/2/layout/IconVerticalSolidList"/>
    <dgm:cxn modelId="{2120BEA4-48F1-4AD6-9C67-75F57BDA4EB9}" type="presParOf" srcId="{94D11136-8D4A-44D8-9039-59148CA72A17}" destId="{891973FA-40D1-4838-A413-61EBB87D30D1}" srcOrd="3" destOrd="0" presId="urn:microsoft.com/office/officeart/2018/2/layout/IconVerticalSolidList"/>
    <dgm:cxn modelId="{FE61C1CB-6AE3-4A01-978D-93999AE2CF31}" type="presParOf" srcId="{0E357E07-9E43-4ABA-8188-810B11A1C268}" destId="{052C2D09-008F-4AAF-AE0E-EE24E3442946}" srcOrd="1" destOrd="0" presId="urn:microsoft.com/office/officeart/2018/2/layout/IconVerticalSolidList"/>
    <dgm:cxn modelId="{793B6EE4-8B95-429A-876A-852292DBB38D}" type="presParOf" srcId="{0E357E07-9E43-4ABA-8188-810B11A1C268}" destId="{027F2FF9-ECDB-4235-87E2-6AC2CF756698}" srcOrd="2" destOrd="0" presId="urn:microsoft.com/office/officeart/2018/2/layout/IconVerticalSolidList"/>
    <dgm:cxn modelId="{DA4F5D2E-81C2-42E8-91EA-2C16BCA1E934}" type="presParOf" srcId="{027F2FF9-ECDB-4235-87E2-6AC2CF756698}" destId="{D474A4B6-631D-4717-9B00-5CC1A3971636}" srcOrd="0" destOrd="0" presId="urn:microsoft.com/office/officeart/2018/2/layout/IconVerticalSolidList"/>
    <dgm:cxn modelId="{B6C1D5A4-BBE4-435E-944C-5E45C4DB0570}" type="presParOf" srcId="{027F2FF9-ECDB-4235-87E2-6AC2CF756698}" destId="{55393EEC-E012-4523-A1A9-16A1F4B7C8EB}" srcOrd="1" destOrd="0" presId="urn:microsoft.com/office/officeart/2018/2/layout/IconVerticalSolidList"/>
    <dgm:cxn modelId="{0C43EB15-3806-4A33-94E5-D4E94DB64187}" type="presParOf" srcId="{027F2FF9-ECDB-4235-87E2-6AC2CF756698}" destId="{B7BB2EF4-FCEB-4023-BA57-1B22ADF82ED8}" srcOrd="2" destOrd="0" presId="urn:microsoft.com/office/officeart/2018/2/layout/IconVerticalSolidList"/>
    <dgm:cxn modelId="{721DEDAE-F73E-462F-AA73-58804C9EC0D7}" type="presParOf" srcId="{027F2FF9-ECDB-4235-87E2-6AC2CF756698}" destId="{21479012-863B-4E9D-8421-B9C25998B60E}" srcOrd="3" destOrd="0" presId="urn:microsoft.com/office/officeart/2018/2/layout/IconVerticalSolidList"/>
    <dgm:cxn modelId="{34F4E610-E29B-4843-ADE3-20897AA3DB6C}" type="presParOf" srcId="{0E357E07-9E43-4ABA-8188-810B11A1C268}" destId="{F77CF032-9D78-4101-95BE-BC941F682146}" srcOrd="3" destOrd="0" presId="urn:microsoft.com/office/officeart/2018/2/layout/IconVerticalSolidList"/>
    <dgm:cxn modelId="{56376772-7A7C-4F30-A688-0DA1C601A25A}" type="presParOf" srcId="{0E357E07-9E43-4ABA-8188-810B11A1C268}" destId="{B2F001D1-F488-4DFA-A09B-842F74035ACC}" srcOrd="4" destOrd="0" presId="urn:microsoft.com/office/officeart/2018/2/layout/IconVerticalSolidList"/>
    <dgm:cxn modelId="{E53CB104-7FA0-41E4-B9AF-16627EAEF34C}" type="presParOf" srcId="{B2F001D1-F488-4DFA-A09B-842F74035ACC}" destId="{71F79C7F-39BC-4548-BEA2-E07C50603BF3}" srcOrd="0" destOrd="0" presId="urn:microsoft.com/office/officeart/2018/2/layout/IconVerticalSolidList"/>
    <dgm:cxn modelId="{4692E755-012A-4630-8E8D-8485545F8715}" type="presParOf" srcId="{B2F001D1-F488-4DFA-A09B-842F74035ACC}" destId="{B9CBE12E-37AD-4FB1-834C-CC823902D41C}" srcOrd="1" destOrd="0" presId="urn:microsoft.com/office/officeart/2018/2/layout/IconVerticalSolidList"/>
    <dgm:cxn modelId="{C5CFA747-AD4A-4DBC-9B38-28F56E84EEC7}" type="presParOf" srcId="{B2F001D1-F488-4DFA-A09B-842F74035ACC}" destId="{9ED93F0F-4CB0-4DCB-8691-CFFBBBFF8852}" srcOrd="2" destOrd="0" presId="urn:microsoft.com/office/officeart/2018/2/layout/IconVerticalSolidList"/>
    <dgm:cxn modelId="{07C46A75-6A71-435A-948C-77A3D457D849}" type="presParOf" srcId="{B2F001D1-F488-4DFA-A09B-842F74035ACC}" destId="{C22A073C-6162-4764-834E-536A1BCEAACD}" srcOrd="3" destOrd="0" presId="urn:microsoft.com/office/officeart/2018/2/layout/IconVerticalSolidList"/>
    <dgm:cxn modelId="{4F957B32-93D4-44EB-8B1E-54999C5511E9}" type="presParOf" srcId="{0E357E07-9E43-4ABA-8188-810B11A1C268}" destId="{983682FF-F918-4B66-9E63-2135C0DF400E}" srcOrd="5" destOrd="0" presId="urn:microsoft.com/office/officeart/2018/2/layout/IconVerticalSolidList"/>
    <dgm:cxn modelId="{F85840B4-26BB-4F36-81CE-CB51A69825C2}" type="presParOf" srcId="{0E357E07-9E43-4ABA-8188-810B11A1C268}" destId="{15F7DAB2-79E1-4414-A16D-162606BA7A77}" srcOrd="6" destOrd="0" presId="urn:microsoft.com/office/officeart/2018/2/layout/IconVerticalSolidList"/>
    <dgm:cxn modelId="{1F29D1AC-A225-4FB1-B128-CA7F066A9297}" type="presParOf" srcId="{15F7DAB2-79E1-4414-A16D-162606BA7A77}" destId="{795CFB29-453E-445D-A606-811D336F3DCC}" srcOrd="0" destOrd="0" presId="urn:microsoft.com/office/officeart/2018/2/layout/IconVerticalSolidList"/>
    <dgm:cxn modelId="{B2037FA5-725D-4FF6-97B9-3EC492A12A61}" type="presParOf" srcId="{15F7DAB2-79E1-4414-A16D-162606BA7A77}" destId="{384960F8-0B31-4A76-A5DE-6AC71603AD87}" srcOrd="1" destOrd="0" presId="urn:microsoft.com/office/officeart/2018/2/layout/IconVerticalSolidList"/>
    <dgm:cxn modelId="{A15A90B9-1EB0-4F95-AA46-752BBC278301}" type="presParOf" srcId="{15F7DAB2-79E1-4414-A16D-162606BA7A77}" destId="{07F16B2A-C809-42E4-9565-649DF264CCF0}" srcOrd="2" destOrd="0" presId="urn:microsoft.com/office/officeart/2018/2/layout/IconVerticalSolidList"/>
    <dgm:cxn modelId="{DBDD39E2-C5AF-49D0-AF10-87E10D46669A}" type="presParOf" srcId="{15F7DAB2-79E1-4414-A16D-162606BA7A77}" destId="{3948BC78-E24E-49CD-803F-05E6E30C1BFE}" srcOrd="3" destOrd="0" presId="urn:microsoft.com/office/officeart/2018/2/layout/IconVerticalSolidList"/>
    <dgm:cxn modelId="{270F848A-0028-4F2B-A232-0CB7AD8A12A3}" type="presParOf" srcId="{0E357E07-9E43-4ABA-8188-810B11A1C268}" destId="{6DB2E169-22B9-42F4-8223-4B23E6E5E6FF}" srcOrd="7" destOrd="0" presId="urn:microsoft.com/office/officeart/2018/2/layout/IconVerticalSolidList"/>
    <dgm:cxn modelId="{6CE0208E-1D5D-4170-B8EE-5B9AF9CA3E1B}" type="presParOf" srcId="{0E357E07-9E43-4ABA-8188-810B11A1C268}" destId="{14F282B4-A361-4F31-A3AB-FB06E06F1BB2}" srcOrd="8" destOrd="0" presId="urn:microsoft.com/office/officeart/2018/2/layout/IconVerticalSolidList"/>
    <dgm:cxn modelId="{B487CF83-FD00-4244-BCAA-8F24A98CC707}" type="presParOf" srcId="{14F282B4-A361-4F31-A3AB-FB06E06F1BB2}" destId="{3439D76B-3418-4184-8836-CE3F3ADCF2F3}" srcOrd="0" destOrd="0" presId="urn:microsoft.com/office/officeart/2018/2/layout/IconVerticalSolidList"/>
    <dgm:cxn modelId="{D82EE53C-B0C8-4E0D-85F3-87CFE16290A9}" type="presParOf" srcId="{14F282B4-A361-4F31-A3AB-FB06E06F1BB2}" destId="{FC1B4F33-EBB5-4B54-ABBB-5FA2D3142043}" srcOrd="1" destOrd="0" presId="urn:microsoft.com/office/officeart/2018/2/layout/IconVerticalSolidList"/>
    <dgm:cxn modelId="{1B95C54F-08E4-44B4-BFF9-626EC30C5DBA}" type="presParOf" srcId="{14F282B4-A361-4F31-A3AB-FB06E06F1BB2}" destId="{1FDC7B70-BADD-44EC-B45B-E4B4C81D4545}" srcOrd="2" destOrd="0" presId="urn:microsoft.com/office/officeart/2018/2/layout/IconVerticalSolidList"/>
    <dgm:cxn modelId="{DA295345-6350-4DD2-B2D4-F0E0762DA7D6}" type="presParOf" srcId="{14F282B4-A361-4F31-A3AB-FB06E06F1BB2}" destId="{282BA41C-21D9-45AA-8B8E-A18B5581152D}" srcOrd="3" destOrd="0" presId="urn:microsoft.com/office/officeart/2018/2/layout/IconVerticalSolidList"/>
    <dgm:cxn modelId="{099AFEAE-63A9-4790-9C9B-78F5FF8B55C6}" type="presParOf" srcId="{0E357E07-9E43-4ABA-8188-810B11A1C268}" destId="{FEA6D548-CF16-42F5-83CA-D9B2B2ECCBC2}" srcOrd="9" destOrd="0" presId="urn:microsoft.com/office/officeart/2018/2/layout/IconVerticalSolidList"/>
    <dgm:cxn modelId="{71F4532F-C275-4CC4-90CD-AD6D3F185E7F}" type="presParOf" srcId="{0E357E07-9E43-4ABA-8188-810B11A1C268}" destId="{1E479692-4D30-4B67-9588-FED7DCA1C31C}" srcOrd="10" destOrd="0" presId="urn:microsoft.com/office/officeart/2018/2/layout/IconVerticalSolidList"/>
    <dgm:cxn modelId="{61CFF4EA-D7C9-4731-9872-8AAC59F754D8}" type="presParOf" srcId="{1E479692-4D30-4B67-9588-FED7DCA1C31C}" destId="{36C3B961-CE23-440B-B9DB-1470B6A72876}" srcOrd="0" destOrd="0" presId="urn:microsoft.com/office/officeart/2018/2/layout/IconVerticalSolidList"/>
    <dgm:cxn modelId="{8E884709-62D9-4E97-8E8D-C1A35031B70B}" type="presParOf" srcId="{1E479692-4D30-4B67-9588-FED7DCA1C31C}" destId="{E6E5C2AA-8F97-4111-B250-6129540425D6}" srcOrd="1" destOrd="0" presId="urn:microsoft.com/office/officeart/2018/2/layout/IconVerticalSolidList"/>
    <dgm:cxn modelId="{0188108E-68CA-485F-8E92-78969B1F5DDF}" type="presParOf" srcId="{1E479692-4D30-4B67-9588-FED7DCA1C31C}" destId="{81A4B63F-CAF6-4ACA-AF84-8F10A9E4DB5D}" srcOrd="2" destOrd="0" presId="urn:microsoft.com/office/officeart/2018/2/layout/IconVerticalSolidList"/>
    <dgm:cxn modelId="{23F99BCB-1384-467A-9EE5-36896B93E0E7}" type="presParOf" srcId="{1E479692-4D30-4B67-9588-FED7DCA1C31C}" destId="{39812C9C-F902-4FCE-AF33-FC56DCEECA29}" srcOrd="3" destOrd="0" presId="urn:microsoft.com/office/officeart/2018/2/layout/IconVerticalSolidList"/>
    <dgm:cxn modelId="{12898611-9A90-464A-BE6E-158C25889878}" type="presParOf" srcId="{0E357E07-9E43-4ABA-8188-810B11A1C268}" destId="{A5072198-52B0-4004-AAB1-FB6D1C53622A}" srcOrd="11" destOrd="0" presId="urn:microsoft.com/office/officeart/2018/2/layout/IconVerticalSolidList"/>
    <dgm:cxn modelId="{F5D38B0E-6822-403F-B3A0-A8C145F58BA1}" type="presParOf" srcId="{0E357E07-9E43-4ABA-8188-810B11A1C268}" destId="{92264F01-C88A-482D-B7DA-0F8443C6C2A9}" srcOrd="12" destOrd="0" presId="urn:microsoft.com/office/officeart/2018/2/layout/IconVerticalSolidList"/>
    <dgm:cxn modelId="{ADC79FFE-B378-427D-93CB-190815C12881}" type="presParOf" srcId="{92264F01-C88A-482D-B7DA-0F8443C6C2A9}" destId="{033A515F-CB54-4453-A335-6DF3788B8C82}" srcOrd="0" destOrd="0" presId="urn:microsoft.com/office/officeart/2018/2/layout/IconVerticalSolidList"/>
    <dgm:cxn modelId="{CE763EE1-F18B-4FFA-91ED-F99902F64C4D}" type="presParOf" srcId="{92264F01-C88A-482D-B7DA-0F8443C6C2A9}" destId="{500A17E5-1C12-41B6-B837-1BC1C48B5AD7}" srcOrd="1" destOrd="0" presId="urn:microsoft.com/office/officeart/2018/2/layout/IconVerticalSolidList"/>
    <dgm:cxn modelId="{C738C494-624F-419C-B414-75C7A3712787}" type="presParOf" srcId="{92264F01-C88A-482D-B7DA-0F8443C6C2A9}" destId="{2AE49E4A-A09C-4082-B7D4-D50CEA5C1002}" srcOrd="2" destOrd="0" presId="urn:microsoft.com/office/officeart/2018/2/layout/IconVerticalSolidList"/>
    <dgm:cxn modelId="{1F85D9C1-01C0-4600-BE53-985E6BDA4939}" type="presParOf" srcId="{92264F01-C88A-482D-B7DA-0F8443C6C2A9}" destId="{0C3E691B-F5C8-49B5-9A92-2450EB7D4491}" srcOrd="3" destOrd="0" presId="urn:microsoft.com/office/officeart/2018/2/layout/IconVerticalSolidList"/>
    <dgm:cxn modelId="{1C47ED97-23B8-4845-9342-A2FEF75AAE5E}" type="presParOf" srcId="{0E357E07-9E43-4ABA-8188-810B11A1C268}" destId="{C27C5110-CA59-4E1B-B8D7-4A5B27C1699A}" srcOrd="13" destOrd="0" presId="urn:microsoft.com/office/officeart/2018/2/layout/IconVerticalSolidList"/>
    <dgm:cxn modelId="{109A996A-BCB8-44E8-A2CE-F03A724B7DD8}" type="presParOf" srcId="{0E357E07-9E43-4ABA-8188-810B11A1C268}" destId="{0F1C36F6-92E9-42C1-8E9C-A56D7A6FCBAC}" srcOrd="14" destOrd="0" presId="urn:microsoft.com/office/officeart/2018/2/layout/IconVerticalSolidList"/>
    <dgm:cxn modelId="{57F7DC3A-8FB8-4BE4-9A8A-15D55F74D396}" type="presParOf" srcId="{0F1C36F6-92E9-42C1-8E9C-A56D7A6FCBAC}" destId="{DD79322E-0180-4A64-9474-DD1B7284E39C}" srcOrd="0" destOrd="0" presId="urn:microsoft.com/office/officeart/2018/2/layout/IconVerticalSolidList"/>
    <dgm:cxn modelId="{6CCF02EC-08E5-4471-B81A-6A98155BCF3A}" type="presParOf" srcId="{0F1C36F6-92E9-42C1-8E9C-A56D7A6FCBAC}" destId="{C66916FD-D585-41E6-B99F-0FE8C116AA3F}" srcOrd="1" destOrd="0" presId="urn:microsoft.com/office/officeart/2018/2/layout/IconVerticalSolidList"/>
    <dgm:cxn modelId="{107D0487-51F2-43D2-9A7A-108170AF4799}" type="presParOf" srcId="{0F1C36F6-92E9-42C1-8E9C-A56D7A6FCBAC}" destId="{3AAE95BF-B8B8-42AC-8364-A7BA6343B7E8}" srcOrd="2" destOrd="0" presId="urn:microsoft.com/office/officeart/2018/2/layout/IconVerticalSolidList"/>
    <dgm:cxn modelId="{519F8438-868F-4B65-8CE9-0CDB7E6CFD8A}" type="presParOf" srcId="{0F1C36F6-92E9-42C1-8E9C-A56D7A6FCBAC}" destId="{A0AF0A78-5D62-4FA1-9B28-DE38F254DAF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278F66-748F-4B7E-A5C1-9DF57E8F80F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0D68B99C-D3C1-4BE4-B1B5-80FEB1330D1C}">
      <dgm:prSet/>
      <dgm:spPr/>
      <dgm:t>
        <a:bodyPr/>
        <a:lstStyle/>
        <a:p>
          <a:pPr algn="ctr"/>
          <a:r>
            <a:rPr lang="fr-FR" dirty="0"/>
            <a:t>LE MESSAGE QUE NOUS VÉHICULONS PEUT ÊTRE </a:t>
          </a:r>
          <a:endParaRPr lang="en-US" dirty="0"/>
        </a:p>
      </dgm:t>
    </dgm:pt>
    <dgm:pt modelId="{933B1294-79C0-47F1-85BB-6BB3450CEADF}" type="parTrans" cxnId="{BEB3F8BF-22B6-4294-9B18-927D856F2D08}">
      <dgm:prSet/>
      <dgm:spPr/>
      <dgm:t>
        <a:bodyPr/>
        <a:lstStyle/>
        <a:p>
          <a:endParaRPr lang="en-US"/>
        </a:p>
      </dgm:t>
    </dgm:pt>
    <dgm:pt modelId="{B2A0D7DB-1186-4413-853D-498B57464F85}" type="sibTrans" cxnId="{BEB3F8BF-22B6-4294-9B18-927D856F2D08}">
      <dgm:prSet/>
      <dgm:spPr/>
      <dgm:t>
        <a:bodyPr/>
        <a:lstStyle/>
        <a:p>
          <a:endParaRPr lang="en-US"/>
        </a:p>
      </dgm:t>
    </dgm:pt>
    <dgm:pt modelId="{13CBDE4E-A709-4238-A6C2-6784954F0214}">
      <dgm:prSet/>
      <dgm:spPr/>
      <dgm:t>
        <a:bodyPr/>
        <a:lstStyle/>
        <a:p>
          <a:r>
            <a:rPr lang="fr-FR"/>
            <a:t>Un </a:t>
          </a:r>
          <a:r>
            <a:rPr lang="fr-FR" b="1"/>
            <a:t>message verbal </a:t>
          </a:r>
          <a:r>
            <a:rPr lang="fr-FR"/>
            <a:t>(contenu / discours)</a:t>
          </a:r>
          <a:endParaRPr lang="en-US"/>
        </a:p>
      </dgm:t>
    </dgm:pt>
    <dgm:pt modelId="{8414E1A0-626C-4556-8A62-A6C0A18796E9}" type="parTrans" cxnId="{43E2DFF4-F26A-47ED-9DDD-A518CE794671}">
      <dgm:prSet/>
      <dgm:spPr/>
      <dgm:t>
        <a:bodyPr/>
        <a:lstStyle/>
        <a:p>
          <a:endParaRPr lang="en-US"/>
        </a:p>
      </dgm:t>
    </dgm:pt>
    <dgm:pt modelId="{5B6EFD1A-5D82-4995-A5FF-682E6C592B05}" type="sibTrans" cxnId="{43E2DFF4-F26A-47ED-9DDD-A518CE794671}">
      <dgm:prSet/>
      <dgm:spPr/>
      <dgm:t>
        <a:bodyPr/>
        <a:lstStyle/>
        <a:p>
          <a:endParaRPr lang="en-US"/>
        </a:p>
      </dgm:t>
    </dgm:pt>
    <dgm:pt modelId="{B2D0589F-BA39-4D2C-8673-54EACFF52412}">
      <dgm:prSet/>
      <dgm:spPr/>
      <dgm:t>
        <a:bodyPr/>
        <a:lstStyle/>
        <a:p>
          <a:r>
            <a:rPr lang="fr-FR"/>
            <a:t>Un  </a:t>
          </a:r>
          <a:r>
            <a:rPr lang="fr-FR" b="1"/>
            <a:t>message physique</a:t>
          </a:r>
          <a:r>
            <a:rPr lang="fr-FR"/>
            <a:t> (le corps et la voix)</a:t>
          </a:r>
          <a:endParaRPr lang="en-US"/>
        </a:p>
      </dgm:t>
    </dgm:pt>
    <dgm:pt modelId="{CFD03DD1-53E9-4C8B-A90B-FD3CB8BDE3BB}" type="parTrans" cxnId="{D3ABA5D8-8CEB-4467-9EFC-BFAA41539C77}">
      <dgm:prSet/>
      <dgm:spPr/>
      <dgm:t>
        <a:bodyPr/>
        <a:lstStyle/>
        <a:p>
          <a:endParaRPr lang="en-US"/>
        </a:p>
      </dgm:t>
    </dgm:pt>
    <dgm:pt modelId="{5D7ED089-5AF9-4F02-91AB-120D4ECFB84E}" type="sibTrans" cxnId="{D3ABA5D8-8CEB-4467-9EFC-BFAA41539C77}">
      <dgm:prSet/>
      <dgm:spPr/>
      <dgm:t>
        <a:bodyPr/>
        <a:lstStyle/>
        <a:p>
          <a:endParaRPr lang="en-US"/>
        </a:p>
      </dgm:t>
    </dgm:pt>
    <dgm:pt modelId="{14D3CC32-6C78-4DB8-9A5F-7F0FA03DBBDD}">
      <dgm:prSet/>
      <dgm:spPr/>
      <dgm:t>
        <a:bodyPr/>
        <a:lstStyle/>
        <a:p>
          <a:r>
            <a:rPr lang="fr-FR"/>
            <a:t>Dans une interaction le verbal comptent pour  7%,</a:t>
          </a:r>
          <a:endParaRPr lang="en-US"/>
        </a:p>
      </dgm:t>
    </dgm:pt>
    <dgm:pt modelId="{BF7FB9B3-D19E-4C9F-B6AF-F888EDA9F11E}" type="parTrans" cxnId="{297BC6B4-6C04-4C4E-9B21-1FD01104011A}">
      <dgm:prSet/>
      <dgm:spPr/>
      <dgm:t>
        <a:bodyPr/>
        <a:lstStyle/>
        <a:p>
          <a:endParaRPr lang="en-US"/>
        </a:p>
      </dgm:t>
    </dgm:pt>
    <dgm:pt modelId="{172C5223-A653-4ACE-B62C-4721B6E64202}" type="sibTrans" cxnId="{297BC6B4-6C04-4C4E-9B21-1FD01104011A}">
      <dgm:prSet/>
      <dgm:spPr/>
      <dgm:t>
        <a:bodyPr/>
        <a:lstStyle/>
        <a:p>
          <a:endParaRPr lang="en-US"/>
        </a:p>
      </dgm:t>
    </dgm:pt>
    <dgm:pt modelId="{166004AF-6B02-450F-BAE2-9DA63C2E5FA6}">
      <dgm:prSet/>
      <dgm:spPr/>
      <dgm:t>
        <a:bodyPr/>
        <a:lstStyle/>
        <a:p>
          <a:r>
            <a:rPr lang="fr-FR"/>
            <a:t>Le para-verbal  30% et</a:t>
          </a:r>
          <a:endParaRPr lang="en-US"/>
        </a:p>
      </dgm:t>
    </dgm:pt>
    <dgm:pt modelId="{4EAD7D1A-4524-4DD3-9F07-5986F134C3BC}" type="parTrans" cxnId="{065AACF7-31AD-425C-8DAE-ACC62D514185}">
      <dgm:prSet/>
      <dgm:spPr/>
      <dgm:t>
        <a:bodyPr/>
        <a:lstStyle/>
        <a:p>
          <a:endParaRPr lang="en-US"/>
        </a:p>
      </dgm:t>
    </dgm:pt>
    <dgm:pt modelId="{BAD0FCAA-D645-442E-9678-3FF3BE56E95D}" type="sibTrans" cxnId="{065AACF7-31AD-425C-8DAE-ACC62D514185}">
      <dgm:prSet/>
      <dgm:spPr/>
      <dgm:t>
        <a:bodyPr/>
        <a:lstStyle/>
        <a:p>
          <a:endParaRPr lang="en-US"/>
        </a:p>
      </dgm:t>
    </dgm:pt>
    <dgm:pt modelId="{8C16CCD5-8B12-4957-9AB1-9420D64A8445}">
      <dgm:prSet/>
      <dgm:spPr/>
      <dgm:t>
        <a:bodyPr/>
        <a:lstStyle/>
        <a:p>
          <a:r>
            <a:rPr lang="fr-FR"/>
            <a:t>Le  non-verbal 55%</a:t>
          </a:r>
          <a:endParaRPr lang="en-US"/>
        </a:p>
      </dgm:t>
    </dgm:pt>
    <dgm:pt modelId="{1594BB3F-5818-4435-ADFC-9DC5C49833D4}" type="parTrans" cxnId="{3649DA0C-B3E9-43D9-B57C-2FCC2B85A074}">
      <dgm:prSet/>
      <dgm:spPr/>
      <dgm:t>
        <a:bodyPr/>
        <a:lstStyle/>
        <a:p>
          <a:endParaRPr lang="en-US"/>
        </a:p>
      </dgm:t>
    </dgm:pt>
    <dgm:pt modelId="{03A48BB4-34AE-4144-8E57-BD317A53DB6E}" type="sibTrans" cxnId="{3649DA0C-B3E9-43D9-B57C-2FCC2B85A074}">
      <dgm:prSet/>
      <dgm:spPr/>
      <dgm:t>
        <a:bodyPr/>
        <a:lstStyle/>
        <a:p>
          <a:endParaRPr lang="en-US"/>
        </a:p>
      </dgm:t>
    </dgm:pt>
    <dgm:pt modelId="{4A706695-9B54-4A32-9B5F-157B4FBEB253}" type="pres">
      <dgm:prSet presAssocID="{1E278F66-748F-4B7E-A5C1-9DF57E8F80FE}" presName="linear" presStyleCnt="0">
        <dgm:presLayoutVars>
          <dgm:animLvl val="lvl"/>
          <dgm:resizeHandles val="exact"/>
        </dgm:presLayoutVars>
      </dgm:prSet>
      <dgm:spPr/>
    </dgm:pt>
    <dgm:pt modelId="{6415CFAF-0E13-406A-B30F-C704598F2C44}" type="pres">
      <dgm:prSet presAssocID="{0D68B99C-D3C1-4BE4-B1B5-80FEB1330D1C}" presName="parentText" presStyleLbl="node1" presStyleIdx="0" presStyleCnt="6" custLinFactY="-200000" custLinFactNeighborX="-61752" custLinFactNeighborY="-264531">
        <dgm:presLayoutVars>
          <dgm:chMax val="0"/>
          <dgm:bulletEnabled val="1"/>
        </dgm:presLayoutVars>
      </dgm:prSet>
      <dgm:spPr/>
    </dgm:pt>
    <dgm:pt modelId="{3C724C97-0983-4E7D-AE10-2C6FC0D28D01}" type="pres">
      <dgm:prSet presAssocID="{B2A0D7DB-1186-4413-853D-498B57464F85}" presName="spacer" presStyleCnt="0"/>
      <dgm:spPr/>
    </dgm:pt>
    <dgm:pt modelId="{2271080C-5D3B-42F2-B707-CD3F7FCAD1D8}" type="pres">
      <dgm:prSet presAssocID="{13CBDE4E-A709-4238-A6C2-6784954F0214}" presName="parentText" presStyleLbl="node1" presStyleIdx="1" presStyleCnt="6">
        <dgm:presLayoutVars>
          <dgm:chMax val="0"/>
          <dgm:bulletEnabled val="1"/>
        </dgm:presLayoutVars>
      </dgm:prSet>
      <dgm:spPr/>
    </dgm:pt>
    <dgm:pt modelId="{8F66B892-A073-43BA-8B44-F1B6FE1E6D9B}" type="pres">
      <dgm:prSet presAssocID="{5B6EFD1A-5D82-4995-A5FF-682E6C592B05}" presName="spacer" presStyleCnt="0"/>
      <dgm:spPr/>
    </dgm:pt>
    <dgm:pt modelId="{47FC065B-2942-47D5-9D46-9C5DE220E1F6}" type="pres">
      <dgm:prSet presAssocID="{B2D0589F-BA39-4D2C-8673-54EACFF52412}" presName="parentText" presStyleLbl="node1" presStyleIdx="2" presStyleCnt="6">
        <dgm:presLayoutVars>
          <dgm:chMax val="0"/>
          <dgm:bulletEnabled val="1"/>
        </dgm:presLayoutVars>
      </dgm:prSet>
      <dgm:spPr/>
    </dgm:pt>
    <dgm:pt modelId="{5651A152-9663-4A0B-95B3-C6DB18CBDC76}" type="pres">
      <dgm:prSet presAssocID="{5D7ED089-5AF9-4F02-91AB-120D4ECFB84E}" presName="spacer" presStyleCnt="0"/>
      <dgm:spPr/>
    </dgm:pt>
    <dgm:pt modelId="{1F369C89-5A96-4B33-9A90-5976564DE8BE}" type="pres">
      <dgm:prSet presAssocID="{14D3CC32-6C78-4DB8-9A5F-7F0FA03DBBDD}" presName="parentText" presStyleLbl="node1" presStyleIdx="3" presStyleCnt="6">
        <dgm:presLayoutVars>
          <dgm:chMax val="0"/>
          <dgm:bulletEnabled val="1"/>
        </dgm:presLayoutVars>
      </dgm:prSet>
      <dgm:spPr/>
    </dgm:pt>
    <dgm:pt modelId="{40E4AE9B-391B-4BE2-B643-8F42B0DBEEC1}" type="pres">
      <dgm:prSet presAssocID="{172C5223-A653-4ACE-B62C-4721B6E64202}" presName="spacer" presStyleCnt="0"/>
      <dgm:spPr/>
    </dgm:pt>
    <dgm:pt modelId="{0C55FECD-3C43-4AF3-BE73-F6221899E43B}" type="pres">
      <dgm:prSet presAssocID="{166004AF-6B02-450F-BAE2-9DA63C2E5FA6}" presName="parentText" presStyleLbl="node1" presStyleIdx="4" presStyleCnt="6">
        <dgm:presLayoutVars>
          <dgm:chMax val="0"/>
          <dgm:bulletEnabled val="1"/>
        </dgm:presLayoutVars>
      </dgm:prSet>
      <dgm:spPr/>
    </dgm:pt>
    <dgm:pt modelId="{722B58A3-E1C8-45D5-85ED-73D9FB623A61}" type="pres">
      <dgm:prSet presAssocID="{BAD0FCAA-D645-442E-9678-3FF3BE56E95D}" presName="spacer" presStyleCnt="0"/>
      <dgm:spPr/>
    </dgm:pt>
    <dgm:pt modelId="{6CD9D5CA-17C0-4AD2-94F8-35F501D03BCC}" type="pres">
      <dgm:prSet presAssocID="{8C16CCD5-8B12-4957-9AB1-9420D64A8445}" presName="parentText" presStyleLbl="node1" presStyleIdx="5" presStyleCnt="6">
        <dgm:presLayoutVars>
          <dgm:chMax val="0"/>
          <dgm:bulletEnabled val="1"/>
        </dgm:presLayoutVars>
      </dgm:prSet>
      <dgm:spPr/>
    </dgm:pt>
  </dgm:ptLst>
  <dgm:cxnLst>
    <dgm:cxn modelId="{3649DA0C-B3E9-43D9-B57C-2FCC2B85A074}" srcId="{1E278F66-748F-4B7E-A5C1-9DF57E8F80FE}" destId="{8C16CCD5-8B12-4957-9AB1-9420D64A8445}" srcOrd="5" destOrd="0" parTransId="{1594BB3F-5818-4435-ADFC-9DC5C49833D4}" sibTransId="{03A48BB4-34AE-4144-8E57-BD317A53DB6E}"/>
    <dgm:cxn modelId="{370D801E-33B4-4264-8C36-CEEB094FB526}" type="presOf" srcId="{B2D0589F-BA39-4D2C-8673-54EACFF52412}" destId="{47FC065B-2942-47D5-9D46-9C5DE220E1F6}" srcOrd="0" destOrd="0" presId="urn:microsoft.com/office/officeart/2005/8/layout/vList2"/>
    <dgm:cxn modelId="{B9D93922-4E3B-4797-85D2-FA2246446173}" type="presOf" srcId="{13CBDE4E-A709-4238-A6C2-6784954F0214}" destId="{2271080C-5D3B-42F2-B707-CD3F7FCAD1D8}" srcOrd="0" destOrd="0" presId="urn:microsoft.com/office/officeart/2005/8/layout/vList2"/>
    <dgm:cxn modelId="{09889E49-21F4-492C-A097-DEE2A9F34748}" type="presOf" srcId="{166004AF-6B02-450F-BAE2-9DA63C2E5FA6}" destId="{0C55FECD-3C43-4AF3-BE73-F6221899E43B}" srcOrd="0" destOrd="0" presId="urn:microsoft.com/office/officeart/2005/8/layout/vList2"/>
    <dgm:cxn modelId="{7F67C691-67D1-437F-897F-4958DF607689}" type="presOf" srcId="{1E278F66-748F-4B7E-A5C1-9DF57E8F80FE}" destId="{4A706695-9B54-4A32-9B5F-157B4FBEB253}" srcOrd="0" destOrd="0" presId="urn:microsoft.com/office/officeart/2005/8/layout/vList2"/>
    <dgm:cxn modelId="{297BC6B4-6C04-4C4E-9B21-1FD01104011A}" srcId="{1E278F66-748F-4B7E-A5C1-9DF57E8F80FE}" destId="{14D3CC32-6C78-4DB8-9A5F-7F0FA03DBBDD}" srcOrd="3" destOrd="0" parTransId="{BF7FB9B3-D19E-4C9F-B6AF-F888EDA9F11E}" sibTransId="{172C5223-A653-4ACE-B62C-4721B6E64202}"/>
    <dgm:cxn modelId="{BEB3F8BF-22B6-4294-9B18-927D856F2D08}" srcId="{1E278F66-748F-4B7E-A5C1-9DF57E8F80FE}" destId="{0D68B99C-D3C1-4BE4-B1B5-80FEB1330D1C}" srcOrd="0" destOrd="0" parTransId="{933B1294-79C0-47F1-85BB-6BB3450CEADF}" sibTransId="{B2A0D7DB-1186-4413-853D-498B57464F85}"/>
    <dgm:cxn modelId="{F4F158D2-8CE0-4AB5-A6BC-2332906FC464}" type="presOf" srcId="{0D68B99C-D3C1-4BE4-B1B5-80FEB1330D1C}" destId="{6415CFAF-0E13-406A-B30F-C704598F2C44}" srcOrd="0" destOrd="0" presId="urn:microsoft.com/office/officeart/2005/8/layout/vList2"/>
    <dgm:cxn modelId="{D3ABA5D8-8CEB-4467-9EFC-BFAA41539C77}" srcId="{1E278F66-748F-4B7E-A5C1-9DF57E8F80FE}" destId="{B2D0589F-BA39-4D2C-8673-54EACFF52412}" srcOrd="2" destOrd="0" parTransId="{CFD03DD1-53E9-4C8B-A90B-FD3CB8BDE3BB}" sibTransId="{5D7ED089-5AF9-4F02-91AB-120D4ECFB84E}"/>
    <dgm:cxn modelId="{FF66EBE8-26A3-44AB-9BF9-E9CC28F96D6A}" type="presOf" srcId="{14D3CC32-6C78-4DB8-9A5F-7F0FA03DBBDD}" destId="{1F369C89-5A96-4B33-9A90-5976564DE8BE}" srcOrd="0" destOrd="0" presId="urn:microsoft.com/office/officeart/2005/8/layout/vList2"/>
    <dgm:cxn modelId="{5CB350E9-B38D-4EA5-9067-7C71A0F2DB21}" type="presOf" srcId="{8C16CCD5-8B12-4957-9AB1-9420D64A8445}" destId="{6CD9D5CA-17C0-4AD2-94F8-35F501D03BCC}" srcOrd="0" destOrd="0" presId="urn:microsoft.com/office/officeart/2005/8/layout/vList2"/>
    <dgm:cxn modelId="{43E2DFF4-F26A-47ED-9DDD-A518CE794671}" srcId="{1E278F66-748F-4B7E-A5C1-9DF57E8F80FE}" destId="{13CBDE4E-A709-4238-A6C2-6784954F0214}" srcOrd="1" destOrd="0" parTransId="{8414E1A0-626C-4556-8A62-A6C0A18796E9}" sibTransId="{5B6EFD1A-5D82-4995-A5FF-682E6C592B05}"/>
    <dgm:cxn modelId="{065AACF7-31AD-425C-8DAE-ACC62D514185}" srcId="{1E278F66-748F-4B7E-A5C1-9DF57E8F80FE}" destId="{166004AF-6B02-450F-BAE2-9DA63C2E5FA6}" srcOrd="4" destOrd="0" parTransId="{4EAD7D1A-4524-4DD3-9F07-5986F134C3BC}" sibTransId="{BAD0FCAA-D645-442E-9678-3FF3BE56E95D}"/>
    <dgm:cxn modelId="{B0219D6D-9E58-4523-A467-E32D1C542CDE}" type="presParOf" srcId="{4A706695-9B54-4A32-9B5F-157B4FBEB253}" destId="{6415CFAF-0E13-406A-B30F-C704598F2C44}" srcOrd="0" destOrd="0" presId="urn:microsoft.com/office/officeart/2005/8/layout/vList2"/>
    <dgm:cxn modelId="{8B4308EC-76F0-417C-9900-EB38D3256E34}" type="presParOf" srcId="{4A706695-9B54-4A32-9B5F-157B4FBEB253}" destId="{3C724C97-0983-4E7D-AE10-2C6FC0D28D01}" srcOrd="1" destOrd="0" presId="urn:microsoft.com/office/officeart/2005/8/layout/vList2"/>
    <dgm:cxn modelId="{D6154B49-860F-4455-9C11-5B35EEE8543F}" type="presParOf" srcId="{4A706695-9B54-4A32-9B5F-157B4FBEB253}" destId="{2271080C-5D3B-42F2-B707-CD3F7FCAD1D8}" srcOrd="2" destOrd="0" presId="urn:microsoft.com/office/officeart/2005/8/layout/vList2"/>
    <dgm:cxn modelId="{6AEDCB32-F81C-41EF-B5A4-C81722FC7DC1}" type="presParOf" srcId="{4A706695-9B54-4A32-9B5F-157B4FBEB253}" destId="{8F66B892-A073-43BA-8B44-F1B6FE1E6D9B}" srcOrd="3" destOrd="0" presId="urn:microsoft.com/office/officeart/2005/8/layout/vList2"/>
    <dgm:cxn modelId="{7EA28EFD-CCF2-4A3E-A25B-84507BBA606F}" type="presParOf" srcId="{4A706695-9B54-4A32-9B5F-157B4FBEB253}" destId="{47FC065B-2942-47D5-9D46-9C5DE220E1F6}" srcOrd="4" destOrd="0" presId="urn:microsoft.com/office/officeart/2005/8/layout/vList2"/>
    <dgm:cxn modelId="{73DE015B-4E6C-466C-85A3-E2C1992AD95D}" type="presParOf" srcId="{4A706695-9B54-4A32-9B5F-157B4FBEB253}" destId="{5651A152-9663-4A0B-95B3-C6DB18CBDC76}" srcOrd="5" destOrd="0" presId="urn:microsoft.com/office/officeart/2005/8/layout/vList2"/>
    <dgm:cxn modelId="{11167223-F3E4-40D7-AEF7-2F07254F8AC4}" type="presParOf" srcId="{4A706695-9B54-4A32-9B5F-157B4FBEB253}" destId="{1F369C89-5A96-4B33-9A90-5976564DE8BE}" srcOrd="6" destOrd="0" presId="urn:microsoft.com/office/officeart/2005/8/layout/vList2"/>
    <dgm:cxn modelId="{1764CEFD-85B8-4941-A968-F70604FA4FA5}" type="presParOf" srcId="{4A706695-9B54-4A32-9B5F-157B4FBEB253}" destId="{40E4AE9B-391B-4BE2-B643-8F42B0DBEEC1}" srcOrd="7" destOrd="0" presId="urn:microsoft.com/office/officeart/2005/8/layout/vList2"/>
    <dgm:cxn modelId="{4E45E0CB-BEB5-4EF4-9BD2-817066FEFCAB}" type="presParOf" srcId="{4A706695-9B54-4A32-9B5F-157B4FBEB253}" destId="{0C55FECD-3C43-4AF3-BE73-F6221899E43B}" srcOrd="8" destOrd="0" presId="urn:microsoft.com/office/officeart/2005/8/layout/vList2"/>
    <dgm:cxn modelId="{19AC7859-C5E2-47F5-8496-885BFAE2C7E6}" type="presParOf" srcId="{4A706695-9B54-4A32-9B5F-157B4FBEB253}" destId="{722B58A3-E1C8-45D5-85ED-73D9FB623A61}" srcOrd="9" destOrd="0" presId="urn:microsoft.com/office/officeart/2005/8/layout/vList2"/>
    <dgm:cxn modelId="{97648D29-03B4-4329-919E-AD716642496E}" type="presParOf" srcId="{4A706695-9B54-4A32-9B5F-157B4FBEB253}" destId="{6CD9D5CA-17C0-4AD2-94F8-35F501D03BCC}"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1D066A-A6FD-45FA-BA4A-6511CEEB199E}"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27CDD424-7DAA-46F1-8935-68AAE00EFF7B}">
      <dgm:prSet/>
      <dgm:spPr/>
      <dgm:t>
        <a:bodyPr/>
        <a:lstStyle/>
        <a:p>
          <a:r>
            <a:rPr lang="en-US" u="sng">
              <a:hlinkClick xmlns:r="http://schemas.openxmlformats.org/officeDocument/2006/relationships" r:id="rId1"/>
            </a:rPr>
            <a:t>VIDEOS</a:t>
          </a:r>
          <a:endParaRPr lang="en-US"/>
        </a:p>
      </dgm:t>
    </dgm:pt>
    <dgm:pt modelId="{6D5BDF7F-7C9F-47CF-9414-D2537A4194A4}" type="parTrans" cxnId="{35DAD383-D378-43F7-81C4-CB1C2B146687}">
      <dgm:prSet/>
      <dgm:spPr/>
      <dgm:t>
        <a:bodyPr/>
        <a:lstStyle/>
        <a:p>
          <a:endParaRPr lang="en-US"/>
        </a:p>
      </dgm:t>
    </dgm:pt>
    <dgm:pt modelId="{EB50A7CD-7F7B-447A-A4FD-5091C3893560}" type="sibTrans" cxnId="{35DAD383-D378-43F7-81C4-CB1C2B146687}">
      <dgm:prSet/>
      <dgm:spPr/>
      <dgm:t>
        <a:bodyPr/>
        <a:lstStyle/>
        <a:p>
          <a:endParaRPr lang="en-US"/>
        </a:p>
      </dgm:t>
    </dgm:pt>
    <dgm:pt modelId="{F9D771F7-3851-40CB-8870-021C398955E3}">
      <dgm:prSet/>
      <dgm:spPr/>
      <dgm:t>
        <a:bodyPr/>
        <a:lstStyle/>
        <a:p>
          <a:r>
            <a:rPr lang="en-US" u="sng">
              <a:hlinkClick xmlns:r="http://schemas.openxmlformats.org/officeDocument/2006/relationships" r:id="rId1"/>
            </a:rPr>
            <a:t>https://youtu.be/oZ-cHuD8tqg</a:t>
          </a:r>
          <a:endParaRPr lang="en-US"/>
        </a:p>
      </dgm:t>
    </dgm:pt>
    <dgm:pt modelId="{8D76255B-820A-4F1D-B0C2-40247411BFAB}" type="parTrans" cxnId="{217CB21A-4939-422A-9CC5-48A8950C8EA6}">
      <dgm:prSet/>
      <dgm:spPr/>
      <dgm:t>
        <a:bodyPr/>
        <a:lstStyle/>
        <a:p>
          <a:endParaRPr lang="en-US"/>
        </a:p>
      </dgm:t>
    </dgm:pt>
    <dgm:pt modelId="{8F0B1094-CC6D-41D2-9783-CD70E6EEEE5B}" type="sibTrans" cxnId="{217CB21A-4939-422A-9CC5-48A8950C8EA6}">
      <dgm:prSet/>
      <dgm:spPr/>
      <dgm:t>
        <a:bodyPr/>
        <a:lstStyle/>
        <a:p>
          <a:endParaRPr lang="en-US"/>
        </a:p>
      </dgm:t>
    </dgm:pt>
    <dgm:pt modelId="{AA3ADED7-8155-462A-A62E-B87F6C3CDAAB}">
      <dgm:prSet/>
      <dgm:spPr/>
      <dgm:t>
        <a:bodyPr/>
        <a:lstStyle/>
        <a:p>
          <a:r>
            <a:rPr lang="en-US" u="sng">
              <a:hlinkClick xmlns:r="http://schemas.openxmlformats.org/officeDocument/2006/relationships" r:id="rId2"/>
            </a:rPr>
            <a:t>https://youtu.be/Ma0c2KU9Q6s</a:t>
          </a:r>
          <a:endParaRPr lang="en-US"/>
        </a:p>
      </dgm:t>
    </dgm:pt>
    <dgm:pt modelId="{09287FCA-998F-492A-A180-68291DB1B977}" type="parTrans" cxnId="{5B2AA975-66A8-422A-951F-DA76ABE43A93}">
      <dgm:prSet/>
      <dgm:spPr/>
      <dgm:t>
        <a:bodyPr/>
        <a:lstStyle/>
        <a:p>
          <a:endParaRPr lang="en-US"/>
        </a:p>
      </dgm:t>
    </dgm:pt>
    <dgm:pt modelId="{F115D9F6-9BE9-4A34-BEF9-50DC68F725C4}" type="sibTrans" cxnId="{5B2AA975-66A8-422A-951F-DA76ABE43A93}">
      <dgm:prSet/>
      <dgm:spPr/>
      <dgm:t>
        <a:bodyPr/>
        <a:lstStyle/>
        <a:p>
          <a:endParaRPr lang="en-US"/>
        </a:p>
      </dgm:t>
    </dgm:pt>
    <dgm:pt modelId="{2EB3B061-54A3-466D-B0CE-5F0E86D6E1FE}">
      <dgm:prSet/>
      <dgm:spPr/>
      <dgm:t>
        <a:bodyPr/>
        <a:lstStyle/>
        <a:p>
          <a:r>
            <a:rPr lang="en-US" u="sng">
              <a:hlinkClick xmlns:r="http://schemas.openxmlformats.org/officeDocument/2006/relationships" r:id="rId3"/>
            </a:rPr>
            <a:t>https://youtu.be/_8mTC7TxlTg</a:t>
          </a:r>
          <a:endParaRPr lang="en-US"/>
        </a:p>
      </dgm:t>
    </dgm:pt>
    <dgm:pt modelId="{84CAC4AD-741B-4D0C-A1B9-5C9E75A84F3B}" type="parTrans" cxnId="{AF5EACA6-3139-4A38-A326-2DAEFDD46BBE}">
      <dgm:prSet/>
      <dgm:spPr/>
      <dgm:t>
        <a:bodyPr/>
        <a:lstStyle/>
        <a:p>
          <a:endParaRPr lang="en-US"/>
        </a:p>
      </dgm:t>
    </dgm:pt>
    <dgm:pt modelId="{07EF3413-EAA0-4911-A807-9DC6C7580ACD}" type="sibTrans" cxnId="{AF5EACA6-3139-4A38-A326-2DAEFDD46BBE}">
      <dgm:prSet/>
      <dgm:spPr/>
      <dgm:t>
        <a:bodyPr/>
        <a:lstStyle/>
        <a:p>
          <a:endParaRPr lang="en-US"/>
        </a:p>
      </dgm:t>
    </dgm:pt>
    <dgm:pt modelId="{1CF2E240-9386-4580-9924-E693557157B1}">
      <dgm:prSet/>
      <dgm:spPr/>
      <dgm:t>
        <a:bodyPr/>
        <a:lstStyle/>
        <a:p>
          <a:r>
            <a:rPr lang="en-US" u="sng">
              <a:hlinkClick xmlns:r="http://schemas.openxmlformats.org/officeDocument/2006/relationships" r:id="rId4"/>
            </a:rPr>
            <a:t>https://youtu.be/SZCEBYNUZuI</a:t>
          </a:r>
          <a:endParaRPr lang="en-US"/>
        </a:p>
      </dgm:t>
    </dgm:pt>
    <dgm:pt modelId="{3B797B46-4297-4A06-A6CA-963E6D62CB6E}" type="parTrans" cxnId="{EA62B041-9393-448B-B837-BB720FCE6F3D}">
      <dgm:prSet/>
      <dgm:spPr/>
      <dgm:t>
        <a:bodyPr/>
        <a:lstStyle/>
        <a:p>
          <a:endParaRPr lang="en-US"/>
        </a:p>
      </dgm:t>
    </dgm:pt>
    <dgm:pt modelId="{A56DF8AC-3F19-4E57-9DA7-C162F802BFDE}" type="sibTrans" cxnId="{EA62B041-9393-448B-B837-BB720FCE6F3D}">
      <dgm:prSet/>
      <dgm:spPr/>
      <dgm:t>
        <a:bodyPr/>
        <a:lstStyle/>
        <a:p>
          <a:endParaRPr lang="en-US"/>
        </a:p>
      </dgm:t>
    </dgm:pt>
    <dgm:pt modelId="{328AF470-6509-4854-A200-7F4733DDAF36}" type="pres">
      <dgm:prSet presAssocID="{5C1D066A-A6FD-45FA-BA4A-6511CEEB199E}" presName="linear" presStyleCnt="0">
        <dgm:presLayoutVars>
          <dgm:dir/>
          <dgm:animLvl val="lvl"/>
          <dgm:resizeHandles val="exact"/>
        </dgm:presLayoutVars>
      </dgm:prSet>
      <dgm:spPr/>
    </dgm:pt>
    <dgm:pt modelId="{85C28F16-B000-4692-8EAA-B86C00E0DEB3}" type="pres">
      <dgm:prSet presAssocID="{27CDD424-7DAA-46F1-8935-68AAE00EFF7B}" presName="parentLin" presStyleCnt="0"/>
      <dgm:spPr/>
    </dgm:pt>
    <dgm:pt modelId="{D9617C0B-467A-4202-A549-2965646309D2}" type="pres">
      <dgm:prSet presAssocID="{27CDD424-7DAA-46F1-8935-68AAE00EFF7B}" presName="parentLeftMargin" presStyleLbl="node1" presStyleIdx="0" presStyleCnt="5"/>
      <dgm:spPr/>
    </dgm:pt>
    <dgm:pt modelId="{7D6E7AAC-926D-4EB1-BCC3-C0CFB77F7141}" type="pres">
      <dgm:prSet presAssocID="{27CDD424-7DAA-46F1-8935-68AAE00EFF7B}" presName="parentText" presStyleLbl="node1" presStyleIdx="0" presStyleCnt="5">
        <dgm:presLayoutVars>
          <dgm:chMax val="0"/>
          <dgm:bulletEnabled val="1"/>
        </dgm:presLayoutVars>
      </dgm:prSet>
      <dgm:spPr/>
    </dgm:pt>
    <dgm:pt modelId="{F920B431-D3A5-4594-B671-5AD403BDD2D4}" type="pres">
      <dgm:prSet presAssocID="{27CDD424-7DAA-46F1-8935-68AAE00EFF7B}" presName="negativeSpace" presStyleCnt="0"/>
      <dgm:spPr/>
    </dgm:pt>
    <dgm:pt modelId="{847785F2-9666-4361-A759-073AA7347BF3}" type="pres">
      <dgm:prSet presAssocID="{27CDD424-7DAA-46F1-8935-68AAE00EFF7B}" presName="childText" presStyleLbl="conFgAcc1" presStyleIdx="0" presStyleCnt="5">
        <dgm:presLayoutVars>
          <dgm:bulletEnabled val="1"/>
        </dgm:presLayoutVars>
      </dgm:prSet>
      <dgm:spPr/>
    </dgm:pt>
    <dgm:pt modelId="{82570D80-5B9D-4E8C-9834-31EBAB3D7499}" type="pres">
      <dgm:prSet presAssocID="{EB50A7CD-7F7B-447A-A4FD-5091C3893560}" presName="spaceBetweenRectangles" presStyleCnt="0"/>
      <dgm:spPr/>
    </dgm:pt>
    <dgm:pt modelId="{7E6ECC31-7A52-47C9-9A74-ACBFEADB6720}" type="pres">
      <dgm:prSet presAssocID="{F9D771F7-3851-40CB-8870-021C398955E3}" presName="parentLin" presStyleCnt="0"/>
      <dgm:spPr/>
    </dgm:pt>
    <dgm:pt modelId="{BCC5C7CA-9B0F-4D73-AE19-012CAC2110EF}" type="pres">
      <dgm:prSet presAssocID="{F9D771F7-3851-40CB-8870-021C398955E3}" presName="parentLeftMargin" presStyleLbl="node1" presStyleIdx="0" presStyleCnt="5"/>
      <dgm:spPr/>
    </dgm:pt>
    <dgm:pt modelId="{6F002B4F-8A9B-4739-A11E-DD9DE58511D5}" type="pres">
      <dgm:prSet presAssocID="{F9D771F7-3851-40CB-8870-021C398955E3}" presName="parentText" presStyleLbl="node1" presStyleIdx="1" presStyleCnt="5">
        <dgm:presLayoutVars>
          <dgm:chMax val="0"/>
          <dgm:bulletEnabled val="1"/>
        </dgm:presLayoutVars>
      </dgm:prSet>
      <dgm:spPr/>
    </dgm:pt>
    <dgm:pt modelId="{BCCAD0CF-6CF5-46B5-A3A2-E4177DD51A4F}" type="pres">
      <dgm:prSet presAssocID="{F9D771F7-3851-40CB-8870-021C398955E3}" presName="negativeSpace" presStyleCnt="0"/>
      <dgm:spPr/>
    </dgm:pt>
    <dgm:pt modelId="{B150F3C0-0EF2-4F65-8A78-B25E160F2936}" type="pres">
      <dgm:prSet presAssocID="{F9D771F7-3851-40CB-8870-021C398955E3}" presName="childText" presStyleLbl="conFgAcc1" presStyleIdx="1" presStyleCnt="5">
        <dgm:presLayoutVars>
          <dgm:bulletEnabled val="1"/>
        </dgm:presLayoutVars>
      </dgm:prSet>
      <dgm:spPr/>
    </dgm:pt>
    <dgm:pt modelId="{53E1B07F-32C5-41D3-98B3-469594CF1531}" type="pres">
      <dgm:prSet presAssocID="{8F0B1094-CC6D-41D2-9783-CD70E6EEEE5B}" presName="spaceBetweenRectangles" presStyleCnt="0"/>
      <dgm:spPr/>
    </dgm:pt>
    <dgm:pt modelId="{84F6BCD4-B1AA-4C10-A1C6-303AC124FAB8}" type="pres">
      <dgm:prSet presAssocID="{AA3ADED7-8155-462A-A62E-B87F6C3CDAAB}" presName="parentLin" presStyleCnt="0"/>
      <dgm:spPr/>
    </dgm:pt>
    <dgm:pt modelId="{969242D6-3B3A-45C5-B790-EC35B8C15944}" type="pres">
      <dgm:prSet presAssocID="{AA3ADED7-8155-462A-A62E-B87F6C3CDAAB}" presName="parentLeftMargin" presStyleLbl="node1" presStyleIdx="1" presStyleCnt="5"/>
      <dgm:spPr/>
    </dgm:pt>
    <dgm:pt modelId="{89576A55-941B-4BD1-BDE8-E5CFCEC93847}" type="pres">
      <dgm:prSet presAssocID="{AA3ADED7-8155-462A-A62E-B87F6C3CDAAB}" presName="parentText" presStyleLbl="node1" presStyleIdx="2" presStyleCnt="5">
        <dgm:presLayoutVars>
          <dgm:chMax val="0"/>
          <dgm:bulletEnabled val="1"/>
        </dgm:presLayoutVars>
      </dgm:prSet>
      <dgm:spPr/>
    </dgm:pt>
    <dgm:pt modelId="{2494AEC6-7136-4DFF-B8CF-E1D0DBA12E46}" type="pres">
      <dgm:prSet presAssocID="{AA3ADED7-8155-462A-A62E-B87F6C3CDAAB}" presName="negativeSpace" presStyleCnt="0"/>
      <dgm:spPr/>
    </dgm:pt>
    <dgm:pt modelId="{0910F30C-8F62-41F3-9BFB-13FCB7DBDC37}" type="pres">
      <dgm:prSet presAssocID="{AA3ADED7-8155-462A-A62E-B87F6C3CDAAB}" presName="childText" presStyleLbl="conFgAcc1" presStyleIdx="2" presStyleCnt="5">
        <dgm:presLayoutVars>
          <dgm:bulletEnabled val="1"/>
        </dgm:presLayoutVars>
      </dgm:prSet>
      <dgm:spPr/>
    </dgm:pt>
    <dgm:pt modelId="{852D7BE3-469B-476B-A27B-379374A8F0EA}" type="pres">
      <dgm:prSet presAssocID="{F115D9F6-9BE9-4A34-BEF9-50DC68F725C4}" presName="spaceBetweenRectangles" presStyleCnt="0"/>
      <dgm:spPr/>
    </dgm:pt>
    <dgm:pt modelId="{0034750A-56C6-4336-AD54-398C46392412}" type="pres">
      <dgm:prSet presAssocID="{2EB3B061-54A3-466D-B0CE-5F0E86D6E1FE}" presName="parentLin" presStyleCnt="0"/>
      <dgm:spPr/>
    </dgm:pt>
    <dgm:pt modelId="{91B98742-CC02-4D10-B1F3-C14D69D30AB1}" type="pres">
      <dgm:prSet presAssocID="{2EB3B061-54A3-466D-B0CE-5F0E86D6E1FE}" presName="parentLeftMargin" presStyleLbl="node1" presStyleIdx="2" presStyleCnt="5"/>
      <dgm:spPr/>
    </dgm:pt>
    <dgm:pt modelId="{50CDEAC3-67DF-4AC4-A161-D3BC3D39125C}" type="pres">
      <dgm:prSet presAssocID="{2EB3B061-54A3-466D-B0CE-5F0E86D6E1FE}" presName="parentText" presStyleLbl="node1" presStyleIdx="3" presStyleCnt="5">
        <dgm:presLayoutVars>
          <dgm:chMax val="0"/>
          <dgm:bulletEnabled val="1"/>
        </dgm:presLayoutVars>
      </dgm:prSet>
      <dgm:spPr/>
    </dgm:pt>
    <dgm:pt modelId="{9436816E-58EA-40BC-8E6B-D78C6EBD6AC4}" type="pres">
      <dgm:prSet presAssocID="{2EB3B061-54A3-466D-B0CE-5F0E86D6E1FE}" presName="negativeSpace" presStyleCnt="0"/>
      <dgm:spPr/>
    </dgm:pt>
    <dgm:pt modelId="{FE20F49D-758D-41DF-83F2-866C78E39DF3}" type="pres">
      <dgm:prSet presAssocID="{2EB3B061-54A3-466D-B0CE-5F0E86D6E1FE}" presName="childText" presStyleLbl="conFgAcc1" presStyleIdx="3" presStyleCnt="5">
        <dgm:presLayoutVars>
          <dgm:bulletEnabled val="1"/>
        </dgm:presLayoutVars>
      </dgm:prSet>
      <dgm:spPr/>
    </dgm:pt>
    <dgm:pt modelId="{E853F33F-0567-4999-9A6B-56510A18E101}" type="pres">
      <dgm:prSet presAssocID="{07EF3413-EAA0-4911-A807-9DC6C7580ACD}" presName="spaceBetweenRectangles" presStyleCnt="0"/>
      <dgm:spPr/>
    </dgm:pt>
    <dgm:pt modelId="{0DD3FBB5-45F0-4A31-ADEF-323F11955348}" type="pres">
      <dgm:prSet presAssocID="{1CF2E240-9386-4580-9924-E693557157B1}" presName="parentLin" presStyleCnt="0"/>
      <dgm:spPr/>
    </dgm:pt>
    <dgm:pt modelId="{49BA21E0-9A60-4160-AB7E-0E56BBF72679}" type="pres">
      <dgm:prSet presAssocID="{1CF2E240-9386-4580-9924-E693557157B1}" presName="parentLeftMargin" presStyleLbl="node1" presStyleIdx="3" presStyleCnt="5"/>
      <dgm:spPr/>
    </dgm:pt>
    <dgm:pt modelId="{1209A796-C422-4F93-AA82-9AA0F01591DE}" type="pres">
      <dgm:prSet presAssocID="{1CF2E240-9386-4580-9924-E693557157B1}" presName="parentText" presStyleLbl="node1" presStyleIdx="4" presStyleCnt="5">
        <dgm:presLayoutVars>
          <dgm:chMax val="0"/>
          <dgm:bulletEnabled val="1"/>
        </dgm:presLayoutVars>
      </dgm:prSet>
      <dgm:spPr/>
    </dgm:pt>
    <dgm:pt modelId="{4E99ED90-6036-4D2B-B321-80274C3F455C}" type="pres">
      <dgm:prSet presAssocID="{1CF2E240-9386-4580-9924-E693557157B1}" presName="negativeSpace" presStyleCnt="0"/>
      <dgm:spPr/>
    </dgm:pt>
    <dgm:pt modelId="{F7F066FC-43AF-480A-8491-3F212180B186}" type="pres">
      <dgm:prSet presAssocID="{1CF2E240-9386-4580-9924-E693557157B1}" presName="childText" presStyleLbl="conFgAcc1" presStyleIdx="4" presStyleCnt="5">
        <dgm:presLayoutVars>
          <dgm:bulletEnabled val="1"/>
        </dgm:presLayoutVars>
      </dgm:prSet>
      <dgm:spPr/>
    </dgm:pt>
  </dgm:ptLst>
  <dgm:cxnLst>
    <dgm:cxn modelId="{648A6113-3752-43C0-A4F1-2C47D4FD94F3}" type="presOf" srcId="{AA3ADED7-8155-462A-A62E-B87F6C3CDAAB}" destId="{89576A55-941B-4BD1-BDE8-E5CFCEC93847}" srcOrd="1" destOrd="0" presId="urn:microsoft.com/office/officeart/2005/8/layout/list1"/>
    <dgm:cxn modelId="{8A437B16-8FA8-4747-B69F-72AD68BC73CA}" type="presOf" srcId="{2EB3B061-54A3-466D-B0CE-5F0E86D6E1FE}" destId="{91B98742-CC02-4D10-B1F3-C14D69D30AB1}" srcOrd="0" destOrd="0" presId="urn:microsoft.com/office/officeart/2005/8/layout/list1"/>
    <dgm:cxn modelId="{217CB21A-4939-422A-9CC5-48A8950C8EA6}" srcId="{5C1D066A-A6FD-45FA-BA4A-6511CEEB199E}" destId="{F9D771F7-3851-40CB-8870-021C398955E3}" srcOrd="1" destOrd="0" parTransId="{8D76255B-820A-4F1D-B0C2-40247411BFAB}" sibTransId="{8F0B1094-CC6D-41D2-9783-CD70E6EEEE5B}"/>
    <dgm:cxn modelId="{2D1BEF60-DC7C-481D-9E0F-E8515354BA45}" type="presOf" srcId="{5C1D066A-A6FD-45FA-BA4A-6511CEEB199E}" destId="{328AF470-6509-4854-A200-7F4733DDAF36}" srcOrd="0" destOrd="0" presId="urn:microsoft.com/office/officeart/2005/8/layout/list1"/>
    <dgm:cxn modelId="{EA62B041-9393-448B-B837-BB720FCE6F3D}" srcId="{5C1D066A-A6FD-45FA-BA4A-6511CEEB199E}" destId="{1CF2E240-9386-4580-9924-E693557157B1}" srcOrd="4" destOrd="0" parTransId="{3B797B46-4297-4A06-A6CA-963E6D62CB6E}" sibTransId="{A56DF8AC-3F19-4E57-9DA7-C162F802BFDE}"/>
    <dgm:cxn modelId="{AAFD2945-99DB-491B-AF93-139B2AFC8AC1}" type="presOf" srcId="{27CDD424-7DAA-46F1-8935-68AAE00EFF7B}" destId="{D9617C0B-467A-4202-A549-2965646309D2}" srcOrd="0" destOrd="0" presId="urn:microsoft.com/office/officeart/2005/8/layout/list1"/>
    <dgm:cxn modelId="{9E639F4E-4A16-451C-8A2E-F2F3484017FF}" type="presOf" srcId="{F9D771F7-3851-40CB-8870-021C398955E3}" destId="{BCC5C7CA-9B0F-4D73-AE19-012CAC2110EF}" srcOrd="0" destOrd="0" presId="urn:microsoft.com/office/officeart/2005/8/layout/list1"/>
    <dgm:cxn modelId="{B82DE252-3E31-46F4-912D-E1D0DAD144E1}" type="presOf" srcId="{AA3ADED7-8155-462A-A62E-B87F6C3CDAAB}" destId="{969242D6-3B3A-45C5-B790-EC35B8C15944}" srcOrd="0" destOrd="0" presId="urn:microsoft.com/office/officeart/2005/8/layout/list1"/>
    <dgm:cxn modelId="{5B2AA975-66A8-422A-951F-DA76ABE43A93}" srcId="{5C1D066A-A6FD-45FA-BA4A-6511CEEB199E}" destId="{AA3ADED7-8155-462A-A62E-B87F6C3CDAAB}" srcOrd="2" destOrd="0" parTransId="{09287FCA-998F-492A-A180-68291DB1B977}" sibTransId="{F115D9F6-9BE9-4A34-BEF9-50DC68F725C4}"/>
    <dgm:cxn modelId="{EE6B5E57-C761-4A7F-A3F5-91BE838A13FF}" type="presOf" srcId="{F9D771F7-3851-40CB-8870-021C398955E3}" destId="{6F002B4F-8A9B-4739-A11E-DD9DE58511D5}" srcOrd="1" destOrd="0" presId="urn:microsoft.com/office/officeart/2005/8/layout/list1"/>
    <dgm:cxn modelId="{F1413E5A-B0EB-4F0E-9A53-161EE81FDA8A}" type="presOf" srcId="{1CF2E240-9386-4580-9924-E693557157B1}" destId="{1209A796-C422-4F93-AA82-9AA0F01591DE}" srcOrd="1" destOrd="0" presId="urn:microsoft.com/office/officeart/2005/8/layout/list1"/>
    <dgm:cxn modelId="{35DAD383-D378-43F7-81C4-CB1C2B146687}" srcId="{5C1D066A-A6FD-45FA-BA4A-6511CEEB199E}" destId="{27CDD424-7DAA-46F1-8935-68AAE00EFF7B}" srcOrd="0" destOrd="0" parTransId="{6D5BDF7F-7C9F-47CF-9414-D2537A4194A4}" sibTransId="{EB50A7CD-7F7B-447A-A4FD-5091C3893560}"/>
    <dgm:cxn modelId="{AF5EACA6-3139-4A38-A326-2DAEFDD46BBE}" srcId="{5C1D066A-A6FD-45FA-BA4A-6511CEEB199E}" destId="{2EB3B061-54A3-466D-B0CE-5F0E86D6E1FE}" srcOrd="3" destOrd="0" parTransId="{84CAC4AD-741B-4D0C-A1B9-5C9E75A84F3B}" sibTransId="{07EF3413-EAA0-4911-A807-9DC6C7580ACD}"/>
    <dgm:cxn modelId="{D1D0A1C6-C88A-4DD0-9294-D6E08DC27ED0}" type="presOf" srcId="{2EB3B061-54A3-466D-B0CE-5F0E86D6E1FE}" destId="{50CDEAC3-67DF-4AC4-A161-D3BC3D39125C}" srcOrd="1" destOrd="0" presId="urn:microsoft.com/office/officeart/2005/8/layout/list1"/>
    <dgm:cxn modelId="{83DC8BD8-255C-4E49-8548-629A4E1561A8}" type="presOf" srcId="{27CDD424-7DAA-46F1-8935-68AAE00EFF7B}" destId="{7D6E7AAC-926D-4EB1-BCC3-C0CFB77F7141}" srcOrd="1" destOrd="0" presId="urn:microsoft.com/office/officeart/2005/8/layout/list1"/>
    <dgm:cxn modelId="{7399F7E5-3BA7-4CBA-BCC4-D30CC2F55304}" type="presOf" srcId="{1CF2E240-9386-4580-9924-E693557157B1}" destId="{49BA21E0-9A60-4160-AB7E-0E56BBF72679}" srcOrd="0" destOrd="0" presId="urn:microsoft.com/office/officeart/2005/8/layout/list1"/>
    <dgm:cxn modelId="{01C27BF9-E5B9-463E-8DAA-9FEBEC330BBA}" type="presParOf" srcId="{328AF470-6509-4854-A200-7F4733DDAF36}" destId="{85C28F16-B000-4692-8EAA-B86C00E0DEB3}" srcOrd="0" destOrd="0" presId="urn:microsoft.com/office/officeart/2005/8/layout/list1"/>
    <dgm:cxn modelId="{37C9E3F3-96EB-4BB9-ACB9-76B7A4016468}" type="presParOf" srcId="{85C28F16-B000-4692-8EAA-B86C00E0DEB3}" destId="{D9617C0B-467A-4202-A549-2965646309D2}" srcOrd="0" destOrd="0" presId="urn:microsoft.com/office/officeart/2005/8/layout/list1"/>
    <dgm:cxn modelId="{6DEE93AE-1CB8-474F-A176-BE15C6F415E3}" type="presParOf" srcId="{85C28F16-B000-4692-8EAA-B86C00E0DEB3}" destId="{7D6E7AAC-926D-4EB1-BCC3-C0CFB77F7141}" srcOrd="1" destOrd="0" presId="urn:microsoft.com/office/officeart/2005/8/layout/list1"/>
    <dgm:cxn modelId="{05D42EA5-3F30-4778-8A30-458CCF90430D}" type="presParOf" srcId="{328AF470-6509-4854-A200-7F4733DDAF36}" destId="{F920B431-D3A5-4594-B671-5AD403BDD2D4}" srcOrd="1" destOrd="0" presId="urn:microsoft.com/office/officeart/2005/8/layout/list1"/>
    <dgm:cxn modelId="{9CB7B941-D4D6-43A2-ADF7-3ADC046CE99D}" type="presParOf" srcId="{328AF470-6509-4854-A200-7F4733DDAF36}" destId="{847785F2-9666-4361-A759-073AA7347BF3}" srcOrd="2" destOrd="0" presId="urn:microsoft.com/office/officeart/2005/8/layout/list1"/>
    <dgm:cxn modelId="{75DFEA6A-15B7-410E-88B4-AA9BBAB0336D}" type="presParOf" srcId="{328AF470-6509-4854-A200-7F4733DDAF36}" destId="{82570D80-5B9D-4E8C-9834-31EBAB3D7499}" srcOrd="3" destOrd="0" presId="urn:microsoft.com/office/officeart/2005/8/layout/list1"/>
    <dgm:cxn modelId="{8E02F088-7E73-4AAD-A237-E85368DAA9A0}" type="presParOf" srcId="{328AF470-6509-4854-A200-7F4733DDAF36}" destId="{7E6ECC31-7A52-47C9-9A74-ACBFEADB6720}" srcOrd="4" destOrd="0" presId="urn:microsoft.com/office/officeart/2005/8/layout/list1"/>
    <dgm:cxn modelId="{1C431375-A62C-46AB-B2D9-596D6FC45E5C}" type="presParOf" srcId="{7E6ECC31-7A52-47C9-9A74-ACBFEADB6720}" destId="{BCC5C7CA-9B0F-4D73-AE19-012CAC2110EF}" srcOrd="0" destOrd="0" presId="urn:microsoft.com/office/officeart/2005/8/layout/list1"/>
    <dgm:cxn modelId="{2791264B-625F-42AF-9695-AD9E5958F819}" type="presParOf" srcId="{7E6ECC31-7A52-47C9-9A74-ACBFEADB6720}" destId="{6F002B4F-8A9B-4739-A11E-DD9DE58511D5}" srcOrd="1" destOrd="0" presId="urn:microsoft.com/office/officeart/2005/8/layout/list1"/>
    <dgm:cxn modelId="{73832ECA-5BBD-4940-B0D6-3C143FF22591}" type="presParOf" srcId="{328AF470-6509-4854-A200-7F4733DDAF36}" destId="{BCCAD0CF-6CF5-46B5-A3A2-E4177DD51A4F}" srcOrd="5" destOrd="0" presId="urn:microsoft.com/office/officeart/2005/8/layout/list1"/>
    <dgm:cxn modelId="{7337E09D-D1B6-4F89-BFCC-C94EA8EF50E4}" type="presParOf" srcId="{328AF470-6509-4854-A200-7F4733DDAF36}" destId="{B150F3C0-0EF2-4F65-8A78-B25E160F2936}" srcOrd="6" destOrd="0" presId="urn:microsoft.com/office/officeart/2005/8/layout/list1"/>
    <dgm:cxn modelId="{1AC42C77-918A-49BF-BA7E-D0A934FB5098}" type="presParOf" srcId="{328AF470-6509-4854-A200-7F4733DDAF36}" destId="{53E1B07F-32C5-41D3-98B3-469594CF1531}" srcOrd="7" destOrd="0" presId="urn:microsoft.com/office/officeart/2005/8/layout/list1"/>
    <dgm:cxn modelId="{0F925363-D09E-41C2-83C4-A03F6672F75B}" type="presParOf" srcId="{328AF470-6509-4854-A200-7F4733DDAF36}" destId="{84F6BCD4-B1AA-4C10-A1C6-303AC124FAB8}" srcOrd="8" destOrd="0" presId="urn:microsoft.com/office/officeart/2005/8/layout/list1"/>
    <dgm:cxn modelId="{F7C961BB-358D-4F9D-B5F5-1728B37F67D2}" type="presParOf" srcId="{84F6BCD4-B1AA-4C10-A1C6-303AC124FAB8}" destId="{969242D6-3B3A-45C5-B790-EC35B8C15944}" srcOrd="0" destOrd="0" presId="urn:microsoft.com/office/officeart/2005/8/layout/list1"/>
    <dgm:cxn modelId="{374C26BB-ECCF-434F-9E02-9BA504B603C2}" type="presParOf" srcId="{84F6BCD4-B1AA-4C10-A1C6-303AC124FAB8}" destId="{89576A55-941B-4BD1-BDE8-E5CFCEC93847}" srcOrd="1" destOrd="0" presId="urn:microsoft.com/office/officeart/2005/8/layout/list1"/>
    <dgm:cxn modelId="{6D005DC5-B963-4011-BA1F-20E94C8F02F9}" type="presParOf" srcId="{328AF470-6509-4854-A200-7F4733DDAF36}" destId="{2494AEC6-7136-4DFF-B8CF-E1D0DBA12E46}" srcOrd="9" destOrd="0" presId="urn:microsoft.com/office/officeart/2005/8/layout/list1"/>
    <dgm:cxn modelId="{07737845-3620-457B-9EF0-449301BE9979}" type="presParOf" srcId="{328AF470-6509-4854-A200-7F4733DDAF36}" destId="{0910F30C-8F62-41F3-9BFB-13FCB7DBDC37}" srcOrd="10" destOrd="0" presId="urn:microsoft.com/office/officeart/2005/8/layout/list1"/>
    <dgm:cxn modelId="{BF783DB7-8439-4644-A593-5F1022EA1FEF}" type="presParOf" srcId="{328AF470-6509-4854-A200-7F4733DDAF36}" destId="{852D7BE3-469B-476B-A27B-379374A8F0EA}" srcOrd="11" destOrd="0" presId="urn:microsoft.com/office/officeart/2005/8/layout/list1"/>
    <dgm:cxn modelId="{2C8CAFA6-FA27-4E9C-AD51-D2F02E7BA8EA}" type="presParOf" srcId="{328AF470-6509-4854-A200-7F4733DDAF36}" destId="{0034750A-56C6-4336-AD54-398C46392412}" srcOrd="12" destOrd="0" presId="urn:microsoft.com/office/officeart/2005/8/layout/list1"/>
    <dgm:cxn modelId="{0586AEF5-0472-4727-A235-2AD239128668}" type="presParOf" srcId="{0034750A-56C6-4336-AD54-398C46392412}" destId="{91B98742-CC02-4D10-B1F3-C14D69D30AB1}" srcOrd="0" destOrd="0" presId="urn:microsoft.com/office/officeart/2005/8/layout/list1"/>
    <dgm:cxn modelId="{68A86319-C95A-40B6-B40D-37159901DDAC}" type="presParOf" srcId="{0034750A-56C6-4336-AD54-398C46392412}" destId="{50CDEAC3-67DF-4AC4-A161-D3BC3D39125C}" srcOrd="1" destOrd="0" presId="urn:microsoft.com/office/officeart/2005/8/layout/list1"/>
    <dgm:cxn modelId="{56100D7C-96C9-4B7F-91CC-3B0E6D1AC623}" type="presParOf" srcId="{328AF470-6509-4854-A200-7F4733DDAF36}" destId="{9436816E-58EA-40BC-8E6B-D78C6EBD6AC4}" srcOrd="13" destOrd="0" presId="urn:microsoft.com/office/officeart/2005/8/layout/list1"/>
    <dgm:cxn modelId="{642A313E-5EAD-4198-9478-A997810A8EBA}" type="presParOf" srcId="{328AF470-6509-4854-A200-7F4733DDAF36}" destId="{FE20F49D-758D-41DF-83F2-866C78E39DF3}" srcOrd="14" destOrd="0" presId="urn:microsoft.com/office/officeart/2005/8/layout/list1"/>
    <dgm:cxn modelId="{E905B0DC-BC63-4211-B827-96D43D988BB9}" type="presParOf" srcId="{328AF470-6509-4854-A200-7F4733DDAF36}" destId="{E853F33F-0567-4999-9A6B-56510A18E101}" srcOrd="15" destOrd="0" presId="urn:microsoft.com/office/officeart/2005/8/layout/list1"/>
    <dgm:cxn modelId="{3404AD2B-D33A-471F-B19E-407279E1CADE}" type="presParOf" srcId="{328AF470-6509-4854-A200-7F4733DDAF36}" destId="{0DD3FBB5-45F0-4A31-ADEF-323F11955348}" srcOrd="16" destOrd="0" presId="urn:microsoft.com/office/officeart/2005/8/layout/list1"/>
    <dgm:cxn modelId="{B53D9DA3-32D3-4F13-BA1D-CC1312280630}" type="presParOf" srcId="{0DD3FBB5-45F0-4A31-ADEF-323F11955348}" destId="{49BA21E0-9A60-4160-AB7E-0E56BBF72679}" srcOrd="0" destOrd="0" presId="urn:microsoft.com/office/officeart/2005/8/layout/list1"/>
    <dgm:cxn modelId="{EF037DDE-D4AD-45EF-B762-D646D4F2C431}" type="presParOf" srcId="{0DD3FBB5-45F0-4A31-ADEF-323F11955348}" destId="{1209A796-C422-4F93-AA82-9AA0F01591DE}" srcOrd="1" destOrd="0" presId="urn:microsoft.com/office/officeart/2005/8/layout/list1"/>
    <dgm:cxn modelId="{6E1F858E-EA65-4C38-B38B-01EC99399120}" type="presParOf" srcId="{328AF470-6509-4854-A200-7F4733DDAF36}" destId="{4E99ED90-6036-4D2B-B321-80274C3F455C}" srcOrd="17" destOrd="0" presId="urn:microsoft.com/office/officeart/2005/8/layout/list1"/>
    <dgm:cxn modelId="{CB28A67C-1683-4D2B-93BC-770EBF80966A}" type="presParOf" srcId="{328AF470-6509-4854-A200-7F4733DDAF36}" destId="{F7F066FC-43AF-480A-8491-3F212180B186}"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28991-0FEE-40FA-B8CE-904AE07565CF}">
      <dsp:nvSpPr>
        <dsp:cNvPr id="0" name=""/>
        <dsp:cNvSpPr/>
      </dsp:nvSpPr>
      <dsp:spPr>
        <a:xfrm>
          <a:off x="510172" y="0"/>
          <a:ext cx="9833740" cy="78345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b="1" kern="1200" dirty="0"/>
            <a:t>UN BON ACCUEIL COMPORTE LA RÈGLE DES 4*20 SEONDES </a:t>
          </a:r>
          <a:endParaRPr lang="en-US" sz="2400" b="1" kern="1200" dirty="0"/>
        </a:p>
      </dsp:txBody>
      <dsp:txXfrm>
        <a:off x="533119" y="22947"/>
        <a:ext cx="8705512" cy="737563"/>
      </dsp:txXfrm>
    </dsp:sp>
    <dsp:sp modelId="{2C169D6C-D3CA-44C8-9B24-F64BD9EC1B08}">
      <dsp:nvSpPr>
        <dsp:cNvPr id="0" name=""/>
        <dsp:cNvSpPr/>
      </dsp:nvSpPr>
      <dsp:spPr>
        <a:xfrm>
          <a:off x="1038829" y="892271"/>
          <a:ext cx="8097012" cy="783457"/>
        </a:xfrm>
        <a:prstGeom prst="roundRect">
          <a:avLst>
            <a:gd name="adj" fmla="val 10000"/>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20 premières secondes</a:t>
          </a:r>
          <a:endParaRPr lang="en-US" sz="2800" kern="1200" dirty="0"/>
        </a:p>
      </dsp:txBody>
      <dsp:txXfrm>
        <a:off x="1061776" y="915218"/>
        <a:ext cx="6937223" cy="737563"/>
      </dsp:txXfrm>
    </dsp:sp>
    <dsp:sp modelId="{3E2848FA-2560-4461-8209-6813646DC362}">
      <dsp:nvSpPr>
        <dsp:cNvPr id="0" name=""/>
        <dsp:cNvSpPr/>
      </dsp:nvSpPr>
      <dsp:spPr>
        <a:xfrm>
          <a:off x="1643476" y="1784543"/>
          <a:ext cx="8097012" cy="783457"/>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20 premiers gestes</a:t>
          </a:r>
          <a:endParaRPr lang="en-US" sz="2800" kern="1200" dirty="0"/>
        </a:p>
      </dsp:txBody>
      <dsp:txXfrm>
        <a:off x="1666423" y="1807490"/>
        <a:ext cx="6937223" cy="737563"/>
      </dsp:txXfrm>
    </dsp:sp>
    <dsp:sp modelId="{684F7BBB-C47C-42E9-910B-694DE7E2FAB4}">
      <dsp:nvSpPr>
        <dsp:cNvPr id="0" name=""/>
        <dsp:cNvSpPr/>
      </dsp:nvSpPr>
      <dsp:spPr>
        <a:xfrm>
          <a:off x="2248123" y="2676814"/>
          <a:ext cx="8097012" cy="783457"/>
        </a:xfrm>
        <a:prstGeom prst="roundRect">
          <a:avLst>
            <a:gd name="adj" fmla="val 10000"/>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20 premières mots</a:t>
          </a:r>
          <a:endParaRPr lang="en-US" sz="2800" kern="1200" dirty="0"/>
        </a:p>
      </dsp:txBody>
      <dsp:txXfrm>
        <a:off x="2271070" y="2699761"/>
        <a:ext cx="6937223" cy="737563"/>
      </dsp:txXfrm>
    </dsp:sp>
    <dsp:sp modelId="{C9597055-A94E-4E5A-9E29-F4C594B448F8}">
      <dsp:nvSpPr>
        <dsp:cNvPr id="0" name=""/>
        <dsp:cNvSpPr/>
      </dsp:nvSpPr>
      <dsp:spPr>
        <a:xfrm>
          <a:off x="2852770" y="3569086"/>
          <a:ext cx="8097012" cy="783457"/>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20 cm entre vous et l’interlocuteur</a:t>
          </a:r>
          <a:endParaRPr lang="en-US" sz="2800" kern="1200" dirty="0"/>
        </a:p>
      </dsp:txBody>
      <dsp:txXfrm>
        <a:off x="2875717" y="3592033"/>
        <a:ext cx="6937223" cy="737563"/>
      </dsp:txXfrm>
    </dsp:sp>
    <dsp:sp modelId="{0498D8EF-A858-499E-8C02-DD00C827EEC8}">
      <dsp:nvSpPr>
        <dsp:cNvPr id="0" name=""/>
        <dsp:cNvSpPr/>
      </dsp:nvSpPr>
      <dsp:spPr>
        <a:xfrm>
          <a:off x="8021946" y="572359"/>
          <a:ext cx="509247" cy="50924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136527" y="572359"/>
        <a:ext cx="280085" cy="383208"/>
      </dsp:txXfrm>
    </dsp:sp>
    <dsp:sp modelId="{D26AEBAA-9BA0-4260-8AE4-8983F76E75BD}">
      <dsp:nvSpPr>
        <dsp:cNvPr id="0" name=""/>
        <dsp:cNvSpPr/>
      </dsp:nvSpPr>
      <dsp:spPr>
        <a:xfrm>
          <a:off x="8626593" y="1464631"/>
          <a:ext cx="509247" cy="509247"/>
        </a:xfrm>
        <a:prstGeom prst="downArrow">
          <a:avLst>
            <a:gd name="adj1" fmla="val 55000"/>
            <a:gd name="adj2" fmla="val 45000"/>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741174" y="1464631"/>
        <a:ext cx="280085" cy="383208"/>
      </dsp:txXfrm>
    </dsp:sp>
    <dsp:sp modelId="{1D317D0D-4BC0-4988-89B7-E5F4FD7FA20E}">
      <dsp:nvSpPr>
        <dsp:cNvPr id="0" name=""/>
        <dsp:cNvSpPr/>
      </dsp:nvSpPr>
      <dsp:spPr>
        <a:xfrm>
          <a:off x="9231240" y="2343844"/>
          <a:ext cx="509247" cy="509247"/>
        </a:xfrm>
        <a:prstGeom prst="downArrow">
          <a:avLst>
            <a:gd name="adj1" fmla="val 55000"/>
            <a:gd name="adj2" fmla="val 45000"/>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345821" y="2343844"/>
        <a:ext cx="280085" cy="383208"/>
      </dsp:txXfrm>
    </dsp:sp>
    <dsp:sp modelId="{ACBF8B24-5BDB-4B30-9D8B-535ACCE820FC}">
      <dsp:nvSpPr>
        <dsp:cNvPr id="0" name=""/>
        <dsp:cNvSpPr/>
      </dsp:nvSpPr>
      <dsp:spPr>
        <a:xfrm>
          <a:off x="9835887" y="3244821"/>
          <a:ext cx="509247" cy="509247"/>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950468" y="3244821"/>
        <a:ext cx="280085" cy="383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A9748-1A0E-49C4-8E52-58B017B82653}">
      <dsp:nvSpPr>
        <dsp:cNvPr id="0" name=""/>
        <dsp:cNvSpPr/>
      </dsp:nvSpPr>
      <dsp:spPr>
        <a:xfrm>
          <a:off x="0" y="202024"/>
          <a:ext cx="10515600" cy="10073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fr-FR" sz="4200" kern="1200"/>
            <a:t>EXERCICES: « LE FEU D’ARTIFICE DES APPELS »</a:t>
          </a:r>
          <a:endParaRPr lang="en-US" sz="4200" kern="1200"/>
        </a:p>
      </dsp:txBody>
      <dsp:txXfrm>
        <a:off x="49176" y="251200"/>
        <a:ext cx="10417248" cy="909018"/>
      </dsp:txXfrm>
    </dsp:sp>
    <dsp:sp modelId="{B5B68FA9-470C-414C-A793-143B025A5BCD}">
      <dsp:nvSpPr>
        <dsp:cNvPr id="0" name=""/>
        <dsp:cNvSpPr/>
      </dsp:nvSpPr>
      <dsp:spPr>
        <a:xfrm>
          <a:off x="0" y="1330354"/>
          <a:ext cx="10515600" cy="100737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fr-FR" sz="4200" kern="1200"/>
            <a:t>consigne :</a:t>
          </a:r>
          <a:endParaRPr lang="en-US" sz="4200" kern="1200"/>
        </a:p>
      </dsp:txBody>
      <dsp:txXfrm>
        <a:off x="49176" y="1379530"/>
        <a:ext cx="10417248" cy="909018"/>
      </dsp:txXfrm>
    </dsp:sp>
    <dsp:sp modelId="{F2D305C2-2241-4B28-BF0F-082DAAFE4742}">
      <dsp:nvSpPr>
        <dsp:cNvPr id="0" name=""/>
        <dsp:cNvSpPr/>
      </dsp:nvSpPr>
      <dsp:spPr>
        <a:xfrm>
          <a:off x="0" y="2337724"/>
          <a:ext cx="10515600" cy="1608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fr-FR" sz="3300" kern="1200"/>
            <a:t>un téléphone sonne au hasard. A vous de jouer.</a:t>
          </a:r>
          <a:endParaRPr lang="en-US" sz="3300" kern="1200"/>
        </a:p>
        <a:p>
          <a:pPr marL="285750" lvl="1" indent="-285750" algn="l" defTabSz="1466850">
            <a:lnSpc>
              <a:spcPct val="90000"/>
            </a:lnSpc>
            <a:spcBef>
              <a:spcPct val="0"/>
            </a:spcBef>
            <a:spcAft>
              <a:spcPct val="20000"/>
            </a:spcAft>
            <a:buChar char="•"/>
          </a:pPr>
          <a:r>
            <a:rPr lang="fr-FR" sz="3300" kern="1200"/>
            <a:t>a l’issue de chaque appel, vous apprécierez l’accueil avec les Smileys.</a:t>
          </a:r>
          <a:endParaRPr lang="en-US" sz="3300" kern="1200"/>
        </a:p>
      </dsp:txBody>
      <dsp:txXfrm>
        <a:off x="0" y="2337724"/>
        <a:ext cx="10515600" cy="16083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185FF8-5FCA-4C82-AC4C-2D6997D7ECCD}">
      <dsp:nvSpPr>
        <dsp:cNvPr id="0" name=""/>
        <dsp:cNvSpPr/>
      </dsp:nvSpPr>
      <dsp:spPr>
        <a:xfrm>
          <a:off x="0" y="673"/>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700691-73A9-452D-980D-B761B02BADA7}">
      <dsp:nvSpPr>
        <dsp:cNvPr id="0" name=""/>
        <dsp:cNvSpPr/>
      </dsp:nvSpPr>
      <dsp:spPr>
        <a:xfrm>
          <a:off x="171028" y="127884"/>
          <a:ext cx="310960" cy="3109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973FA-40D1-4838-A413-61EBB87D30D1}">
      <dsp:nvSpPr>
        <dsp:cNvPr id="0" name=""/>
        <dsp:cNvSpPr/>
      </dsp:nvSpPr>
      <dsp:spPr>
        <a:xfrm>
          <a:off x="653017" y="673"/>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Le conseiller client doit s’assurer d’avoir compris la requête du client:</a:t>
          </a:r>
          <a:endParaRPr lang="en-US" sz="1500" kern="1200"/>
        </a:p>
      </dsp:txBody>
      <dsp:txXfrm>
        <a:off x="653017" y="673"/>
        <a:ext cx="5711206" cy="565383"/>
      </dsp:txXfrm>
    </dsp:sp>
    <dsp:sp modelId="{D474A4B6-631D-4717-9B00-5CC1A3971636}">
      <dsp:nvSpPr>
        <dsp:cNvPr id="0" name=""/>
        <dsp:cNvSpPr/>
      </dsp:nvSpPr>
      <dsp:spPr>
        <a:xfrm>
          <a:off x="0" y="707402"/>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393EEC-E012-4523-A1A9-16A1F4B7C8EB}">
      <dsp:nvSpPr>
        <dsp:cNvPr id="0" name=""/>
        <dsp:cNvSpPr/>
      </dsp:nvSpPr>
      <dsp:spPr>
        <a:xfrm>
          <a:off x="171028" y="834613"/>
          <a:ext cx="310960" cy="3109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479012-863B-4E9D-8421-B9C25998B60E}">
      <dsp:nvSpPr>
        <dsp:cNvPr id="0" name=""/>
        <dsp:cNvSpPr/>
      </dsp:nvSpPr>
      <dsp:spPr>
        <a:xfrm>
          <a:off x="653017" y="707402"/>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Le conseiller doit pratiquer l’écoute active</a:t>
          </a:r>
          <a:endParaRPr lang="en-US" sz="1500" kern="1200"/>
        </a:p>
      </dsp:txBody>
      <dsp:txXfrm>
        <a:off x="653017" y="707402"/>
        <a:ext cx="5711206" cy="565383"/>
      </dsp:txXfrm>
    </dsp:sp>
    <dsp:sp modelId="{71F79C7F-39BC-4548-BEA2-E07C50603BF3}">
      <dsp:nvSpPr>
        <dsp:cNvPr id="0" name=""/>
        <dsp:cNvSpPr/>
      </dsp:nvSpPr>
      <dsp:spPr>
        <a:xfrm>
          <a:off x="0" y="1414130"/>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CBE12E-37AD-4FB1-834C-CC823902D41C}">
      <dsp:nvSpPr>
        <dsp:cNvPr id="0" name=""/>
        <dsp:cNvSpPr/>
      </dsp:nvSpPr>
      <dsp:spPr>
        <a:xfrm>
          <a:off x="171028" y="1541342"/>
          <a:ext cx="310960" cy="3109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2A073C-6162-4764-834E-536A1BCEAACD}">
      <dsp:nvSpPr>
        <dsp:cNvPr id="0" name=""/>
        <dsp:cNvSpPr/>
      </dsp:nvSpPr>
      <dsp:spPr>
        <a:xfrm>
          <a:off x="653017" y="1414130"/>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Il doit reformuler si nécessaire.</a:t>
          </a:r>
          <a:endParaRPr lang="en-US" sz="1500" kern="1200"/>
        </a:p>
      </dsp:txBody>
      <dsp:txXfrm>
        <a:off x="653017" y="1414130"/>
        <a:ext cx="5711206" cy="565383"/>
      </dsp:txXfrm>
    </dsp:sp>
    <dsp:sp modelId="{795CFB29-453E-445D-A606-811D336F3DCC}">
      <dsp:nvSpPr>
        <dsp:cNvPr id="0" name=""/>
        <dsp:cNvSpPr/>
      </dsp:nvSpPr>
      <dsp:spPr>
        <a:xfrm>
          <a:off x="0" y="2120859"/>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4960F8-0B31-4A76-A5DE-6AC71603AD87}">
      <dsp:nvSpPr>
        <dsp:cNvPr id="0" name=""/>
        <dsp:cNvSpPr/>
      </dsp:nvSpPr>
      <dsp:spPr>
        <a:xfrm>
          <a:off x="171028" y="2248071"/>
          <a:ext cx="310960" cy="3109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48BC78-E24E-49CD-803F-05E6E30C1BFE}">
      <dsp:nvSpPr>
        <dsp:cNvPr id="0" name=""/>
        <dsp:cNvSpPr/>
      </dsp:nvSpPr>
      <dsp:spPr>
        <a:xfrm>
          <a:off x="653017" y="2120859"/>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Il doit poser des questions afin de mieux comprendre le besoin du client</a:t>
          </a:r>
          <a:endParaRPr lang="en-US" sz="1500" kern="1200"/>
        </a:p>
      </dsp:txBody>
      <dsp:txXfrm>
        <a:off x="653017" y="2120859"/>
        <a:ext cx="5711206" cy="565383"/>
      </dsp:txXfrm>
    </dsp:sp>
    <dsp:sp modelId="{3439D76B-3418-4184-8836-CE3F3ADCF2F3}">
      <dsp:nvSpPr>
        <dsp:cNvPr id="0" name=""/>
        <dsp:cNvSpPr/>
      </dsp:nvSpPr>
      <dsp:spPr>
        <a:xfrm>
          <a:off x="0" y="2827588"/>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B4F33-EBB5-4B54-ABBB-5FA2D3142043}">
      <dsp:nvSpPr>
        <dsp:cNvPr id="0" name=""/>
        <dsp:cNvSpPr/>
      </dsp:nvSpPr>
      <dsp:spPr>
        <a:xfrm>
          <a:off x="171028" y="2954800"/>
          <a:ext cx="310960" cy="31096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2BA41C-21D9-45AA-8B8E-A18B5581152D}">
      <dsp:nvSpPr>
        <dsp:cNvPr id="0" name=""/>
        <dsp:cNvSpPr/>
      </dsp:nvSpPr>
      <dsp:spPr>
        <a:xfrm>
          <a:off x="653017" y="2827588"/>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Toujours avoir le sourire</a:t>
          </a:r>
          <a:endParaRPr lang="en-US" sz="1500" kern="1200"/>
        </a:p>
      </dsp:txBody>
      <dsp:txXfrm>
        <a:off x="653017" y="2827588"/>
        <a:ext cx="5711206" cy="565383"/>
      </dsp:txXfrm>
    </dsp:sp>
    <dsp:sp modelId="{36C3B961-CE23-440B-B9DB-1470B6A72876}">
      <dsp:nvSpPr>
        <dsp:cNvPr id="0" name=""/>
        <dsp:cNvSpPr/>
      </dsp:nvSpPr>
      <dsp:spPr>
        <a:xfrm>
          <a:off x="0" y="3534317"/>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E5C2AA-8F97-4111-B250-6129540425D6}">
      <dsp:nvSpPr>
        <dsp:cNvPr id="0" name=""/>
        <dsp:cNvSpPr/>
      </dsp:nvSpPr>
      <dsp:spPr>
        <a:xfrm>
          <a:off x="171028" y="3661529"/>
          <a:ext cx="310960" cy="31096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812C9C-F902-4FCE-AF33-FC56DCEECA29}">
      <dsp:nvSpPr>
        <dsp:cNvPr id="0" name=""/>
        <dsp:cNvSpPr/>
      </dsp:nvSpPr>
      <dsp:spPr>
        <a:xfrm>
          <a:off x="653017" y="3534317"/>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Le conseiller doit être proactif</a:t>
          </a:r>
          <a:endParaRPr lang="en-US" sz="1500" kern="1200"/>
        </a:p>
      </dsp:txBody>
      <dsp:txXfrm>
        <a:off x="653017" y="3534317"/>
        <a:ext cx="5711206" cy="565383"/>
      </dsp:txXfrm>
    </dsp:sp>
    <dsp:sp modelId="{033A515F-CB54-4453-A335-6DF3788B8C82}">
      <dsp:nvSpPr>
        <dsp:cNvPr id="0" name=""/>
        <dsp:cNvSpPr/>
      </dsp:nvSpPr>
      <dsp:spPr>
        <a:xfrm>
          <a:off x="0" y="4241046"/>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0A17E5-1C12-41B6-B837-1BC1C48B5AD7}">
      <dsp:nvSpPr>
        <dsp:cNvPr id="0" name=""/>
        <dsp:cNvSpPr/>
      </dsp:nvSpPr>
      <dsp:spPr>
        <a:xfrm>
          <a:off x="171028" y="4368258"/>
          <a:ext cx="310960" cy="31096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3E691B-F5C8-49B5-9A92-2450EB7D4491}">
      <dsp:nvSpPr>
        <dsp:cNvPr id="0" name=""/>
        <dsp:cNvSpPr/>
      </dsp:nvSpPr>
      <dsp:spPr>
        <a:xfrm>
          <a:off x="653017" y="4241046"/>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Etre empathique si nécessaire</a:t>
          </a:r>
          <a:endParaRPr lang="en-US" sz="1500" kern="1200"/>
        </a:p>
      </dsp:txBody>
      <dsp:txXfrm>
        <a:off x="653017" y="4241046"/>
        <a:ext cx="5711206" cy="565383"/>
      </dsp:txXfrm>
    </dsp:sp>
    <dsp:sp modelId="{DD79322E-0180-4A64-9474-DD1B7284E39C}">
      <dsp:nvSpPr>
        <dsp:cNvPr id="0" name=""/>
        <dsp:cNvSpPr/>
      </dsp:nvSpPr>
      <dsp:spPr>
        <a:xfrm>
          <a:off x="0" y="4947775"/>
          <a:ext cx="6364224" cy="5653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6916FD-D585-41E6-B99F-0FE8C116AA3F}">
      <dsp:nvSpPr>
        <dsp:cNvPr id="0" name=""/>
        <dsp:cNvSpPr/>
      </dsp:nvSpPr>
      <dsp:spPr>
        <a:xfrm>
          <a:off x="171028" y="5074986"/>
          <a:ext cx="310960" cy="31096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AF0A78-5D62-4FA1-9B28-DE38F254DAF9}">
      <dsp:nvSpPr>
        <dsp:cNvPr id="0" name=""/>
        <dsp:cNvSpPr/>
      </dsp:nvSpPr>
      <dsp:spPr>
        <a:xfrm>
          <a:off x="653017" y="4947775"/>
          <a:ext cx="5711206" cy="5653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836" tIns="59836" rIns="59836" bIns="59836" numCol="1" spcCol="1270" anchor="ctr" anchorCtr="0">
          <a:noAutofit/>
        </a:bodyPr>
        <a:lstStyle/>
        <a:p>
          <a:pPr marL="0" lvl="0" indent="0" algn="l" defTabSz="666750">
            <a:lnSpc>
              <a:spcPct val="90000"/>
            </a:lnSpc>
            <a:spcBef>
              <a:spcPct val="0"/>
            </a:spcBef>
            <a:spcAft>
              <a:spcPct val="35000"/>
            </a:spcAft>
            <a:buNone/>
          </a:pPr>
          <a:r>
            <a:rPr lang="fr-FR" sz="1500" kern="1200"/>
            <a:t>Sourire et enthousiasme </a:t>
          </a:r>
          <a:endParaRPr lang="en-US" sz="1500" kern="1200"/>
        </a:p>
      </dsp:txBody>
      <dsp:txXfrm>
        <a:off x="653017" y="4947775"/>
        <a:ext cx="5711206" cy="5653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5CFAF-0E13-406A-B30F-C704598F2C44}">
      <dsp:nvSpPr>
        <dsp:cNvPr id="0" name=""/>
        <dsp:cNvSpPr/>
      </dsp:nvSpPr>
      <dsp:spPr>
        <a:xfrm>
          <a:off x="0" y="0"/>
          <a:ext cx="6651253" cy="575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LE MESSAGE QUE NOUS VÉHICULONS PEUT ÊTRE </a:t>
          </a:r>
          <a:endParaRPr lang="en-US" sz="2400" kern="1200" dirty="0"/>
        </a:p>
      </dsp:txBody>
      <dsp:txXfrm>
        <a:off x="28100" y="28100"/>
        <a:ext cx="6595053" cy="519439"/>
      </dsp:txXfrm>
    </dsp:sp>
    <dsp:sp modelId="{2271080C-5D3B-42F2-B707-CD3F7FCAD1D8}">
      <dsp:nvSpPr>
        <dsp:cNvPr id="0" name=""/>
        <dsp:cNvSpPr/>
      </dsp:nvSpPr>
      <dsp:spPr>
        <a:xfrm>
          <a:off x="0" y="1414422"/>
          <a:ext cx="6651253" cy="57563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Un </a:t>
          </a:r>
          <a:r>
            <a:rPr lang="fr-FR" sz="2400" b="1" kern="1200"/>
            <a:t>message verbal </a:t>
          </a:r>
          <a:r>
            <a:rPr lang="fr-FR" sz="2400" kern="1200"/>
            <a:t>(contenu / discours)</a:t>
          </a:r>
          <a:endParaRPr lang="en-US" sz="2400" kern="1200"/>
        </a:p>
      </dsp:txBody>
      <dsp:txXfrm>
        <a:off x="28100" y="1442522"/>
        <a:ext cx="6595053" cy="519439"/>
      </dsp:txXfrm>
    </dsp:sp>
    <dsp:sp modelId="{47FC065B-2942-47D5-9D46-9C5DE220E1F6}">
      <dsp:nvSpPr>
        <dsp:cNvPr id="0" name=""/>
        <dsp:cNvSpPr/>
      </dsp:nvSpPr>
      <dsp:spPr>
        <a:xfrm>
          <a:off x="0" y="2059182"/>
          <a:ext cx="6651253" cy="57563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Un  </a:t>
          </a:r>
          <a:r>
            <a:rPr lang="fr-FR" sz="2400" b="1" kern="1200"/>
            <a:t>message physique</a:t>
          </a:r>
          <a:r>
            <a:rPr lang="fr-FR" sz="2400" kern="1200"/>
            <a:t> (le corps et la voix)</a:t>
          </a:r>
          <a:endParaRPr lang="en-US" sz="2400" kern="1200"/>
        </a:p>
      </dsp:txBody>
      <dsp:txXfrm>
        <a:off x="28100" y="2087282"/>
        <a:ext cx="6595053" cy="519439"/>
      </dsp:txXfrm>
    </dsp:sp>
    <dsp:sp modelId="{1F369C89-5A96-4B33-9A90-5976564DE8BE}">
      <dsp:nvSpPr>
        <dsp:cNvPr id="0" name=""/>
        <dsp:cNvSpPr/>
      </dsp:nvSpPr>
      <dsp:spPr>
        <a:xfrm>
          <a:off x="0" y="2703942"/>
          <a:ext cx="6651253" cy="57563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Dans une interaction le verbal comptent pour  7%,</a:t>
          </a:r>
          <a:endParaRPr lang="en-US" sz="2400" kern="1200"/>
        </a:p>
      </dsp:txBody>
      <dsp:txXfrm>
        <a:off x="28100" y="2732042"/>
        <a:ext cx="6595053" cy="519439"/>
      </dsp:txXfrm>
    </dsp:sp>
    <dsp:sp modelId="{0C55FECD-3C43-4AF3-BE73-F6221899E43B}">
      <dsp:nvSpPr>
        <dsp:cNvPr id="0" name=""/>
        <dsp:cNvSpPr/>
      </dsp:nvSpPr>
      <dsp:spPr>
        <a:xfrm>
          <a:off x="0" y="3348701"/>
          <a:ext cx="6651253" cy="575639"/>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Le para-verbal  30% et</a:t>
          </a:r>
          <a:endParaRPr lang="en-US" sz="2400" kern="1200"/>
        </a:p>
      </dsp:txBody>
      <dsp:txXfrm>
        <a:off x="28100" y="3376801"/>
        <a:ext cx="6595053" cy="519439"/>
      </dsp:txXfrm>
    </dsp:sp>
    <dsp:sp modelId="{6CD9D5CA-17C0-4AD2-94F8-35F501D03BCC}">
      <dsp:nvSpPr>
        <dsp:cNvPr id="0" name=""/>
        <dsp:cNvSpPr/>
      </dsp:nvSpPr>
      <dsp:spPr>
        <a:xfrm>
          <a:off x="0" y="3993462"/>
          <a:ext cx="6651253" cy="575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Le  non-verbal 55%</a:t>
          </a:r>
          <a:endParaRPr lang="en-US" sz="2400" kern="1200"/>
        </a:p>
      </dsp:txBody>
      <dsp:txXfrm>
        <a:off x="28100" y="4021562"/>
        <a:ext cx="6595053" cy="5194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785F2-9666-4361-A759-073AA7347BF3}">
      <dsp:nvSpPr>
        <dsp:cNvPr id="0" name=""/>
        <dsp:cNvSpPr/>
      </dsp:nvSpPr>
      <dsp:spPr>
        <a:xfrm>
          <a:off x="0" y="454356"/>
          <a:ext cx="6364224" cy="60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6E7AAC-926D-4EB1-BCC3-C0CFB77F7141}">
      <dsp:nvSpPr>
        <dsp:cNvPr id="0" name=""/>
        <dsp:cNvSpPr/>
      </dsp:nvSpPr>
      <dsp:spPr>
        <a:xfrm>
          <a:off x="318211" y="100116"/>
          <a:ext cx="4454956"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66800">
            <a:lnSpc>
              <a:spcPct val="90000"/>
            </a:lnSpc>
            <a:spcBef>
              <a:spcPct val="0"/>
            </a:spcBef>
            <a:spcAft>
              <a:spcPct val="35000"/>
            </a:spcAft>
            <a:buNone/>
          </a:pPr>
          <a:r>
            <a:rPr lang="en-US" sz="2400" u="sng" kern="1200">
              <a:hlinkClick xmlns:r="http://schemas.openxmlformats.org/officeDocument/2006/relationships" r:id="rId1"/>
            </a:rPr>
            <a:t>VIDEOS</a:t>
          </a:r>
          <a:endParaRPr lang="en-US" sz="2400" kern="1200"/>
        </a:p>
      </dsp:txBody>
      <dsp:txXfrm>
        <a:off x="352796" y="134701"/>
        <a:ext cx="4385786" cy="639310"/>
      </dsp:txXfrm>
    </dsp:sp>
    <dsp:sp modelId="{B150F3C0-0EF2-4F65-8A78-B25E160F2936}">
      <dsp:nvSpPr>
        <dsp:cNvPr id="0" name=""/>
        <dsp:cNvSpPr/>
      </dsp:nvSpPr>
      <dsp:spPr>
        <a:xfrm>
          <a:off x="0" y="1542996"/>
          <a:ext cx="6364224" cy="6048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002B4F-8A9B-4739-A11E-DD9DE58511D5}">
      <dsp:nvSpPr>
        <dsp:cNvPr id="0" name=""/>
        <dsp:cNvSpPr/>
      </dsp:nvSpPr>
      <dsp:spPr>
        <a:xfrm>
          <a:off x="318211" y="1188756"/>
          <a:ext cx="4454956" cy="70848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66800">
            <a:lnSpc>
              <a:spcPct val="90000"/>
            </a:lnSpc>
            <a:spcBef>
              <a:spcPct val="0"/>
            </a:spcBef>
            <a:spcAft>
              <a:spcPct val="35000"/>
            </a:spcAft>
            <a:buNone/>
          </a:pPr>
          <a:r>
            <a:rPr lang="en-US" sz="2400" u="sng" kern="1200">
              <a:hlinkClick xmlns:r="http://schemas.openxmlformats.org/officeDocument/2006/relationships" r:id="rId1"/>
            </a:rPr>
            <a:t>https://youtu.be/oZ-cHuD8tqg</a:t>
          </a:r>
          <a:endParaRPr lang="en-US" sz="2400" kern="1200"/>
        </a:p>
      </dsp:txBody>
      <dsp:txXfrm>
        <a:off x="352796" y="1223341"/>
        <a:ext cx="4385786" cy="639310"/>
      </dsp:txXfrm>
    </dsp:sp>
    <dsp:sp modelId="{0910F30C-8F62-41F3-9BFB-13FCB7DBDC37}">
      <dsp:nvSpPr>
        <dsp:cNvPr id="0" name=""/>
        <dsp:cNvSpPr/>
      </dsp:nvSpPr>
      <dsp:spPr>
        <a:xfrm>
          <a:off x="0" y="2631636"/>
          <a:ext cx="6364224" cy="604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576A55-941B-4BD1-BDE8-E5CFCEC93847}">
      <dsp:nvSpPr>
        <dsp:cNvPr id="0" name=""/>
        <dsp:cNvSpPr/>
      </dsp:nvSpPr>
      <dsp:spPr>
        <a:xfrm>
          <a:off x="318211" y="2277396"/>
          <a:ext cx="4454956" cy="7084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66800">
            <a:lnSpc>
              <a:spcPct val="90000"/>
            </a:lnSpc>
            <a:spcBef>
              <a:spcPct val="0"/>
            </a:spcBef>
            <a:spcAft>
              <a:spcPct val="35000"/>
            </a:spcAft>
            <a:buNone/>
          </a:pPr>
          <a:r>
            <a:rPr lang="en-US" sz="2400" u="sng" kern="1200">
              <a:hlinkClick xmlns:r="http://schemas.openxmlformats.org/officeDocument/2006/relationships" r:id="rId2"/>
            </a:rPr>
            <a:t>https://youtu.be/Ma0c2KU9Q6s</a:t>
          </a:r>
          <a:endParaRPr lang="en-US" sz="2400" kern="1200"/>
        </a:p>
      </dsp:txBody>
      <dsp:txXfrm>
        <a:off x="352796" y="2311981"/>
        <a:ext cx="4385786" cy="639310"/>
      </dsp:txXfrm>
    </dsp:sp>
    <dsp:sp modelId="{FE20F49D-758D-41DF-83F2-866C78E39DF3}">
      <dsp:nvSpPr>
        <dsp:cNvPr id="0" name=""/>
        <dsp:cNvSpPr/>
      </dsp:nvSpPr>
      <dsp:spPr>
        <a:xfrm>
          <a:off x="0" y="3720276"/>
          <a:ext cx="6364224" cy="604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CDEAC3-67DF-4AC4-A161-D3BC3D39125C}">
      <dsp:nvSpPr>
        <dsp:cNvPr id="0" name=""/>
        <dsp:cNvSpPr/>
      </dsp:nvSpPr>
      <dsp:spPr>
        <a:xfrm>
          <a:off x="318211" y="3366036"/>
          <a:ext cx="4454956" cy="7084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66800">
            <a:lnSpc>
              <a:spcPct val="90000"/>
            </a:lnSpc>
            <a:spcBef>
              <a:spcPct val="0"/>
            </a:spcBef>
            <a:spcAft>
              <a:spcPct val="35000"/>
            </a:spcAft>
            <a:buNone/>
          </a:pPr>
          <a:r>
            <a:rPr lang="en-US" sz="2400" u="sng" kern="1200">
              <a:hlinkClick xmlns:r="http://schemas.openxmlformats.org/officeDocument/2006/relationships" r:id="rId3"/>
            </a:rPr>
            <a:t>https://youtu.be/_8mTC7TxlTg</a:t>
          </a:r>
          <a:endParaRPr lang="en-US" sz="2400" kern="1200"/>
        </a:p>
      </dsp:txBody>
      <dsp:txXfrm>
        <a:off x="352796" y="3400621"/>
        <a:ext cx="4385786" cy="639310"/>
      </dsp:txXfrm>
    </dsp:sp>
    <dsp:sp modelId="{F7F066FC-43AF-480A-8491-3F212180B186}">
      <dsp:nvSpPr>
        <dsp:cNvPr id="0" name=""/>
        <dsp:cNvSpPr/>
      </dsp:nvSpPr>
      <dsp:spPr>
        <a:xfrm>
          <a:off x="0" y="4808915"/>
          <a:ext cx="6364224" cy="6048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09A796-C422-4F93-AA82-9AA0F01591DE}">
      <dsp:nvSpPr>
        <dsp:cNvPr id="0" name=""/>
        <dsp:cNvSpPr/>
      </dsp:nvSpPr>
      <dsp:spPr>
        <a:xfrm>
          <a:off x="318211" y="4454675"/>
          <a:ext cx="4454956" cy="7084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387" tIns="0" rIns="168387" bIns="0" numCol="1" spcCol="1270" anchor="ctr" anchorCtr="0">
          <a:noAutofit/>
        </a:bodyPr>
        <a:lstStyle/>
        <a:p>
          <a:pPr marL="0" lvl="0" indent="0" algn="l" defTabSz="1066800">
            <a:lnSpc>
              <a:spcPct val="90000"/>
            </a:lnSpc>
            <a:spcBef>
              <a:spcPct val="0"/>
            </a:spcBef>
            <a:spcAft>
              <a:spcPct val="35000"/>
            </a:spcAft>
            <a:buNone/>
          </a:pPr>
          <a:r>
            <a:rPr lang="en-US" sz="2400" u="sng" kern="1200">
              <a:hlinkClick xmlns:r="http://schemas.openxmlformats.org/officeDocument/2006/relationships" r:id="rId4"/>
            </a:rPr>
            <a:t>https://youtu.be/SZCEBYNUZuI</a:t>
          </a:r>
          <a:endParaRPr lang="en-US" sz="2400" kern="1200"/>
        </a:p>
      </dsp:txBody>
      <dsp:txXfrm>
        <a:off x="352796" y="4489260"/>
        <a:ext cx="4385786"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13746-203B-48D7-9788-2F7AC86ADB98}" type="datetimeFigureOut">
              <a:rPr lang="fr-FR" smtClean="0"/>
              <a:t>31/05/2021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C47648-1F35-40D7-A7E7-5CB0E4807DEE}" type="slidenum">
              <a:rPr lang="fr-FR" smtClean="0"/>
              <a:t>‹#›</a:t>
            </a:fld>
            <a:endParaRPr lang="fr-FR"/>
          </a:p>
        </p:txBody>
      </p:sp>
    </p:spTree>
    <p:extLst>
      <p:ext uri="{BB962C8B-B14F-4D97-AF65-F5344CB8AC3E}">
        <p14:creationId xmlns:p14="http://schemas.microsoft.com/office/powerpoint/2010/main" val="184672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3</a:t>
            </a:fld>
            <a:endParaRPr lang="fr-FR"/>
          </a:p>
        </p:txBody>
      </p:sp>
    </p:spTree>
    <p:extLst>
      <p:ext uri="{BB962C8B-B14F-4D97-AF65-F5344CB8AC3E}">
        <p14:creationId xmlns:p14="http://schemas.microsoft.com/office/powerpoint/2010/main" val="826127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5</a:t>
            </a:fld>
            <a:endParaRPr lang="fr-FR"/>
          </a:p>
        </p:txBody>
      </p:sp>
    </p:spTree>
    <p:extLst>
      <p:ext uri="{BB962C8B-B14F-4D97-AF65-F5344CB8AC3E}">
        <p14:creationId xmlns:p14="http://schemas.microsoft.com/office/powerpoint/2010/main" val="413657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7</a:t>
            </a:fld>
            <a:endParaRPr lang="fr-FR"/>
          </a:p>
        </p:txBody>
      </p:sp>
    </p:spTree>
    <p:extLst>
      <p:ext uri="{BB962C8B-B14F-4D97-AF65-F5344CB8AC3E}">
        <p14:creationId xmlns:p14="http://schemas.microsoft.com/office/powerpoint/2010/main" val="7427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ltLang="fr-FR" i="1" dirty="0">
                <a:latin typeface="Arial" panose="020B0604020202020204" pitchFamily="34" charset="0"/>
              </a:rPr>
              <a:t>L’animateur mène le feu d’artifice des appels réactifs.</a:t>
            </a:r>
          </a:p>
          <a:p>
            <a:r>
              <a:rPr lang="fr-FR" altLang="fr-FR" i="1" dirty="0">
                <a:latin typeface="Arial" panose="020B0604020202020204" pitchFamily="34" charset="0"/>
              </a:rPr>
              <a:t>L’animateur fait sonner au hasard les postes OU alterne avec un ou deux participants pour tenir le rôle du client.</a:t>
            </a:r>
          </a:p>
          <a:p>
            <a:pPr>
              <a:buFont typeface="Wingdings" panose="05000000000000000000" pitchFamily="2" charset="2"/>
              <a:buNone/>
            </a:pPr>
            <a:r>
              <a:rPr lang="fr-FR" altLang="fr-FR" i="1" dirty="0">
                <a:latin typeface="Arial" panose="020B0604020202020204" pitchFamily="34" charset="0"/>
              </a:rPr>
              <a:t>Réagir en fonction de la réponse du participant : </a:t>
            </a:r>
          </a:p>
          <a:p>
            <a:pPr lvl="1"/>
            <a:r>
              <a:rPr lang="fr-FR" altLang="fr-FR" i="1" dirty="0">
                <a:latin typeface="Arial" panose="020B0604020202020204" pitchFamily="34" charset="0"/>
              </a:rPr>
              <a:t>si le CC ne se présente pas « et vous, vous êtes Mr / Mme…? »</a:t>
            </a:r>
          </a:p>
          <a:p>
            <a:pPr lvl="1"/>
            <a:r>
              <a:rPr lang="fr-FR" altLang="fr-FR" i="1" dirty="0">
                <a:latin typeface="Arial" panose="020B0604020202020204" pitchFamily="34" charset="0"/>
              </a:rPr>
              <a:t>si pas de reformulation « vous êtes sûr de bien avoir compris ma demande ? » </a:t>
            </a:r>
          </a:p>
          <a:p>
            <a:pPr>
              <a:buFont typeface="Wingdings" panose="05000000000000000000" pitchFamily="2" charset="2"/>
              <a:buNone/>
            </a:pPr>
            <a:r>
              <a:rPr lang="fr-FR" altLang="fr-FR" i="1" dirty="0">
                <a:latin typeface="Arial" panose="020B0604020202020204" pitchFamily="34" charset="0"/>
              </a:rPr>
              <a:t>Distribuer des smileys aux participants </a:t>
            </a:r>
            <a:r>
              <a:rPr lang="fr-FR" altLang="fr-FR" b="1" i="1" dirty="0">
                <a:latin typeface="Arial" panose="020B0604020202020204" pitchFamily="34" charset="0"/>
              </a:rPr>
              <a:t>(Annexe 2)</a:t>
            </a:r>
          </a:p>
          <a:p>
            <a:pPr>
              <a:buFont typeface="Wingdings" panose="05000000000000000000" pitchFamily="2" charset="2"/>
              <a:buNone/>
            </a:pPr>
            <a:r>
              <a:rPr lang="fr-FR" altLang="fr-FR" i="1" dirty="0">
                <a:latin typeface="Arial" panose="020B0604020202020204" pitchFamily="34" charset="0"/>
              </a:rPr>
              <a:t>A l’issue de chaque appel les autres participants apprécient avec des Smileys selon 3 niveaux : satisfait, neutre, pas satisfait. </a:t>
            </a:r>
          </a:p>
          <a:p>
            <a:pPr>
              <a:buFont typeface="Wingdings" panose="05000000000000000000" pitchFamily="2" charset="2"/>
              <a:buNone/>
            </a:pPr>
            <a:endParaRPr lang="fr-FR" altLang="fr-FR" i="1" dirty="0">
              <a:latin typeface="Arial" panose="020B0604020202020204" pitchFamily="34" charset="0"/>
            </a:endParaRPr>
          </a:p>
          <a:p>
            <a:pPr>
              <a:buFont typeface="Wingdings" panose="05000000000000000000" pitchFamily="2" charset="2"/>
              <a:buNone/>
            </a:pPr>
            <a:r>
              <a:rPr lang="fr-FR" altLang="fr-FR" i="1" dirty="0">
                <a:latin typeface="Arial" panose="020B0604020202020204" pitchFamily="34" charset="0"/>
              </a:rPr>
              <a:t>Demander au participant qui a décroché de donner 1 comportement  positif / 1 point d’amélioration sur les étapes du A et/ou sur les 4 attitudes. Puis, demander au groupe.</a:t>
            </a:r>
            <a:endParaRPr lang="fr-FR" dirty="0"/>
          </a:p>
        </p:txBody>
      </p:sp>
      <p:sp>
        <p:nvSpPr>
          <p:cNvPr id="4" name="Espace réservé du numéro de diapositive 3"/>
          <p:cNvSpPr>
            <a:spLocks noGrp="1"/>
          </p:cNvSpPr>
          <p:nvPr>
            <p:ph type="sldNum" sz="quarter" idx="10"/>
          </p:nvPr>
        </p:nvSpPr>
        <p:spPr/>
        <p:txBody>
          <a:bodyPr/>
          <a:lstStyle/>
          <a:p>
            <a:fld id="{FDC47648-1F35-40D7-A7E7-5CB0E4807DEE}" type="slidenum">
              <a:rPr lang="fr-FR" smtClean="0"/>
              <a:t>10</a:t>
            </a:fld>
            <a:endParaRPr lang="fr-FR"/>
          </a:p>
        </p:txBody>
      </p:sp>
    </p:spTree>
    <p:extLst>
      <p:ext uri="{BB962C8B-B14F-4D97-AF65-F5344CB8AC3E}">
        <p14:creationId xmlns:p14="http://schemas.microsoft.com/office/powerpoint/2010/main" val="3618614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buFont typeface="Wingdings" panose="05000000000000000000" pitchFamily="2" charset="2"/>
              <a:buNone/>
            </a:pPr>
            <a:r>
              <a:rPr lang="fr-FR" altLang="fr-FR" dirty="0">
                <a:latin typeface="Arial" panose="020B0604020202020204" pitchFamily="34" charset="0"/>
              </a:rPr>
              <a:t>« Sur une plage, on découvre un homme mort, nu, il y a des vêtements éparpillés à proximité, et dans sa main fermée, on découvre un petit morceau d’allumette.</a:t>
            </a:r>
          </a:p>
          <a:p>
            <a:pPr>
              <a:buFont typeface="Wingdings" panose="05000000000000000000" pitchFamily="2" charset="2"/>
              <a:buNone/>
            </a:pPr>
            <a:r>
              <a:rPr lang="fr-FR" altLang="fr-FR" dirty="0">
                <a:latin typeface="Arial" panose="020B0604020202020204" pitchFamily="34" charset="0"/>
              </a:rPr>
              <a:t>Que s’est-il passé ? »</a:t>
            </a:r>
          </a:p>
          <a:p>
            <a:pPr eaLnBrk="1" hangingPunct="1"/>
            <a:endParaRPr lang="fr-FR" altLang="fr-FR" dirty="0">
              <a:latin typeface="Arial" panose="020B0604020202020204" pitchFamily="34" charset="0"/>
            </a:endParaRPr>
          </a:p>
          <a:p>
            <a:pPr eaLnBrk="1" hangingPunct="1"/>
            <a:r>
              <a:rPr lang="fr-FR" altLang="fr-FR" b="1" dirty="0">
                <a:latin typeface="Arial" panose="020B0604020202020204" pitchFamily="34" charset="0"/>
              </a:rPr>
              <a:t>Réponse : </a:t>
            </a:r>
            <a:r>
              <a:rPr lang="fr-FR" altLang="fr-FR" dirty="0">
                <a:latin typeface="Arial" panose="020B0604020202020204" pitchFamily="34" charset="0"/>
              </a:rPr>
              <a:t>plusieurs personnes étaient dans une montgolfière en perdition, pour avoir une chance de sauver la situation, il fallait alléger la nacelle. Après avoir tout jeté, même leurs vêtements, ils ont tiré à courte paille avec les allumettes pour savoir qui passerait par-dessus bord. Notre cadavre est le perdant.</a:t>
            </a:r>
          </a:p>
          <a:p>
            <a:pPr eaLnBrk="1" hangingPunct="1"/>
            <a:endParaRPr lang="fr-FR" altLang="fr-FR" dirty="0">
              <a:latin typeface="Arial" panose="020B0604020202020204" pitchFamily="34" charset="0"/>
            </a:endParaRPr>
          </a:p>
          <a:p>
            <a:pPr>
              <a:buFont typeface="Wingdings" panose="05000000000000000000" pitchFamily="2" charset="2"/>
              <a:buNone/>
            </a:pPr>
            <a:r>
              <a:rPr lang="fr-FR" altLang="fr-FR" b="1" u="sng" dirty="0">
                <a:latin typeface="Arial" panose="020B0604020202020204" pitchFamily="34" charset="0"/>
              </a:rPr>
              <a:t>Consignes de l’animateur : </a:t>
            </a:r>
          </a:p>
          <a:p>
            <a:pPr>
              <a:buFont typeface="Wingdings" panose="05000000000000000000" pitchFamily="2" charset="2"/>
              <a:buNone/>
            </a:pPr>
            <a:r>
              <a:rPr lang="fr-FR" altLang="fr-FR" dirty="0">
                <a:latin typeface="Arial" panose="020B0604020202020204" pitchFamily="34" charset="0"/>
              </a:rPr>
              <a:t>Posez maintenant des questions ouvertes, en CQQCOQP.</a:t>
            </a:r>
          </a:p>
          <a:p>
            <a:pPr>
              <a:buFont typeface="Wingdings" panose="05000000000000000000" pitchFamily="2" charset="2"/>
              <a:buNone/>
            </a:pPr>
            <a:r>
              <a:rPr lang="fr-FR" altLang="fr-FR" dirty="0">
                <a:latin typeface="Arial" panose="020B0604020202020204" pitchFamily="34" charset="0"/>
              </a:rPr>
              <a:t>Grâce aux questions ouvertes, l’énigme n’en sera plus une !</a:t>
            </a:r>
          </a:p>
          <a:p>
            <a:pPr eaLnBrk="1" hangingPunct="1"/>
            <a:endParaRPr lang="fr-FR" altLang="fr-FR" dirty="0">
              <a:latin typeface="Arial" panose="020B0604020202020204" pitchFamily="34" charset="0"/>
            </a:endParaRPr>
          </a:p>
          <a:p>
            <a:pPr>
              <a:buFont typeface="Wingdings" panose="05000000000000000000" pitchFamily="2" charset="2"/>
              <a:buNone/>
            </a:pPr>
            <a:r>
              <a:rPr lang="fr-FR" altLang="fr-FR" b="1" u="sng" dirty="0">
                <a:latin typeface="Arial" panose="020B0604020202020204" pitchFamily="34" charset="0"/>
              </a:rPr>
              <a:t>Débriefing - Messages clés</a:t>
            </a:r>
            <a:r>
              <a:rPr lang="fr-FR" altLang="fr-FR" b="1" dirty="0">
                <a:latin typeface="Arial" panose="020B0604020202020204" pitchFamily="34" charset="0"/>
              </a:rPr>
              <a:t> :</a:t>
            </a:r>
            <a:endParaRPr lang="fr-FR" altLang="fr-FR" dirty="0">
              <a:latin typeface="Arial" panose="020B0604020202020204" pitchFamily="34" charset="0"/>
            </a:endParaRPr>
          </a:p>
          <a:p>
            <a:pPr>
              <a:buFont typeface="Wingdings" panose="05000000000000000000" pitchFamily="2" charset="2"/>
              <a:buNone/>
            </a:pPr>
            <a:r>
              <a:rPr lang="fr-FR" altLang="fr-FR" dirty="0">
                <a:latin typeface="Arial" panose="020B0604020202020204" pitchFamily="34" charset="0"/>
              </a:rPr>
              <a:t>Il faut poser des questions ouvertes pour éviter de :</a:t>
            </a:r>
          </a:p>
          <a:p>
            <a:pPr lvl="1">
              <a:lnSpc>
                <a:spcPct val="80000"/>
              </a:lnSpc>
            </a:pPr>
            <a:r>
              <a:rPr lang="fr-FR" altLang="fr-FR" dirty="0">
                <a:latin typeface="Arial" panose="020B0604020202020204" pitchFamily="34" charset="0"/>
              </a:rPr>
              <a:t>préjuger</a:t>
            </a:r>
          </a:p>
          <a:p>
            <a:pPr lvl="1">
              <a:lnSpc>
                <a:spcPct val="80000"/>
              </a:lnSpc>
            </a:pPr>
            <a:r>
              <a:rPr lang="fr-FR" altLang="fr-FR" dirty="0">
                <a:latin typeface="Arial" panose="020B0604020202020204" pitchFamily="34" charset="0"/>
              </a:rPr>
              <a:t>interpréter</a:t>
            </a:r>
          </a:p>
          <a:p>
            <a:pPr>
              <a:buFont typeface="Wingdings" panose="05000000000000000000" pitchFamily="2" charset="2"/>
              <a:buNone/>
            </a:pPr>
            <a:r>
              <a:rPr lang="fr-FR" altLang="fr-FR" dirty="0">
                <a:latin typeface="Arial" panose="020B0604020202020204" pitchFamily="34" charset="0"/>
              </a:rPr>
              <a:t>Ne pas couper la parole</a:t>
            </a:r>
          </a:p>
          <a:p>
            <a:pPr>
              <a:buFont typeface="Wingdings" panose="05000000000000000000" pitchFamily="2" charset="2"/>
              <a:buNone/>
            </a:pPr>
            <a:r>
              <a:rPr lang="fr-FR" altLang="fr-FR" dirty="0">
                <a:latin typeface="Arial" panose="020B0604020202020204" pitchFamily="34" charset="0"/>
              </a:rPr>
              <a:t>Le CC est responsable de la qualité des réponses du client : A question précise, réponse concise. Le CC dirige l’entretien grâce au questionnement</a:t>
            </a:r>
            <a:endParaRPr lang="fr-FR" dirty="0"/>
          </a:p>
        </p:txBody>
      </p:sp>
      <p:sp>
        <p:nvSpPr>
          <p:cNvPr id="4" name="Espace réservé du numéro de diapositive 3"/>
          <p:cNvSpPr>
            <a:spLocks noGrp="1"/>
          </p:cNvSpPr>
          <p:nvPr>
            <p:ph type="sldNum" sz="quarter" idx="10"/>
          </p:nvPr>
        </p:nvSpPr>
        <p:spPr/>
        <p:txBody>
          <a:bodyPr/>
          <a:lstStyle/>
          <a:p>
            <a:fld id="{FDC47648-1F35-40D7-A7E7-5CB0E4807DEE}" type="slidenum">
              <a:rPr lang="fr-FR" smtClean="0"/>
              <a:t>11</a:t>
            </a:fld>
            <a:endParaRPr lang="fr-FR"/>
          </a:p>
        </p:txBody>
      </p:sp>
    </p:spTree>
    <p:extLst>
      <p:ext uri="{BB962C8B-B14F-4D97-AF65-F5344CB8AC3E}">
        <p14:creationId xmlns:p14="http://schemas.microsoft.com/office/powerpoint/2010/main" val="57617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13</a:t>
            </a:fld>
            <a:endParaRPr lang="fr-FR"/>
          </a:p>
        </p:txBody>
      </p:sp>
    </p:spTree>
    <p:extLst>
      <p:ext uri="{BB962C8B-B14F-4D97-AF65-F5344CB8AC3E}">
        <p14:creationId xmlns:p14="http://schemas.microsoft.com/office/powerpoint/2010/main" val="1689407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14</a:t>
            </a:fld>
            <a:endParaRPr lang="fr-FR"/>
          </a:p>
        </p:txBody>
      </p:sp>
    </p:spTree>
    <p:extLst>
      <p:ext uri="{BB962C8B-B14F-4D97-AF65-F5344CB8AC3E}">
        <p14:creationId xmlns:p14="http://schemas.microsoft.com/office/powerpoint/2010/main" val="269761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15</a:t>
            </a:fld>
            <a:endParaRPr lang="fr-FR"/>
          </a:p>
        </p:txBody>
      </p:sp>
    </p:spTree>
    <p:extLst>
      <p:ext uri="{BB962C8B-B14F-4D97-AF65-F5344CB8AC3E}">
        <p14:creationId xmlns:p14="http://schemas.microsoft.com/office/powerpoint/2010/main" val="3624195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16</a:t>
            </a:fld>
            <a:endParaRPr lang="fr-FR"/>
          </a:p>
        </p:txBody>
      </p:sp>
    </p:spTree>
    <p:extLst>
      <p:ext uri="{BB962C8B-B14F-4D97-AF65-F5344CB8AC3E}">
        <p14:creationId xmlns:p14="http://schemas.microsoft.com/office/powerpoint/2010/main" val="1826445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F" dirty="0"/>
          </a:p>
        </p:txBody>
      </p:sp>
      <p:sp>
        <p:nvSpPr>
          <p:cNvPr id="4" name="Slide Number Placeholder 3"/>
          <p:cNvSpPr>
            <a:spLocks noGrp="1"/>
          </p:cNvSpPr>
          <p:nvPr>
            <p:ph type="sldNum" sz="quarter" idx="5"/>
          </p:nvPr>
        </p:nvSpPr>
        <p:spPr/>
        <p:txBody>
          <a:bodyPr/>
          <a:lstStyle/>
          <a:p>
            <a:fld id="{FDC47648-1F35-40D7-A7E7-5CB0E4807DEE}" type="slidenum">
              <a:rPr lang="fr-FR" smtClean="0"/>
              <a:t>17</a:t>
            </a:fld>
            <a:endParaRPr lang="fr-FR"/>
          </a:p>
        </p:txBody>
      </p:sp>
    </p:spTree>
    <p:extLst>
      <p:ext uri="{BB962C8B-B14F-4D97-AF65-F5344CB8AC3E}">
        <p14:creationId xmlns:p14="http://schemas.microsoft.com/office/powerpoint/2010/main" val="1075971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ltLang="fr-FR" dirty="0">
                <a:latin typeface="Arial" panose="020B0604020202020204" pitchFamily="34" charset="0"/>
                <a:ea typeface="Times New Roman" panose="02020603050405020304" pitchFamily="18" charset="0"/>
                <a:cs typeface="Arial" panose="020B0604020202020204" pitchFamily="34" charset="0"/>
              </a:rPr>
              <a:t>Poser la question aux auditeurs « Quels sont les moyens à votre disposition pour faire passer le sens d’un message ? »</a:t>
            </a:r>
          </a:p>
          <a:p>
            <a:endParaRPr lang="fr-FR" altLang="fr-FR" dirty="0">
              <a:latin typeface="Arial" panose="020B0604020202020204" pitchFamily="34" charset="0"/>
              <a:ea typeface="Times New Roman" panose="02020603050405020304" pitchFamily="18" charset="0"/>
              <a:cs typeface="Arial" panose="020B0604020202020204" pitchFamily="34" charset="0"/>
            </a:endParaRPr>
          </a:p>
          <a:p>
            <a:pPr>
              <a:buFont typeface="Wingdings" panose="05000000000000000000" pitchFamily="2" charset="2"/>
              <a:buNone/>
            </a:pPr>
            <a:r>
              <a:rPr lang="fr-FR" altLang="fr-FR" dirty="0">
                <a:latin typeface="Arial" panose="020B0604020202020204" pitchFamily="34" charset="0"/>
                <a:ea typeface="Times New Roman" panose="02020603050405020304" pitchFamily="18" charset="0"/>
                <a:cs typeface="Arial" panose="020B0604020202020204" pitchFamily="34" charset="0"/>
              </a:rPr>
              <a:t>Les composantes de la communication face-à-face : Verbal / para-verbal / non-verbal </a:t>
            </a:r>
          </a:p>
          <a:p>
            <a:pPr>
              <a:buFont typeface="Wingdings" panose="05000000000000000000" pitchFamily="2" charset="2"/>
              <a:buNone/>
            </a:pPr>
            <a:r>
              <a:rPr lang="fr-FR" altLang="fr-FR" dirty="0">
                <a:latin typeface="Arial" panose="020B0604020202020204" pitchFamily="34" charset="0"/>
                <a:ea typeface="Times New Roman" panose="02020603050405020304" pitchFamily="18" charset="0"/>
                <a:cs typeface="Arial" panose="020B0604020202020204" pitchFamily="34" charset="0"/>
              </a:rPr>
              <a:t>Selon les recherches d’Albert </a:t>
            </a:r>
            <a:r>
              <a:rPr lang="fr-FR" altLang="fr-FR" dirty="0" err="1">
                <a:latin typeface="Arial" panose="020B0604020202020204" pitchFamily="34" charset="0"/>
                <a:ea typeface="Times New Roman" panose="02020603050405020304" pitchFamily="18" charset="0"/>
                <a:cs typeface="Arial" panose="020B0604020202020204" pitchFamily="34" charset="0"/>
              </a:rPr>
              <a:t>Mehrabian</a:t>
            </a:r>
            <a:r>
              <a:rPr lang="fr-FR" altLang="fr-FR" dirty="0">
                <a:latin typeface="Arial" panose="020B0604020202020204" pitchFamily="34" charset="0"/>
                <a:ea typeface="Times New Roman" panose="02020603050405020304" pitchFamily="18" charset="0"/>
                <a:cs typeface="Arial" panose="020B0604020202020204" pitchFamily="34" charset="0"/>
              </a:rPr>
              <a:t> (professeur UCLA)</a:t>
            </a:r>
          </a:p>
          <a:p>
            <a:pPr>
              <a:buFont typeface="Wingdings" panose="05000000000000000000" pitchFamily="2" charset="2"/>
              <a:buNone/>
            </a:pPr>
            <a:endParaRPr lang="fr-FR" altLang="fr-FR" dirty="0">
              <a:latin typeface="Arial" panose="020B0604020202020204" pitchFamily="34" charset="0"/>
              <a:ea typeface="Times New Roman" panose="02020603050405020304" pitchFamily="18" charset="0"/>
              <a:cs typeface="Arial" panose="020B0604020202020204" pitchFamily="34" charset="0"/>
            </a:endParaRPr>
          </a:p>
          <a:p>
            <a:pPr>
              <a:buFont typeface="Wingdings" panose="05000000000000000000" pitchFamily="2" charset="2"/>
              <a:buNone/>
            </a:pPr>
            <a:r>
              <a:rPr lang="fr-FR" altLang="fr-FR" dirty="0">
                <a:latin typeface="Arial" panose="020B0604020202020204" pitchFamily="34" charset="0"/>
                <a:ea typeface="Times New Roman" panose="02020603050405020304" pitchFamily="18" charset="0"/>
                <a:cs typeface="Arial" panose="020B0604020202020204" pitchFamily="34" charset="0"/>
              </a:rPr>
              <a:t>Au téléphone, nous sommes privés du non-verbal, c'est-à-dire de plus de la moitié de la force de notre message. </a:t>
            </a:r>
          </a:p>
          <a:p>
            <a:pPr>
              <a:buFont typeface="Wingdings" panose="05000000000000000000" pitchFamily="2" charset="2"/>
              <a:buNone/>
            </a:pPr>
            <a:r>
              <a:rPr lang="fr-FR" altLang="fr-FR" dirty="0">
                <a:latin typeface="Arial" panose="020B0604020202020204" pitchFamily="34" charset="0"/>
                <a:ea typeface="Times New Roman" panose="02020603050405020304" pitchFamily="18" charset="0"/>
                <a:cs typeface="Arial" panose="020B0604020202020204" pitchFamily="34" charset="0"/>
              </a:rPr>
              <a:t>Il faut donc compenser par le para verbal et le verbal : un ton adapté et des mots choisis. </a:t>
            </a:r>
          </a:p>
          <a:p>
            <a:pPr>
              <a:buFont typeface="Wingdings" panose="05000000000000000000" pitchFamily="2" charset="2"/>
              <a:buNone/>
            </a:pPr>
            <a:endParaRPr lang="fr-FR" altLang="fr-FR" dirty="0">
              <a:latin typeface="Arial" panose="020B0604020202020204" pitchFamily="34" charset="0"/>
              <a:ea typeface="Times New Roman" panose="02020603050405020304" pitchFamily="18" charset="0"/>
              <a:cs typeface="Arial" panose="020B0604020202020204" pitchFamily="34" charset="0"/>
            </a:endParaRPr>
          </a:p>
          <a:p>
            <a:endParaRPr lang="fr-FR" altLang="fr-FR" dirty="0">
              <a:latin typeface="Arial" panose="020B0604020202020204" pitchFamily="34" charset="0"/>
              <a:ea typeface="Times New Roman" panose="02020603050405020304" pitchFamily="18" charset="0"/>
              <a:cs typeface="Arial" panose="020B0604020202020204" pitchFamily="34" charset="0"/>
            </a:endParaRPr>
          </a:p>
          <a:p>
            <a:endParaRPr lang="fr-FR" altLang="fr-FR" dirty="0">
              <a:latin typeface="Arial" panose="020B0604020202020204" pitchFamily="34" charset="0"/>
              <a:ea typeface="Times New Roman" panose="02020603050405020304" pitchFamily="18" charset="0"/>
              <a:cs typeface="Arial" panose="020B0604020202020204" pitchFamily="34" charset="0"/>
            </a:endParaRPr>
          </a:p>
          <a:p>
            <a:endParaRPr lang="fr-FR" dirty="0"/>
          </a:p>
        </p:txBody>
      </p:sp>
      <p:sp>
        <p:nvSpPr>
          <p:cNvPr id="4" name="Espace réservé du numéro de diapositive 3"/>
          <p:cNvSpPr>
            <a:spLocks noGrp="1"/>
          </p:cNvSpPr>
          <p:nvPr>
            <p:ph type="sldNum" sz="quarter" idx="10"/>
          </p:nvPr>
        </p:nvSpPr>
        <p:spPr/>
        <p:txBody>
          <a:bodyPr/>
          <a:lstStyle/>
          <a:p>
            <a:fld id="{FDC47648-1F35-40D7-A7E7-5CB0E4807DEE}" type="slidenum">
              <a:rPr lang="fr-FR" smtClean="0"/>
              <a:t>19</a:t>
            </a:fld>
            <a:endParaRPr lang="fr-FR"/>
          </a:p>
        </p:txBody>
      </p:sp>
    </p:spTree>
    <p:extLst>
      <p:ext uri="{BB962C8B-B14F-4D97-AF65-F5344CB8AC3E}">
        <p14:creationId xmlns:p14="http://schemas.microsoft.com/office/powerpoint/2010/main" val="44495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510337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1808459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3991948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8B1D66B-45DF-42E6-9011-1573228B0083}" type="datetimeFigureOut">
              <a:rPr lang="fr-FR" smtClean="0"/>
              <a:t>31/05/2021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282006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8B1D66B-45DF-42E6-9011-1573228B0083}" type="datetimeFigureOut">
              <a:rPr lang="fr-FR" smtClean="0"/>
              <a:t>31/05/2021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182098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8B1D66B-45DF-42E6-9011-1573228B0083}" type="datetimeFigureOut">
              <a:rPr lang="fr-FR" smtClean="0"/>
              <a:t>31/05/2021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159354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8B1D66B-45DF-42E6-9011-1573228B0083}" type="datetimeFigureOut">
              <a:rPr lang="fr-FR" smtClean="0"/>
              <a:t>31/05/2021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2701793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8B1D66B-45DF-42E6-9011-1573228B0083}" type="datetimeFigureOut">
              <a:rPr lang="fr-FR" smtClean="0"/>
              <a:t>31/05/2021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3492172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8B1D66B-45DF-42E6-9011-1573228B0083}" type="datetimeFigureOut">
              <a:rPr lang="fr-FR" smtClean="0"/>
              <a:t>31/05/2021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354531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1438721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179BBCE-B820-4F84-8E7E-CE1AEF5D3603}" type="slidenum">
              <a:rPr lang="fr-FR" smtClean="0"/>
              <a:t>‹#›</a:t>
            </a:fld>
            <a:endParaRPr lang="fr-FR"/>
          </a:p>
        </p:txBody>
      </p:sp>
    </p:spTree>
    <p:extLst>
      <p:ext uri="{BB962C8B-B14F-4D97-AF65-F5344CB8AC3E}">
        <p14:creationId xmlns:p14="http://schemas.microsoft.com/office/powerpoint/2010/main" val="112763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1D66B-45DF-42E6-9011-1573228B0083}" type="datetimeFigureOut">
              <a:rPr lang="fr-FR" smtClean="0"/>
              <a:t>31/05/2021</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79BBCE-B820-4F84-8E7E-CE1AEF5D3603}" type="slidenum">
              <a:rPr lang="fr-FR" smtClean="0"/>
              <a:t>‹#›</a:t>
            </a:fld>
            <a:endParaRPr lang="fr-FR"/>
          </a:p>
        </p:txBody>
      </p:sp>
    </p:spTree>
    <p:extLst>
      <p:ext uri="{BB962C8B-B14F-4D97-AF65-F5344CB8AC3E}">
        <p14:creationId xmlns:p14="http://schemas.microsoft.com/office/powerpoint/2010/main" val="199816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chnofaq.org/posts/2015/10/should-you-hire-an-answering-service/"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nc-sa/3.0/"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ceriomarketing.com/2016/02/13/discurso-de-steve-jobs-en-la-universidad-de-stanford-en-2005/"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reussite-etudes.fr/comment-travailler-regulierement-definir-objectif-clair-motivant-atteindr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ro.wikipedia.org/wiki/Vivendi"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infoaut.org/approfondimenti/guardando-malta-da-un-call-cent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technofaq.org/posts/2020/06/call-center-analytics-and-how-it-can-transform-the-business/"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hyperlink" Target="https://creativecommons.org/licenses/by-sa/3.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commons.wikimedia.org/wiki/File:Oxygen480-emotes-face-smile-big.svg" TargetMode="External"/><Relationship Id="rId5" Type="http://schemas.openxmlformats.org/officeDocument/2006/relationships/image" Target="../media/image9.png"/><Relationship Id="rId4" Type="http://schemas.openxmlformats.org/officeDocument/2006/relationships/hyperlink" Target="https://www.diggita.it/story.php?title=Chi_mi_chiama_da_questo_numero_07751543766"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free-png.gisoft.ca/Arrows.html"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eoi.es/blogs/imsd/project-management-why-do-projects-fail/" TargetMode="External"/><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eoi.es/blogs/veronicarecanati/2013/02/10/project-management-why-do-projects-fai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en.wikipedia.org/wiki/File:Error.sv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masqofertasdeempleo.com/ofertas-empleo/ofertas-de-empleo-en-alicante-teleoperadore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freepngimg.com/png/53654-good-png-image-high-quality"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henrikaufman.typepad.com/et_si_lon_parlait_marketi/2013/01/un-peu-p%C3%A9remptoire-larticle-de-la-tribune-les-5-tendances-%C3%A0-%C3%A9viter-en-2013.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slidewiki.org/deck/101418/to-make-attractive-fan-page-use-facebook-phone-number-1-877-350-8878/slide/654918-1/" TargetMode="External"/><Relationship Id="rId2" Type="http://schemas.openxmlformats.org/officeDocument/2006/relationships/image" Target="../media/image36.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whatsnext.nuance.com/connected-living/auto-voice-biometrics-technology" TargetMode="External"/><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oodfreephotos.com/people/woman-wearing-a-microphone-at-the-call-center.jpg.php" TargetMode="External"/><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person, outdoor&#10;&#10;Description automatically generated">
            <a:extLst>
              <a:ext uri="{FF2B5EF4-FFF2-40B4-BE49-F238E27FC236}">
                <a16:creationId xmlns:a16="http://schemas.microsoft.com/office/drawing/2014/main" id="{0B7493A2-5054-46FE-BE12-A0DFCD30AC3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8288" r="23585" b="802"/>
          <a:stretch/>
        </p:blipFill>
        <p:spPr>
          <a:xfrm>
            <a:off x="3523488" y="-100018"/>
            <a:ext cx="8668512" cy="6857990"/>
          </a:xfrm>
          <a:prstGeom prst="rect">
            <a:avLst/>
          </a:prstGeom>
        </p:spPr>
      </p:pic>
      <p:sp>
        <p:nvSpPr>
          <p:cNvPr id="19"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ctrTitle"/>
          </p:nvPr>
        </p:nvSpPr>
        <p:spPr>
          <a:xfrm>
            <a:off x="331126" y="3429000"/>
            <a:ext cx="7044033" cy="652591"/>
          </a:xfrm>
        </p:spPr>
        <p:txBody>
          <a:bodyPr anchor="b">
            <a:normAutofit/>
          </a:bodyPr>
          <a:lstStyle/>
          <a:p>
            <a:pPr algn="l"/>
            <a:r>
              <a:rPr lang="fr-FR" sz="4000" b="1" dirty="0"/>
              <a:t>TECHNIQUE DE PRISE EN CHARGE</a:t>
            </a:r>
          </a:p>
        </p:txBody>
      </p:sp>
      <p:sp>
        <p:nvSpPr>
          <p:cNvPr id="20"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ZoneTexte 2"/>
          <p:cNvSpPr txBox="1"/>
          <p:nvPr/>
        </p:nvSpPr>
        <p:spPr>
          <a:xfrm>
            <a:off x="0" y="896176"/>
            <a:ext cx="10568066" cy="1646605"/>
          </a:xfrm>
          <a:prstGeom prst="rect">
            <a:avLst/>
          </a:prstGeom>
          <a:noFill/>
        </p:spPr>
        <p:txBody>
          <a:bodyPr wrap="square" rtlCol="0">
            <a:spAutoFit/>
          </a:bodyPr>
          <a:lstStyle/>
          <a:p>
            <a:pPr algn="ctr">
              <a:spcAft>
                <a:spcPts val="600"/>
              </a:spcAft>
            </a:pPr>
            <a:r>
              <a:rPr lang="fr-FR" sz="4800" b="1" dirty="0">
                <a:latin typeface="+mj-lt"/>
                <a:ea typeface="+mj-ea"/>
                <a:cs typeface="+mj-cs"/>
              </a:rPr>
              <a:t>EXCELLENCE RELATIONNELLE</a:t>
            </a:r>
          </a:p>
          <a:p>
            <a:pPr algn="ctr">
              <a:spcAft>
                <a:spcPts val="600"/>
              </a:spcAft>
            </a:pPr>
            <a:r>
              <a:rPr lang="fr-FR" sz="4800" b="1" dirty="0">
                <a:latin typeface="+mj-lt"/>
                <a:ea typeface="+mj-ea"/>
                <a:cs typeface="+mj-cs"/>
              </a:rPr>
              <a:t> ONE AND DONE</a:t>
            </a:r>
            <a:r>
              <a:rPr lang="fr-FR" sz="4800" dirty="0"/>
              <a:t> </a:t>
            </a:r>
          </a:p>
        </p:txBody>
      </p:sp>
      <p:sp>
        <p:nvSpPr>
          <p:cNvPr id="6" name="TextBox 5">
            <a:extLst>
              <a:ext uri="{FF2B5EF4-FFF2-40B4-BE49-F238E27FC236}">
                <a16:creationId xmlns:a16="http://schemas.microsoft.com/office/drawing/2014/main" id="{04FE7D20-8295-470E-8E0C-B0E0A3D828EC}"/>
              </a:ext>
            </a:extLst>
          </p:cNvPr>
          <p:cNvSpPr txBox="1"/>
          <p:nvPr/>
        </p:nvSpPr>
        <p:spPr>
          <a:xfrm>
            <a:off x="9751909" y="6657945"/>
            <a:ext cx="2440091" cy="200055"/>
          </a:xfrm>
          <a:prstGeom prst="rect">
            <a:avLst/>
          </a:prstGeom>
          <a:solidFill>
            <a:srgbClr val="000000"/>
          </a:solidFill>
        </p:spPr>
        <p:txBody>
          <a:bodyPr wrap="none" rtlCol="0">
            <a:spAutoFit/>
          </a:bodyPr>
          <a:lstStyle/>
          <a:p>
            <a:pPr algn="r">
              <a:spcAft>
                <a:spcPts val="600"/>
              </a:spcAft>
            </a:pPr>
            <a:r>
              <a:rPr lang="fr-BF" sz="700">
                <a:solidFill>
                  <a:srgbClr val="FFFFFF"/>
                </a:solidFill>
                <a:hlinkClick r:id="rId3" tooltip="https://technofaq.org/posts/2015/10/should-you-hire-an-answering-service/">
                  <a:extLst>
                    <a:ext uri="{A12FA001-AC4F-418D-AE19-62706E023703}">
                      <ahyp:hlinkClr xmlns:ahyp="http://schemas.microsoft.com/office/drawing/2018/hyperlinkcolor" val="tx"/>
                    </a:ext>
                  </a:extLst>
                </a:hlinkClick>
              </a:rPr>
              <a:t>This Photo</a:t>
            </a:r>
            <a:r>
              <a:rPr lang="fr-BF" sz="700">
                <a:solidFill>
                  <a:srgbClr val="FFFFFF"/>
                </a:solidFill>
              </a:rPr>
              <a:t> by Unknown Author is licensed under </a:t>
            </a:r>
            <a:r>
              <a:rPr lang="fr-BF"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fr-BF" sz="700">
              <a:solidFill>
                <a:srgbClr val="FFFFFF"/>
              </a:solidFill>
            </a:endParaRPr>
          </a:p>
        </p:txBody>
      </p:sp>
    </p:spTree>
    <p:extLst>
      <p:ext uri="{BB962C8B-B14F-4D97-AF65-F5344CB8AC3E}">
        <p14:creationId xmlns:p14="http://schemas.microsoft.com/office/powerpoint/2010/main" val="2414735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person, person, glasses, indoor&#10;&#10;Description automatically generated">
            <a:extLst>
              <a:ext uri="{FF2B5EF4-FFF2-40B4-BE49-F238E27FC236}">
                <a16:creationId xmlns:a16="http://schemas.microsoft.com/office/drawing/2014/main" id="{DD081959-69ED-4D2B-85D2-A95EFE8D625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9091" r="13529" b="-2"/>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0" y="1327426"/>
            <a:ext cx="6014585" cy="4687040"/>
          </a:xfrm>
        </p:spPr>
        <p:txBody>
          <a:bodyPr anchor="t">
            <a:normAutofit/>
          </a:bodyPr>
          <a:lstStyle/>
          <a:p>
            <a:pPr marL="0" indent="0" algn="ctr">
              <a:buNone/>
            </a:pPr>
            <a:r>
              <a:rPr lang="fr-FR" sz="1400" dirty="0">
                <a:latin typeface="BalanineSerial" panose="00000400000000000000" pitchFamily="2" charset="0"/>
              </a:rPr>
              <a:t>      </a:t>
            </a:r>
          </a:p>
          <a:p>
            <a:pPr marL="0" indent="0" algn="ctr">
              <a:buNone/>
            </a:pPr>
            <a:r>
              <a:rPr lang="fr-FR" sz="1400" dirty="0">
                <a:latin typeface="BalanineSerial" panose="00000400000000000000" pitchFamily="2" charset="0"/>
              </a:rPr>
              <a:t>             </a:t>
            </a:r>
            <a:endParaRPr lang="fr-FR" sz="1400" b="1" dirty="0">
              <a:latin typeface="BalanineSerial" panose="00000400000000000000" pitchFamily="2" charset="0"/>
            </a:endParaRPr>
          </a:p>
          <a:p>
            <a:pPr marL="0" indent="0" algn="ctr">
              <a:buNone/>
            </a:pPr>
            <a:r>
              <a:rPr lang="fr-FR" sz="3200" b="1" dirty="0"/>
              <a:t>  STEVE JOBS disait : </a:t>
            </a:r>
          </a:p>
          <a:p>
            <a:pPr marL="0" indent="0" algn="ctr">
              <a:buNone/>
            </a:pPr>
            <a:r>
              <a:rPr lang="fr-FR" sz="2400" dirty="0"/>
              <a:t>«» Le succès d’une entreprise dépend de sa capacité à bâtir quelque chose de durable avec l’expérience client au cœur de sa stratégie. L’idée n’est pas de prendre la technologie, d’inventer des choses et de se demander ce qu’on peut faire avec, mais de partir des besoins et expériences des clients et voir comment utiliser la technologie pour y trouver des solutions </a:t>
            </a:r>
          </a:p>
          <a:p>
            <a:pPr marL="0" indent="0" algn="ctr">
              <a:buNone/>
            </a:pPr>
            <a:endParaRPr lang="fr-FR" sz="1400" dirty="0"/>
          </a:p>
        </p:txBody>
      </p:sp>
      <p:sp>
        <p:nvSpPr>
          <p:cNvPr id="11" name="TextBox 10">
            <a:extLst>
              <a:ext uri="{FF2B5EF4-FFF2-40B4-BE49-F238E27FC236}">
                <a16:creationId xmlns:a16="http://schemas.microsoft.com/office/drawing/2014/main" id="{54789E87-83EB-4390-A392-645A5A5A55C5}"/>
              </a:ext>
            </a:extLst>
          </p:cNvPr>
          <p:cNvSpPr txBox="1"/>
          <p:nvPr/>
        </p:nvSpPr>
        <p:spPr>
          <a:xfrm>
            <a:off x="10005184" y="6657945"/>
            <a:ext cx="2186816" cy="200055"/>
          </a:xfrm>
          <a:prstGeom prst="rect">
            <a:avLst/>
          </a:prstGeom>
          <a:solidFill>
            <a:srgbClr val="000000"/>
          </a:solidFill>
        </p:spPr>
        <p:txBody>
          <a:bodyPr wrap="none" rtlCol="0">
            <a:spAutoFit/>
          </a:bodyPr>
          <a:lstStyle/>
          <a:p>
            <a:pPr algn="r">
              <a:spcAft>
                <a:spcPts val="600"/>
              </a:spcAft>
            </a:pPr>
            <a:r>
              <a:rPr lang="fr-BF" sz="700">
                <a:solidFill>
                  <a:srgbClr val="FFFFFF"/>
                </a:solidFill>
                <a:hlinkClick r:id="rId3" tooltip="http://ceriomarketing.com/2016/02/13/discurso-de-steve-jobs-en-la-universidad-de-stanford-en-2005/">
                  <a:extLst>
                    <a:ext uri="{A12FA001-AC4F-418D-AE19-62706E023703}">
                      <ahyp:hlinkClr xmlns:ahyp="http://schemas.microsoft.com/office/drawing/2018/hyperlinkcolor" val="tx"/>
                    </a:ext>
                  </a:extLst>
                </a:hlinkClick>
              </a:rPr>
              <a:t>This Photo</a:t>
            </a:r>
            <a:r>
              <a:rPr lang="fr-BF" sz="700">
                <a:solidFill>
                  <a:srgbClr val="FFFFFF"/>
                </a:solidFill>
              </a:rPr>
              <a:t> by Unknown Author is licensed under </a:t>
            </a:r>
            <a:r>
              <a:rPr lang="fr-BF"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fr-BF" sz="700">
              <a:solidFill>
                <a:srgbClr val="FFFFFF"/>
              </a:solidFill>
            </a:endParaRPr>
          </a:p>
        </p:txBody>
      </p:sp>
    </p:spTree>
    <p:extLst>
      <p:ext uri="{BB962C8B-B14F-4D97-AF65-F5344CB8AC3E}">
        <p14:creationId xmlns:p14="http://schemas.microsoft.com/office/powerpoint/2010/main" val="229991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24528EB-E8B6-4C12-8A03-25E58E1B744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15944"/>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371093" y="1161288"/>
            <a:ext cx="4980395" cy="1124712"/>
          </a:xfrm>
        </p:spPr>
        <p:txBody>
          <a:bodyPr anchor="b">
            <a:normAutofit/>
          </a:bodyPr>
          <a:lstStyle/>
          <a:p>
            <a:pPr algn="ctr"/>
            <a:r>
              <a:rPr lang="fr-FR" sz="3200" b="1" dirty="0"/>
              <a:t>OBJECTIF DE LA FORMATION</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371093" y="2718054"/>
            <a:ext cx="7019057" cy="3207258"/>
          </a:xfrm>
        </p:spPr>
        <p:txBody>
          <a:bodyPr anchor="t">
            <a:normAutofit fontScale="92500" lnSpcReduction="20000"/>
          </a:bodyPr>
          <a:lstStyle/>
          <a:p>
            <a:endParaRPr lang="fr-FR" altLang="fr-FR" sz="1400" dirty="0"/>
          </a:p>
          <a:p>
            <a:pPr>
              <a:buFont typeface="Wingdings" panose="05000000000000000000" pitchFamily="2" charset="2"/>
              <a:buChar char="q"/>
            </a:pPr>
            <a:r>
              <a:rPr lang="fr-FR" altLang="fr-FR" sz="2000" dirty="0"/>
              <a:t>CONNAITRE SON ENTREPRISE </a:t>
            </a:r>
          </a:p>
          <a:p>
            <a:pPr>
              <a:buFont typeface="Wingdings" panose="05000000000000000000" pitchFamily="2" charset="2"/>
              <a:buChar char="q"/>
            </a:pPr>
            <a:endParaRPr lang="fr-FR" altLang="fr-FR" sz="2000" dirty="0"/>
          </a:p>
          <a:p>
            <a:pPr>
              <a:buFont typeface="Wingdings" panose="05000000000000000000" pitchFamily="2" charset="2"/>
              <a:buChar char="q"/>
            </a:pPr>
            <a:r>
              <a:rPr lang="fr-FR" altLang="fr-FR" sz="2000" dirty="0"/>
              <a:t>MAITRISER LES DIFFÉRENTES ÉTAPES DE LA PRISE EN CHARGE DE LA CLIENTÈLE </a:t>
            </a:r>
          </a:p>
          <a:p>
            <a:pPr>
              <a:buFont typeface="Wingdings" panose="05000000000000000000" pitchFamily="2" charset="2"/>
              <a:buChar char="q"/>
            </a:pPr>
            <a:endParaRPr lang="fr-FR" altLang="fr-FR" sz="2000" dirty="0"/>
          </a:p>
          <a:p>
            <a:pPr>
              <a:buFont typeface="Wingdings" panose="05000000000000000000" pitchFamily="2" charset="2"/>
              <a:buChar char="q"/>
            </a:pPr>
            <a:r>
              <a:rPr lang="fr-FR" altLang="fr-FR" sz="2000" dirty="0"/>
              <a:t>ADOPTER LES BONNES PRATIQUES EN MATIÈRE DE CLIENT ATTITUDE</a:t>
            </a:r>
          </a:p>
          <a:p>
            <a:pPr>
              <a:buFont typeface="Wingdings" panose="05000000000000000000" pitchFamily="2" charset="2"/>
              <a:buChar char="q"/>
            </a:pPr>
            <a:endParaRPr lang="fr-FR" altLang="fr-FR" sz="2000" dirty="0"/>
          </a:p>
          <a:p>
            <a:pPr>
              <a:buFont typeface="Wingdings" panose="05000000000000000000" pitchFamily="2" charset="2"/>
              <a:buChar char="q"/>
            </a:pPr>
            <a:r>
              <a:rPr lang="fr-FR" altLang="fr-FR" sz="2000" dirty="0"/>
              <a:t>AMÉLIORER LES TECHNIQUES EN MATIÈRE D’EXPRESSION ORALE</a:t>
            </a:r>
          </a:p>
          <a:p>
            <a:pPr marL="0" indent="0">
              <a:buNone/>
            </a:pPr>
            <a:endParaRPr lang="fr-FR" altLang="fr-FR" sz="1400" dirty="0"/>
          </a:p>
        </p:txBody>
      </p:sp>
      <p:sp>
        <p:nvSpPr>
          <p:cNvPr id="6" name="TextBox 5">
            <a:extLst>
              <a:ext uri="{FF2B5EF4-FFF2-40B4-BE49-F238E27FC236}">
                <a16:creationId xmlns:a16="http://schemas.microsoft.com/office/drawing/2014/main" id="{C59E4B4A-CEFD-4077-8C35-3D9678F9D372}"/>
              </a:ext>
            </a:extLst>
          </p:cNvPr>
          <p:cNvSpPr txBox="1"/>
          <p:nvPr/>
        </p:nvSpPr>
        <p:spPr>
          <a:xfrm>
            <a:off x="12007270" y="6657945"/>
            <a:ext cx="184730"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317883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10;&#10;Description automatically generated">
            <a:extLst>
              <a:ext uri="{FF2B5EF4-FFF2-40B4-BE49-F238E27FC236}">
                <a16:creationId xmlns:a16="http://schemas.microsoft.com/office/drawing/2014/main" id="{4857AD1D-1DFB-4828-8ABE-0E17A1B2483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7846" y="296238"/>
            <a:ext cx="7548950" cy="1623023"/>
          </a:xfrm>
          <a:prstGeom prst="rect">
            <a:avLst/>
          </a:prstGeom>
        </p:spPr>
      </p:pic>
      <p:sp>
        <p:nvSpPr>
          <p:cNvPr id="3" name="Espace réservé du contenu 2">
            <a:extLst>
              <a:ext uri="{FF2B5EF4-FFF2-40B4-BE49-F238E27FC236}">
                <a16:creationId xmlns:a16="http://schemas.microsoft.com/office/drawing/2014/main" id="{4BC6B9DD-75CF-4FB1-BD77-093518CF0278}"/>
              </a:ext>
            </a:extLst>
          </p:cNvPr>
          <p:cNvSpPr>
            <a:spLocks noGrp="1"/>
          </p:cNvSpPr>
          <p:nvPr>
            <p:ph idx="1"/>
          </p:nvPr>
        </p:nvSpPr>
        <p:spPr>
          <a:xfrm>
            <a:off x="329784" y="3777522"/>
            <a:ext cx="11024017" cy="2505644"/>
          </a:xfrm>
        </p:spPr>
        <p:txBody>
          <a:bodyPr anchor="ctr">
            <a:normAutofit/>
          </a:bodyPr>
          <a:lstStyle/>
          <a:p>
            <a:pPr marL="0" indent="0">
              <a:buNone/>
            </a:pPr>
            <a:r>
              <a:rPr lang="fr-FR" sz="2000" dirty="0">
                <a:latin typeface="Helvetica" panose="020B0604020202020204" pitchFamily="34" charset="0"/>
                <a:cs typeface="Helvetica" panose="020B0604020202020204" pitchFamily="34" charset="0"/>
              </a:rPr>
              <a:t>GVA, filiale du groupe Vivendi, est un </a:t>
            </a:r>
            <a:r>
              <a:rPr lang="fr-FR" sz="2000" b="1" dirty="0">
                <a:latin typeface="Helvetica" panose="020B0604020202020204" pitchFamily="34" charset="0"/>
                <a:cs typeface="Helvetica" panose="020B0604020202020204" pitchFamily="34" charset="0"/>
              </a:rPr>
              <a:t>opérateur télécom</a:t>
            </a:r>
            <a:r>
              <a:rPr lang="fr-FR" sz="2000" dirty="0">
                <a:latin typeface="Helvetica" panose="020B0604020202020204" pitchFamily="34" charset="0"/>
                <a:cs typeface="Helvetica" panose="020B0604020202020204" pitchFamily="34" charset="0"/>
              </a:rPr>
              <a:t> spécialisé dans la fourniture d’accès </a:t>
            </a:r>
            <a:r>
              <a:rPr lang="fr-FR" sz="2000" b="1" dirty="0">
                <a:latin typeface="Helvetica" panose="020B0604020202020204" pitchFamily="34" charset="0"/>
                <a:cs typeface="Helvetica" panose="020B0604020202020204" pitchFamily="34" charset="0"/>
              </a:rPr>
              <a:t>internet Très Haut Débit </a:t>
            </a:r>
            <a:r>
              <a:rPr lang="fr-FR" sz="2000" dirty="0">
                <a:latin typeface="Helvetica" panose="020B0604020202020204" pitchFamily="34" charset="0"/>
                <a:cs typeface="Helvetica" panose="020B0604020202020204" pitchFamily="34" charset="0"/>
              </a:rPr>
              <a:t>en </a:t>
            </a:r>
            <a:r>
              <a:rPr lang="fr-FR" sz="2000" b="1" dirty="0">
                <a:latin typeface="Helvetica" panose="020B0604020202020204" pitchFamily="34" charset="0"/>
                <a:cs typeface="Helvetica" panose="020B0604020202020204" pitchFamily="34" charset="0"/>
              </a:rPr>
              <a:t>Afrique</a:t>
            </a:r>
            <a:r>
              <a:rPr lang="fr-FR" sz="2000" dirty="0">
                <a:latin typeface="Helvetica" panose="020B0604020202020204" pitchFamily="34" charset="0"/>
                <a:cs typeface="Helvetica" panose="020B0604020202020204" pitchFamily="34" charset="0"/>
              </a:rPr>
              <a:t>. </a:t>
            </a:r>
          </a:p>
          <a:p>
            <a:pPr marL="0" indent="0">
              <a:buNone/>
            </a:pPr>
            <a:r>
              <a:rPr lang="fr-FR" sz="2000" dirty="0">
                <a:latin typeface="Helvetica" panose="020B0604020202020204" pitchFamily="34" charset="0"/>
                <a:cs typeface="Helvetica" panose="020B0604020202020204" pitchFamily="34" charset="0"/>
              </a:rPr>
              <a:t>GVA a vu le jour </a:t>
            </a:r>
            <a:r>
              <a:rPr lang="fr-FR" sz="2000" b="1" dirty="0">
                <a:latin typeface="Helvetica" panose="020B0604020202020204" pitchFamily="34" charset="0"/>
                <a:cs typeface="Helvetica" panose="020B0604020202020204" pitchFamily="34" charset="0"/>
              </a:rPr>
              <a:t>en 2015 </a:t>
            </a:r>
            <a:r>
              <a:rPr lang="fr-FR" sz="2000" dirty="0">
                <a:latin typeface="Helvetica" panose="020B0604020202020204" pitchFamily="34" charset="0"/>
                <a:cs typeface="Helvetica" panose="020B0604020202020204" pitchFamily="34" charset="0"/>
              </a:rPr>
              <a:t>et est implanté  dans </a:t>
            </a:r>
            <a:r>
              <a:rPr lang="fr-FR" sz="2000" b="1" dirty="0">
                <a:latin typeface="Helvetica" panose="020B0604020202020204" pitchFamily="34" charset="0"/>
                <a:cs typeface="Helvetica" panose="020B0604020202020204" pitchFamily="34" charset="0"/>
              </a:rPr>
              <a:t>6 pays </a:t>
            </a:r>
            <a:r>
              <a:rPr lang="fr-FR" sz="2000" dirty="0">
                <a:latin typeface="Helvetica" panose="020B0604020202020204" pitchFamily="34" charset="0"/>
                <a:cs typeface="Helvetica" panose="020B0604020202020204" pitchFamily="34" charset="0"/>
              </a:rPr>
              <a:t>d’Afrique.</a:t>
            </a:r>
          </a:p>
          <a:p>
            <a:pPr marL="0" indent="0">
              <a:buNone/>
            </a:pPr>
            <a:r>
              <a:rPr lang="fr-FR" sz="2000" dirty="0">
                <a:latin typeface="Helvetica" panose="020B0604020202020204" pitchFamily="34" charset="0"/>
                <a:cs typeface="Helvetica" panose="020B0604020202020204" pitchFamily="34" charset="0"/>
              </a:rPr>
              <a:t>Gabon, Togo, Rwanda, Congo, Cote d’ivoire, Burkina Faso.</a:t>
            </a:r>
          </a:p>
          <a:p>
            <a:pPr marL="0" indent="0">
              <a:buNone/>
            </a:pPr>
            <a:r>
              <a:rPr lang="fr-FR" sz="2000" dirty="0">
                <a:latin typeface="Helvetica" panose="020B0604020202020204" pitchFamily="34" charset="0"/>
                <a:cs typeface="Helvetica" panose="020B0604020202020204" pitchFamily="34" charset="0"/>
              </a:rPr>
              <a:t>L’objectif de GVA est de devenir le </a:t>
            </a:r>
            <a:r>
              <a:rPr lang="fr-FR" sz="2000" b="1" dirty="0">
                <a:latin typeface="Helvetica" panose="020B0604020202020204" pitchFamily="34" charset="0"/>
                <a:cs typeface="Helvetica" panose="020B0604020202020204" pitchFamily="34" charset="0"/>
              </a:rPr>
              <a:t>1</a:t>
            </a:r>
            <a:r>
              <a:rPr lang="fr-FR" sz="2000" b="1" baseline="30000" dirty="0">
                <a:latin typeface="Helvetica" panose="020B0604020202020204" pitchFamily="34" charset="0"/>
                <a:cs typeface="Helvetica" panose="020B0604020202020204" pitchFamily="34" charset="0"/>
              </a:rPr>
              <a:t>er</a:t>
            </a:r>
            <a:r>
              <a:rPr lang="fr-FR" sz="2000" b="1" dirty="0">
                <a:latin typeface="Helvetica" panose="020B0604020202020204" pitchFamily="34" charset="0"/>
                <a:cs typeface="Helvetica" panose="020B0604020202020204" pitchFamily="34" charset="0"/>
              </a:rPr>
              <a:t> fournisseur d’internet en Afrique</a:t>
            </a:r>
            <a:r>
              <a:rPr lang="fr-FR" sz="2000" dirty="0">
                <a:latin typeface="Helvetica" panose="020B0604020202020204" pitchFamily="34" charset="0"/>
                <a:cs typeface="Helvetica" panose="020B0604020202020204" pitchFamily="34" charset="0"/>
              </a:rPr>
              <a:t>.</a:t>
            </a:r>
          </a:p>
          <a:p>
            <a:pPr marL="0" indent="0">
              <a:buNone/>
            </a:pPr>
            <a:r>
              <a:rPr lang="fr-FR" sz="2000" dirty="0">
                <a:latin typeface="Helvetica" panose="020B0604020202020204" pitchFamily="34" charset="0"/>
                <a:cs typeface="Helvetica" panose="020B0604020202020204" pitchFamily="34" charset="0"/>
              </a:rPr>
              <a:t>Notre mission est de rendre le haut débit accessible à tous en Afrique </a:t>
            </a:r>
          </a:p>
          <a:p>
            <a:endParaRPr lang="fr-BF" sz="1400" dirty="0"/>
          </a:p>
        </p:txBody>
      </p:sp>
      <p:sp>
        <p:nvSpPr>
          <p:cNvPr id="6" name="TextBox 5">
            <a:extLst>
              <a:ext uri="{FF2B5EF4-FFF2-40B4-BE49-F238E27FC236}">
                <a16:creationId xmlns:a16="http://schemas.microsoft.com/office/drawing/2014/main" id="{98DB15A2-57D7-4186-8BCF-B225A2171BFB}"/>
              </a:ext>
            </a:extLst>
          </p:cNvPr>
          <p:cNvSpPr txBox="1"/>
          <p:nvPr/>
        </p:nvSpPr>
        <p:spPr>
          <a:xfrm>
            <a:off x="3609819" y="5498720"/>
            <a:ext cx="4762500" cy="230832"/>
          </a:xfrm>
          <a:prstGeom prst="rect">
            <a:avLst/>
          </a:prstGeom>
          <a:noFill/>
        </p:spPr>
        <p:txBody>
          <a:bodyPr wrap="square" rtlCol="0">
            <a:spAutoFit/>
          </a:bodyPr>
          <a:lstStyle/>
          <a:p>
            <a:endParaRPr lang="fr-BF" sz="900" dirty="0"/>
          </a:p>
        </p:txBody>
      </p:sp>
      <p:pic>
        <p:nvPicPr>
          <p:cNvPr id="8" name="Picture 7" descr="Graphical user interface&#10;&#10;Description automatically generated">
            <a:extLst>
              <a:ext uri="{FF2B5EF4-FFF2-40B4-BE49-F238E27FC236}">
                <a16:creationId xmlns:a16="http://schemas.microsoft.com/office/drawing/2014/main" id="{FA1B67CA-1719-472E-9E96-FBCCA756C4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402" y="1573326"/>
            <a:ext cx="3106399" cy="1963761"/>
          </a:xfrm>
          <a:prstGeom prst="rect">
            <a:avLst/>
          </a:prstGeom>
        </p:spPr>
      </p:pic>
    </p:spTree>
    <p:extLst>
      <p:ext uri="{BB962C8B-B14F-4D97-AF65-F5344CB8AC3E}">
        <p14:creationId xmlns:p14="http://schemas.microsoft.com/office/powerpoint/2010/main" val="2319501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person, posing&#10;&#10;Description automatically generated">
            <a:extLst>
              <a:ext uri="{FF2B5EF4-FFF2-40B4-BE49-F238E27FC236}">
                <a16:creationId xmlns:a16="http://schemas.microsoft.com/office/drawing/2014/main" id="{26091C26-77FB-4C00-AFFC-BB15D6E83B18}"/>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774" r="22525" b="9091"/>
          <a:stretch/>
        </p:blipFill>
        <p:spPr>
          <a:xfrm>
            <a:off x="3366702" y="10"/>
            <a:ext cx="8825297"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C37394E-8C46-46D0-A92A-5752A2AB0B52}"/>
              </a:ext>
            </a:extLst>
          </p:cNvPr>
          <p:cNvSpPr>
            <a:spLocks noGrp="1"/>
          </p:cNvSpPr>
          <p:nvPr>
            <p:ph type="title"/>
          </p:nvPr>
        </p:nvSpPr>
        <p:spPr>
          <a:xfrm>
            <a:off x="85953" y="1154559"/>
            <a:ext cx="4515700" cy="605662"/>
          </a:xfrm>
        </p:spPr>
        <p:txBody>
          <a:bodyPr anchor="b">
            <a:normAutofit/>
          </a:bodyPr>
          <a:lstStyle/>
          <a:p>
            <a:pPr algn="ctr"/>
            <a:r>
              <a:rPr lang="fr-FR" sz="3200" b="1" dirty="0"/>
              <a:t>RELATION CLIENT</a:t>
            </a:r>
            <a:endParaRPr lang="fr-BF" sz="3200" b="1"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FDC5B6AF-69CF-4F7C-BEAE-4624FEF5BD06}"/>
              </a:ext>
            </a:extLst>
          </p:cNvPr>
          <p:cNvSpPr>
            <a:spLocks noGrp="1"/>
          </p:cNvSpPr>
          <p:nvPr>
            <p:ph idx="1"/>
          </p:nvPr>
        </p:nvSpPr>
        <p:spPr>
          <a:xfrm>
            <a:off x="85953" y="2756243"/>
            <a:ext cx="6010047" cy="3798138"/>
          </a:xfrm>
        </p:spPr>
        <p:txBody>
          <a:bodyPr anchor="t">
            <a:normAutofit fontScale="92500" lnSpcReduction="10000"/>
          </a:bodyPr>
          <a:lstStyle/>
          <a:p>
            <a:pPr marL="0" indent="0" algn="just">
              <a:buNone/>
            </a:pPr>
            <a:r>
              <a:rPr lang="fr-FR" sz="2400" b="0" i="0" dirty="0">
                <a:effectLst/>
                <a:latin typeface="AdelleSansSAGE"/>
              </a:rPr>
              <a:t>La relation client, est un terme qui englobe toutes les tâches de gestion qui impliquent les interactions avec le client. De la prospection jusqu’au service après-vente, en passant par le pilotage des missions, la relation client est au centre de l’activité de toute entreprise. Les commerces mettent en avant la qualité de leur service client en tant que valeur ajoutée. L’accompagnement fait partie des facteurs de fidélisation que les entrepreneurs considèrent très sérieusement. Une relation client optimisée et qualitative est la clef pour la pérennité d’une activité.</a:t>
            </a:r>
            <a:endParaRPr lang="fr-FR" sz="2400" dirty="0"/>
          </a:p>
          <a:p>
            <a:endParaRPr lang="fr-BF" sz="1400" dirty="0"/>
          </a:p>
        </p:txBody>
      </p:sp>
      <p:sp>
        <p:nvSpPr>
          <p:cNvPr id="6" name="TextBox 5">
            <a:extLst>
              <a:ext uri="{FF2B5EF4-FFF2-40B4-BE49-F238E27FC236}">
                <a16:creationId xmlns:a16="http://schemas.microsoft.com/office/drawing/2014/main" id="{38BDFF8C-91CC-4500-B48F-A3B7B8D6D809}"/>
              </a:ext>
            </a:extLst>
          </p:cNvPr>
          <p:cNvSpPr txBox="1"/>
          <p:nvPr/>
        </p:nvSpPr>
        <p:spPr>
          <a:xfrm flipH="1">
            <a:off x="12192000" y="6657945"/>
            <a:ext cx="128826" cy="200045"/>
          </a:xfrm>
          <a:prstGeom prst="rect">
            <a:avLst/>
          </a:prstGeom>
          <a:solidFill>
            <a:srgbClr val="000000"/>
          </a:solidFill>
        </p:spPr>
        <p:txBody>
          <a:bodyPr wrap="squar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4032140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earing a headset and using a computer&#10;&#10;Description automatically generated with low confidence">
            <a:extLst>
              <a:ext uri="{FF2B5EF4-FFF2-40B4-BE49-F238E27FC236}">
                <a16:creationId xmlns:a16="http://schemas.microsoft.com/office/drawing/2014/main" id="{A62A1D35-FCCF-4AA9-AFF8-50B618FD24AD}"/>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3298" b="9091"/>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281151" y="2819248"/>
            <a:ext cx="5475071" cy="3592805"/>
          </a:xfrm>
        </p:spPr>
        <p:txBody>
          <a:bodyPr anchor="t">
            <a:normAutofit/>
          </a:bodyPr>
          <a:lstStyle/>
          <a:p>
            <a:pPr>
              <a:buFont typeface="Wingdings" panose="05000000000000000000" pitchFamily="2" charset="2"/>
              <a:buChar char="ü"/>
            </a:pPr>
            <a:r>
              <a:rPr lang="fr-FR" sz="2000" dirty="0"/>
              <a:t>Accueil </a:t>
            </a:r>
          </a:p>
          <a:p>
            <a:pPr>
              <a:buFont typeface="Wingdings" panose="05000000000000000000" pitchFamily="2" charset="2"/>
              <a:buChar char="ü"/>
            </a:pPr>
            <a:r>
              <a:rPr lang="fr-FR" sz="2000" dirty="0"/>
              <a:t>Courtoisie</a:t>
            </a:r>
          </a:p>
          <a:p>
            <a:pPr>
              <a:buFont typeface="Wingdings" panose="05000000000000000000" pitchFamily="2" charset="2"/>
              <a:buChar char="ü"/>
            </a:pPr>
            <a:r>
              <a:rPr lang="fr-FR" sz="2000" dirty="0"/>
              <a:t>Sourire et enthousiasme</a:t>
            </a:r>
          </a:p>
          <a:p>
            <a:pPr>
              <a:buFont typeface="Wingdings" panose="05000000000000000000" pitchFamily="2" charset="2"/>
              <a:buChar char="ü"/>
            </a:pPr>
            <a:r>
              <a:rPr lang="fr-FR" sz="2000" dirty="0"/>
              <a:t>Ecoute active</a:t>
            </a:r>
          </a:p>
          <a:p>
            <a:pPr>
              <a:buFont typeface="Wingdings" panose="05000000000000000000" pitchFamily="2" charset="2"/>
              <a:buChar char="ü"/>
            </a:pPr>
            <a:r>
              <a:rPr lang="fr-FR" sz="2000" dirty="0"/>
              <a:t>Comprendre la demande du client</a:t>
            </a:r>
          </a:p>
          <a:p>
            <a:pPr>
              <a:buFont typeface="Wingdings" panose="05000000000000000000" pitchFamily="2" charset="2"/>
              <a:buChar char="ü"/>
            </a:pPr>
            <a:r>
              <a:rPr lang="fr-FR" sz="2000" dirty="0"/>
              <a:t>Résolution des requêtes/plaintes des clients</a:t>
            </a:r>
          </a:p>
          <a:p>
            <a:pPr>
              <a:buFont typeface="Wingdings" panose="05000000000000000000" pitchFamily="2" charset="2"/>
              <a:buChar char="ü"/>
            </a:pPr>
            <a:r>
              <a:rPr lang="fr-FR" sz="2000" dirty="0"/>
              <a:t>Prendre congé</a:t>
            </a:r>
          </a:p>
          <a:p>
            <a:pPr marL="0" indent="0">
              <a:buNone/>
            </a:pPr>
            <a:r>
              <a:rPr lang="fr-FR" sz="2000" dirty="0"/>
              <a:t>                                         </a:t>
            </a:r>
            <a:r>
              <a:rPr lang="fr-FR" sz="1100" dirty="0"/>
              <a:t>     </a:t>
            </a:r>
          </a:p>
          <a:p>
            <a:pPr marL="0" indent="0">
              <a:buNone/>
            </a:pPr>
            <a:endParaRPr lang="fr-FR" sz="1100" dirty="0"/>
          </a:p>
        </p:txBody>
      </p:sp>
      <p:sp>
        <p:nvSpPr>
          <p:cNvPr id="6" name="TextBox 5">
            <a:extLst>
              <a:ext uri="{FF2B5EF4-FFF2-40B4-BE49-F238E27FC236}">
                <a16:creationId xmlns:a16="http://schemas.microsoft.com/office/drawing/2014/main" id="{81D1D28D-F1E2-4B91-9CA2-78CFD2E2E305}"/>
              </a:ext>
            </a:extLst>
          </p:cNvPr>
          <p:cNvSpPr txBox="1"/>
          <p:nvPr/>
        </p:nvSpPr>
        <p:spPr>
          <a:xfrm>
            <a:off x="12007270" y="6657945"/>
            <a:ext cx="184730"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sp>
        <p:nvSpPr>
          <p:cNvPr id="12" name="TextBox 11">
            <a:extLst>
              <a:ext uri="{FF2B5EF4-FFF2-40B4-BE49-F238E27FC236}">
                <a16:creationId xmlns:a16="http://schemas.microsoft.com/office/drawing/2014/main" id="{356B9236-9D06-42E3-AF39-5300A72CB57C}"/>
              </a:ext>
            </a:extLst>
          </p:cNvPr>
          <p:cNvSpPr txBox="1"/>
          <p:nvPr/>
        </p:nvSpPr>
        <p:spPr>
          <a:xfrm>
            <a:off x="-18138" y="1172973"/>
            <a:ext cx="7600013" cy="1477328"/>
          </a:xfrm>
          <a:prstGeom prst="rect">
            <a:avLst/>
          </a:prstGeom>
          <a:noFill/>
        </p:spPr>
        <p:txBody>
          <a:bodyPr wrap="square">
            <a:spAutoFit/>
          </a:bodyPr>
          <a:lstStyle/>
          <a:p>
            <a:pPr algn="ctr"/>
            <a:r>
              <a:rPr lang="fr-FR" b="1" dirty="0"/>
              <a:t>LE TOUT PREMIER DEGRÉ DE FIDÉLISATION CONSISTE À RÉPONDRE À LA DEMANDE DU CLIENT DE FAÇON APPROPRIÉE ET POUR ATTEINDRE CET OBJECTIF UNE INTERACTION TÉLÉPHONIQUE DOIT RÉPONDRE À UN CERTAINS NOMBRES DE CRITÈRES</a:t>
            </a:r>
          </a:p>
          <a:p>
            <a:endParaRPr lang="fr-FR" dirty="0"/>
          </a:p>
        </p:txBody>
      </p:sp>
    </p:spTree>
    <p:extLst>
      <p:ext uri="{BB962C8B-B14F-4D97-AF65-F5344CB8AC3E}">
        <p14:creationId xmlns:p14="http://schemas.microsoft.com/office/powerpoint/2010/main" val="117372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person, indoor, close&#10;&#10;Description automatically generated">
            <a:extLst>
              <a:ext uri="{FF2B5EF4-FFF2-40B4-BE49-F238E27FC236}">
                <a16:creationId xmlns:a16="http://schemas.microsoft.com/office/drawing/2014/main" id="{2A3E72EF-350E-486E-A49D-7CBE606750CE}"/>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1077" r="9089" b="7000"/>
          <a:stretch/>
        </p:blipFill>
        <p:spPr>
          <a:xfrm>
            <a:off x="3614222" y="-56"/>
            <a:ext cx="8668512" cy="6857990"/>
          </a:xfrm>
          <a:prstGeom prst="rect">
            <a:avLst/>
          </a:prstGeom>
        </p:spPr>
      </p:pic>
      <p:sp>
        <p:nvSpPr>
          <p:cNvPr id="27" name="Rectangle 26">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1786165" y="275240"/>
            <a:ext cx="4734555" cy="777665"/>
          </a:xfrm>
        </p:spPr>
        <p:txBody>
          <a:bodyPr anchor="b">
            <a:normAutofit/>
          </a:bodyPr>
          <a:lstStyle/>
          <a:p>
            <a:pPr algn="ctr"/>
            <a:r>
              <a:rPr lang="fr-FR" sz="3600" b="1" dirty="0"/>
              <a:t>L’ACCUEIL</a:t>
            </a:r>
          </a:p>
        </p:txBody>
      </p:sp>
      <p:sp>
        <p:nvSpPr>
          <p:cNvPr id="29" name="Rectangle 2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90736" y="1725344"/>
            <a:ext cx="10042363" cy="3207258"/>
          </a:xfrm>
        </p:spPr>
        <p:txBody>
          <a:bodyPr anchor="t">
            <a:noAutofit/>
          </a:bodyPr>
          <a:lstStyle/>
          <a:p>
            <a:pPr marL="0" indent="0">
              <a:buNone/>
            </a:pPr>
            <a:r>
              <a:rPr lang="fr-FR" sz="2000" dirty="0">
                <a:latin typeface="+mj-lt"/>
              </a:rPr>
              <a:t>Le conseiller client doit obligatoirement</a:t>
            </a:r>
          </a:p>
          <a:p>
            <a:pPr marL="0" indent="0">
              <a:buNone/>
            </a:pPr>
            <a:r>
              <a:rPr lang="fr-FR" sz="2000" b="1" dirty="0">
                <a:latin typeface="+mj-lt"/>
              </a:rPr>
              <a:t> ACCUEILLIR LE CLIENT AVEC LE SOURIRE</a:t>
            </a:r>
          </a:p>
          <a:p>
            <a:pPr marL="0" indent="0">
              <a:buNone/>
            </a:pPr>
            <a:r>
              <a:rPr lang="fr-FR" sz="2000" dirty="0">
                <a:latin typeface="+mj-lt"/>
              </a:rPr>
              <a:t>« </a:t>
            </a:r>
            <a:r>
              <a:rPr lang="fr-FR" sz="2000" b="1" i="1" dirty="0">
                <a:latin typeface="+mj-lt"/>
              </a:rPr>
              <a:t>Celui qui ne sait pas sourire ne doit pas ouvrir boutique." 'Proverbe chinois</a:t>
            </a:r>
          </a:p>
          <a:p>
            <a:pPr>
              <a:buFont typeface="Wingdings" panose="05000000000000000000" pitchFamily="2" charset="2"/>
              <a:buChar char="ü"/>
            </a:pPr>
            <a:r>
              <a:rPr lang="fr-FR" sz="2000" dirty="0">
                <a:latin typeface="+mj-lt"/>
              </a:rPr>
              <a:t>Souhaiter la bienvenue</a:t>
            </a:r>
          </a:p>
          <a:p>
            <a:pPr>
              <a:buFont typeface="Wingdings" panose="05000000000000000000" pitchFamily="2" charset="2"/>
              <a:buChar char="ü"/>
            </a:pPr>
            <a:r>
              <a:rPr lang="fr-FR" sz="2000" dirty="0">
                <a:latin typeface="+mj-lt"/>
              </a:rPr>
              <a:t>Se présenter</a:t>
            </a:r>
          </a:p>
          <a:p>
            <a:pPr>
              <a:buFont typeface="Wingdings" panose="05000000000000000000" pitchFamily="2" charset="2"/>
              <a:buChar char="ü"/>
            </a:pPr>
            <a:r>
              <a:rPr lang="fr-FR" sz="2000" dirty="0">
                <a:latin typeface="+mj-lt"/>
              </a:rPr>
              <a:t>Demander au client de se présenter</a:t>
            </a:r>
          </a:p>
          <a:p>
            <a:pPr marL="0" indent="0">
              <a:buNone/>
            </a:pPr>
            <a:r>
              <a:rPr lang="fr-FR" sz="2000" dirty="0">
                <a:latin typeface="+mj-lt"/>
              </a:rPr>
              <a:t>Cette présentation permettra d’identifier le client et de personnaliser l’interaction</a:t>
            </a:r>
          </a:p>
          <a:p>
            <a:pPr>
              <a:buFont typeface="Wingdings" panose="05000000000000000000" pitchFamily="2" charset="2"/>
              <a:buChar char="ü"/>
            </a:pPr>
            <a:r>
              <a:rPr lang="fr-FR" sz="2000" dirty="0">
                <a:latin typeface="+mj-lt"/>
              </a:rPr>
              <a:t>Offrir son assistance.</a:t>
            </a:r>
          </a:p>
          <a:p>
            <a:pPr marL="0" indent="0">
              <a:buNone/>
            </a:pPr>
            <a:r>
              <a:rPr lang="fr-FR" sz="2000" b="1" dirty="0">
                <a:latin typeface="+mj-lt"/>
              </a:rPr>
              <a:t>Exemple: Groupe Vivendi Afrique bonjour, mon nom est XXX, et vous?</a:t>
            </a:r>
          </a:p>
          <a:p>
            <a:pPr marL="0" indent="0">
              <a:buNone/>
            </a:pPr>
            <a:r>
              <a:rPr lang="fr-FR" sz="2000" b="1" dirty="0">
                <a:latin typeface="+mj-lt"/>
              </a:rPr>
              <a:t>                 Que puis-je faire pour vous aider?</a:t>
            </a:r>
          </a:p>
          <a:p>
            <a:pPr marL="0" indent="0">
              <a:buNone/>
            </a:pPr>
            <a:r>
              <a:rPr lang="fr-FR" sz="2000" dirty="0">
                <a:latin typeface="+mj-lt"/>
              </a:rPr>
              <a:t>                                                                                                                         </a:t>
            </a:r>
          </a:p>
          <a:p>
            <a:pPr marL="0" indent="0">
              <a:buNone/>
            </a:pPr>
            <a:r>
              <a:rPr lang="fr-FR" sz="2000" dirty="0">
                <a:latin typeface="+mj-lt"/>
              </a:rPr>
              <a:t>                                         				  </a:t>
            </a:r>
            <a:r>
              <a:rPr lang="fr-FR" sz="2000" b="1" dirty="0">
                <a:effectLst>
                  <a:outerShdw blurRad="38100" dist="38100" dir="2700000" algn="tl">
                    <a:srgbClr val="000000">
                      <a:alpha val="43137"/>
                    </a:srgbClr>
                  </a:outerShdw>
                </a:effectLst>
                <a:latin typeface="+mj-lt"/>
              </a:rPr>
              <a:t>SOURIRE ET ENTHOUSIASME </a:t>
            </a:r>
          </a:p>
          <a:p>
            <a:pPr marL="0" indent="0">
              <a:buNone/>
            </a:pPr>
            <a:endParaRPr lang="fr-FR" dirty="0">
              <a:latin typeface="+mj-lt"/>
            </a:endParaRPr>
          </a:p>
        </p:txBody>
      </p:sp>
      <p:sp>
        <p:nvSpPr>
          <p:cNvPr id="9" name="TextBox 8">
            <a:extLst>
              <a:ext uri="{FF2B5EF4-FFF2-40B4-BE49-F238E27FC236}">
                <a16:creationId xmlns:a16="http://schemas.microsoft.com/office/drawing/2014/main" id="{2B9CBE7B-51E2-49DF-B2A5-8053AAB2B489}"/>
              </a:ext>
            </a:extLst>
          </p:cNvPr>
          <p:cNvSpPr txBox="1"/>
          <p:nvPr/>
        </p:nvSpPr>
        <p:spPr>
          <a:xfrm>
            <a:off x="12007270" y="6657945"/>
            <a:ext cx="184731"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pic>
        <p:nvPicPr>
          <p:cNvPr id="11" name="Picture 10" descr="Logo&#10;&#10;Description automatically generated">
            <a:extLst>
              <a:ext uri="{FF2B5EF4-FFF2-40B4-BE49-F238E27FC236}">
                <a16:creationId xmlns:a16="http://schemas.microsoft.com/office/drawing/2014/main" id="{D1F234A8-8137-4F35-830F-0B195D050D0D}"/>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697923" y="5967157"/>
            <a:ext cx="705787" cy="690788"/>
          </a:xfrm>
          <a:prstGeom prst="rect">
            <a:avLst/>
          </a:prstGeom>
        </p:spPr>
      </p:pic>
      <p:sp>
        <p:nvSpPr>
          <p:cNvPr id="12" name="TextBox 11">
            <a:extLst>
              <a:ext uri="{FF2B5EF4-FFF2-40B4-BE49-F238E27FC236}">
                <a16:creationId xmlns:a16="http://schemas.microsoft.com/office/drawing/2014/main" id="{2985ECE9-F8B0-47A5-B5F5-3D64587ED1E2}"/>
              </a:ext>
            </a:extLst>
          </p:cNvPr>
          <p:cNvSpPr txBox="1"/>
          <p:nvPr/>
        </p:nvSpPr>
        <p:spPr>
          <a:xfrm>
            <a:off x="8697923" y="6858056"/>
            <a:ext cx="705787" cy="1061829"/>
          </a:xfrm>
          <a:prstGeom prst="rect">
            <a:avLst/>
          </a:prstGeom>
          <a:noFill/>
        </p:spPr>
        <p:txBody>
          <a:bodyPr wrap="square" rtlCol="0">
            <a:spAutoFit/>
          </a:bodyPr>
          <a:lstStyle/>
          <a:p>
            <a:r>
              <a:rPr lang="fr-BF" sz="900">
                <a:hlinkClick r:id="rId6" tooltip="https://commons.wikimedia.org/wiki/File:Oxygen480-emotes-face-smile-big.svg"/>
              </a:rPr>
              <a:t>This Photo</a:t>
            </a:r>
            <a:r>
              <a:rPr lang="fr-BF" sz="900"/>
              <a:t> by Unknown Author is licensed under </a:t>
            </a:r>
            <a:r>
              <a:rPr lang="fr-BF" sz="900">
                <a:hlinkClick r:id="rId7" tooltip="https://creativecommons.org/licenses/by-sa/3.0/"/>
              </a:rPr>
              <a:t>CC BY-SA</a:t>
            </a:r>
            <a:endParaRPr lang="fr-BF" sz="900"/>
          </a:p>
        </p:txBody>
      </p:sp>
    </p:spTree>
    <p:extLst>
      <p:ext uri="{BB962C8B-B14F-4D97-AF65-F5344CB8AC3E}">
        <p14:creationId xmlns:p14="http://schemas.microsoft.com/office/powerpoint/2010/main" val="382605079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66D8B355-6E9B-4F3B-B27E-DA5B3DA187C6}"/>
              </a:ext>
            </a:extLst>
          </p:cNvPr>
          <p:cNvGraphicFramePr>
            <a:graphicFrameLocks noGrp="1"/>
          </p:cNvGraphicFramePr>
          <p:nvPr>
            <p:ph idx="1"/>
            <p:extLst>
              <p:ext uri="{D42A27DB-BD31-4B8C-83A1-F6EECF244321}">
                <p14:modId xmlns:p14="http://schemas.microsoft.com/office/powerpoint/2010/main" val="103945531"/>
              </p:ext>
            </p:extLst>
          </p:nvPr>
        </p:nvGraphicFramePr>
        <p:xfrm>
          <a:off x="343524" y="937935"/>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962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person&#10;&#10;Description automatically generated">
            <a:extLst>
              <a:ext uri="{FF2B5EF4-FFF2-40B4-BE49-F238E27FC236}">
                <a16:creationId xmlns:a16="http://schemas.microsoft.com/office/drawing/2014/main" id="{BA8CF9B9-E7F6-4FE9-AD7E-2D417A83CD4E}"/>
              </a:ext>
            </a:extLst>
          </p:cNvPr>
          <p:cNvPicPr>
            <a:picLocks noChangeAspect="1"/>
          </p:cNvPicPr>
          <p:nvPr/>
        </p:nvPicPr>
        <p:blipFill rotWithShape="1">
          <a:blip r:embed="rId2">
            <a:extLst>
              <a:ext uri="{28A0092B-C50C-407E-A947-70E740481C1C}">
                <a14:useLocalDpi xmlns:a14="http://schemas.microsoft.com/office/drawing/2010/main" val="0"/>
              </a:ext>
            </a:extLst>
          </a:blip>
          <a:srcRect r="-2" b="7920"/>
          <a:stretch/>
        </p:blipFill>
        <p:spPr>
          <a:xfrm>
            <a:off x="4883025" y="10"/>
            <a:ext cx="7308975"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Picture 3" descr="A picture containing person, person&#10;&#10;Description automatically generated">
            <a:extLst>
              <a:ext uri="{FF2B5EF4-FFF2-40B4-BE49-F238E27FC236}">
                <a16:creationId xmlns:a16="http://schemas.microsoft.com/office/drawing/2014/main" id="{DFBFF866-A68D-4645-B92D-87075B2B36AC}"/>
              </a:ext>
            </a:extLst>
          </p:cNvPr>
          <p:cNvPicPr>
            <a:picLocks noChangeAspect="1"/>
          </p:cNvPicPr>
          <p:nvPr/>
        </p:nvPicPr>
        <p:blipFill rotWithShape="1">
          <a:blip r:embed="rId3">
            <a:extLst>
              <a:ext uri="{28A0092B-C50C-407E-A947-70E740481C1C}">
                <a14:useLocalDpi xmlns:a14="http://schemas.microsoft.com/office/drawing/2010/main" val="0"/>
              </a:ext>
            </a:extLst>
          </a:blip>
          <a:srcRect r="-2" b="31026"/>
          <a:stretch/>
        </p:blipFill>
        <p:spPr>
          <a:xfrm>
            <a:off x="4883025" y="3493008"/>
            <a:ext cx="7308975"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p:spPr>
      </p:pic>
      <p:sp useBgFill="1">
        <p:nvSpPr>
          <p:cNvPr id="13" name="Freeform: Shape 12">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7332"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9" name="Rectangle 1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544" y="2194560"/>
            <a:ext cx="4892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p:cNvSpPr>
            <a:spLocks noGrp="1"/>
          </p:cNvSpPr>
          <p:nvPr>
            <p:ph idx="1"/>
          </p:nvPr>
        </p:nvSpPr>
        <p:spPr>
          <a:xfrm>
            <a:off x="1" y="2575223"/>
            <a:ext cx="5456420" cy="1941914"/>
          </a:xfrm>
        </p:spPr>
        <p:txBody>
          <a:bodyPr>
            <a:normAutofit/>
          </a:bodyPr>
          <a:lstStyle/>
          <a:p>
            <a:pPr marL="0" indent="0" algn="ctr">
              <a:buNone/>
            </a:pPr>
            <a:endParaRPr lang="fr-FR" sz="2000" dirty="0"/>
          </a:p>
          <a:p>
            <a:pPr marL="0" indent="0" algn="ctr">
              <a:buNone/>
            </a:pPr>
            <a:r>
              <a:rPr lang="fr-FR" sz="2000" b="1" dirty="0">
                <a:latin typeface="+mj-lt"/>
              </a:rPr>
              <a:t>RETENONS QUE POUR LE CLIENT </a:t>
            </a:r>
          </a:p>
          <a:p>
            <a:pPr marL="0" indent="0" algn="ctr">
              <a:buNone/>
            </a:pPr>
            <a:r>
              <a:rPr lang="fr-FR" sz="2000" b="1" dirty="0">
                <a:latin typeface="+mj-lt"/>
              </a:rPr>
              <a:t>LA PREMIÈRE IMPRESSION EST TOUJOURS LA BONNE</a:t>
            </a:r>
          </a:p>
          <a:p>
            <a:pPr marL="0" indent="0" algn="ctr">
              <a:buNone/>
            </a:pPr>
            <a:r>
              <a:rPr lang="fr-FR" sz="2000" b="1" dirty="0">
                <a:latin typeface="+mj-lt"/>
              </a:rPr>
              <a:t>SURTOUT QUAND ELLE EST MAUVAISE</a:t>
            </a:r>
            <a:endParaRPr lang="fr-FR" sz="2000" b="1" dirty="0">
              <a:latin typeface="Abilene" panose="00000400000000000000" pitchFamily="2" charset="0"/>
            </a:endParaRPr>
          </a:p>
        </p:txBody>
      </p:sp>
      <p:sp>
        <p:nvSpPr>
          <p:cNvPr id="14" name="TextBox 13">
            <a:extLst>
              <a:ext uri="{FF2B5EF4-FFF2-40B4-BE49-F238E27FC236}">
                <a16:creationId xmlns:a16="http://schemas.microsoft.com/office/drawing/2014/main" id="{3D31FEC3-79A4-4ABF-8672-C5EB06AFA3FF}"/>
              </a:ext>
            </a:extLst>
          </p:cNvPr>
          <p:cNvSpPr txBox="1"/>
          <p:nvPr/>
        </p:nvSpPr>
        <p:spPr>
          <a:xfrm>
            <a:off x="283527" y="912614"/>
            <a:ext cx="5456420" cy="369332"/>
          </a:xfrm>
          <a:prstGeom prst="rect">
            <a:avLst/>
          </a:prstGeom>
          <a:noFill/>
        </p:spPr>
        <p:txBody>
          <a:bodyPr wrap="square">
            <a:spAutoFit/>
          </a:bodyPr>
          <a:lstStyle/>
          <a:p>
            <a:r>
              <a:rPr lang="fr-FR" b="1" i="1" dirty="0">
                <a:effectLst>
                  <a:outerShdw blurRad="38100" dist="38100" dir="2700000" algn="tl">
                    <a:srgbClr val="000000">
                      <a:alpha val="43137"/>
                    </a:srgbClr>
                  </a:outerShdw>
                </a:effectLst>
              </a:rPr>
              <a:t>CLIENTE AYANT EU UNE BONNE IMPRESSION DU CRC </a:t>
            </a:r>
            <a:endParaRPr lang="fr-BF" b="1" i="1" dirty="0">
              <a:effectLst>
                <a:outerShdw blurRad="38100" dist="38100" dir="2700000" algn="tl">
                  <a:srgbClr val="000000">
                    <a:alpha val="43137"/>
                  </a:srgbClr>
                </a:outerShdw>
              </a:effectLst>
            </a:endParaRPr>
          </a:p>
        </p:txBody>
      </p:sp>
      <p:pic>
        <p:nvPicPr>
          <p:cNvPr id="20" name="Picture 19" descr="Shape&#10;&#10;Description automatically generated with medium confidence">
            <a:extLst>
              <a:ext uri="{FF2B5EF4-FFF2-40B4-BE49-F238E27FC236}">
                <a16:creationId xmlns:a16="http://schemas.microsoft.com/office/drawing/2014/main" id="{6F987044-3DDD-44C5-9F4D-A56AD0375F0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727514" y="1075466"/>
            <a:ext cx="875884" cy="875884"/>
          </a:xfrm>
          <a:prstGeom prst="rect">
            <a:avLst/>
          </a:prstGeom>
        </p:spPr>
      </p:pic>
      <p:pic>
        <p:nvPicPr>
          <p:cNvPr id="23" name="Picture 22">
            <a:extLst>
              <a:ext uri="{FF2B5EF4-FFF2-40B4-BE49-F238E27FC236}">
                <a16:creationId xmlns:a16="http://schemas.microsoft.com/office/drawing/2014/main" id="{F8C47981-90DA-4200-BAF3-A323611198A7}"/>
              </a:ext>
            </a:extLst>
          </p:cNvPr>
          <p:cNvPicPr>
            <a:picLocks noChangeAspect="1"/>
          </p:cNvPicPr>
          <p:nvPr/>
        </p:nvPicPr>
        <p:blipFill>
          <a:blip r:embed="rId6"/>
          <a:stretch>
            <a:fillRect/>
          </a:stretch>
        </p:blipFill>
        <p:spPr>
          <a:xfrm>
            <a:off x="4447123" y="5810414"/>
            <a:ext cx="871804" cy="877900"/>
          </a:xfrm>
          <a:prstGeom prst="rect">
            <a:avLst/>
          </a:prstGeom>
        </p:spPr>
      </p:pic>
      <p:sp>
        <p:nvSpPr>
          <p:cNvPr id="25" name="TextBox 24">
            <a:extLst>
              <a:ext uri="{FF2B5EF4-FFF2-40B4-BE49-F238E27FC236}">
                <a16:creationId xmlns:a16="http://schemas.microsoft.com/office/drawing/2014/main" id="{EF111957-81F3-4707-84BC-AE662F2BB778}"/>
              </a:ext>
            </a:extLst>
          </p:cNvPr>
          <p:cNvSpPr txBox="1"/>
          <p:nvPr/>
        </p:nvSpPr>
        <p:spPr>
          <a:xfrm>
            <a:off x="64008" y="5705856"/>
            <a:ext cx="6100996" cy="369332"/>
          </a:xfrm>
          <a:prstGeom prst="rect">
            <a:avLst/>
          </a:prstGeom>
          <a:noFill/>
        </p:spPr>
        <p:txBody>
          <a:bodyPr wrap="square">
            <a:spAutoFit/>
          </a:bodyPr>
          <a:lstStyle/>
          <a:p>
            <a:r>
              <a:rPr lang="fr-FR" b="1" dirty="0">
                <a:effectLst>
                  <a:outerShdw blurRad="38100" dist="38100" dir="2700000" algn="tl">
                    <a:srgbClr val="000000">
                      <a:alpha val="43137"/>
                    </a:srgbClr>
                  </a:outerShdw>
                </a:effectLst>
              </a:rPr>
              <a:t>CLIENTE AYANT EU UNE MAUVAISE IMPRESSION DU CRC </a:t>
            </a:r>
          </a:p>
        </p:txBody>
      </p:sp>
    </p:spTree>
    <p:extLst>
      <p:ext uri="{BB962C8B-B14F-4D97-AF65-F5344CB8AC3E}">
        <p14:creationId xmlns:p14="http://schemas.microsoft.com/office/powerpoint/2010/main" val="599827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11FD0E-2D27-4A5A-949D-222E61ECB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BC8109F-B452-45EE-8BB3-65433C039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5" name="Espace réservé du contenu 2">
            <a:extLst>
              <a:ext uri="{FF2B5EF4-FFF2-40B4-BE49-F238E27FC236}">
                <a16:creationId xmlns:a16="http://schemas.microsoft.com/office/drawing/2014/main" id="{F702271E-DE97-4963-9E0E-8CAE032E7D58}"/>
              </a:ext>
            </a:extLst>
          </p:cNvPr>
          <p:cNvGraphicFramePr>
            <a:graphicFrameLocks noGrp="1"/>
          </p:cNvGraphicFramePr>
          <p:nvPr>
            <p:ph idx="1"/>
            <p:extLst>
              <p:ext uri="{D42A27DB-BD31-4B8C-83A1-F6EECF244321}">
                <p14:modId xmlns:p14="http://schemas.microsoft.com/office/powerpoint/2010/main" val="1909236299"/>
              </p:ext>
            </p:extLst>
          </p:nvPr>
        </p:nvGraphicFramePr>
        <p:xfrm>
          <a:off x="838200" y="2028825"/>
          <a:ext cx="10515600" cy="4148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7871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p:cNvSpPr>
            <a:spLocks noGrp="1"/>
          </p:cNvSpPr>
          <p:nvPr>
            <p:ph type="title"/>
          </p:nvPr>
        </p:nvSpPr>
        <p:spPr>
          <a:xfrm>
            <a:off x="128016" y="1161288"/>
            <a:ext cx="4651248" cy="4526280"/>
          </a:xfrm>
        </p:spPr>
        <p:txBody>
          <a:bodyPr>
            <a:normAutofit/>
          </a:bodyPr>
          <a:lstStyle/>
          <a:p>
            <a:pPr algn="ctr"/>
            <a:r>
              <a:rPr lang="fr-FR" sz="4000" b="1" dirty="0"/>
              <a:t>COMPRENDRE LE BESOIN DU CLIENT </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976754C2-7C22-4381-AB21-DFBF4E659859}"/>
              </a:ext>
            </a:extLst>
          </p:cNvPr>
          <p:cNvGraphicFramePr>
            <a:graphicFrameLocks noGrp="1"/>
          </p:cNvGraphicFramePr>
          <p:nvPr>
            <p:ph idx="1"/>
            <p:extLst>
              <p:ext uri="{D42A27DB-BD31-4B8C-83A1-F6EECF244321}">
                <p14:modId xmlns:p14="http://schemas.microsoft.com/office/powerpoint/2010/main" val="351752166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151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 name="Freeform: Shape 38">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81BD75-5A56-425B-A534-D28B9DFD6894}"/>
              </a:ext>
            </a:extLst>
          </p:cNvPr>
          <p:cNvSpPr>
            <a:spLocks noGrp="1"/>
          </p:cNvSpPr>
          <p:nvPr>
            <p:ph type="title"/>
          </p:nvPr>
        </p:nvSpPr>
        <p:spPr>
          <a:xfrm>
            <a:off x="499110" y="932688"/>
            <a:ext cx="4033266" cy="1113364"/>
          </a:xfrm>
        </p:spPr>
        <p:txBody>
          <a:bodyPr vert="horz" lIns="91440" tIns="45720" rIns="91440" bIns="45720" rtlCol="0" anchor="ctr">
            <a:normAutofit/>
          </a:bodyPr>
          <a:lstStyle/>
          <a:p>
            <a:pPr algn="ctr"/>
            <a:r>
              <a:rPr lang="en-US" sz="2800" b="1" kern="1200" dirty="0">
                <a:solidFill>
                  <a:schemeClr val="tx1"/>
                </a:solidFill>
                <a:latin typeface="+mj-lt"/>
                <a:ea typeface="+mj-ea"/>
                <a:cs typeface="+mj-cs"/>
              </a:rPr>
              <a:t>LE  G U I D E </a:t>
            </a:r>
          </a:p>
        </p:txBody>
      </p:sp>
      <p:sp>
        <p:nvSpPr>
          <p:cNvPr id="41" name="Rectangle 40">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F9946E2-2D9F-4CD8-9C07-597246280787}"/>
              </a:ext>
            </a:extLst>
          </p:cNvPr>
          <p:cNvSpPr txBox="1"/>
          <p:nvPr/>
        </p:nvSpPr>
        <p:spPr>
          <a:xfrm>
            <a:off x="345252" y="2399694"/>
            <a:ext cx="8016936" cy="3328924"/>
          </a:xfrm>
          <a:prstGeom prst="rect">
            <a:avLst/>
          </a:prstGeom>
        </p:spPr>
        <p:txBody>
          <a:bodyPr vert="horz" lIns="91440" tIns="45720" rIns="91440" bIns="45720" rtlCol="0" anchor="t">
            <a:noAutofit/>
          </a:bodyPr>
          <a:lstStyle/>
          <a:p>
            <a:pPr>
              <a:lnSpc>
                <a:spcPct val="90000"/>
              </a:lnSpc>
              <a:spcAft>
                <a:spcPts val="600"/>
              </a:spcAft>
            </a:pPr>
            <a:r>
              <a:rPr lang="en-US" sz="2800" b="1" dirty="0"/>
              <a:t>G</a:t>
            </a:r>
            <a:r>
              <a:rPr lang="en-US" b="1" dirty="0"/>
              <a:t>AGNER DES OUI AVEC LES QUESTIONS DÉCLIC</a:t>
            </a:r>
          </a:p>
          <a:p>
            <a:pPr indent="-228600">
              <a:lnSpc>
                <a:spcPct val="90000"/>
              </a:lnSpc>
              <a:spcAft>
                <a:spcPts val="600"/>
              </a:spcAft>
              <a:buFont typeface="Arial" panose="020B0604020202020204" pitchFamily="34" charset="0"/>
              <a:buChar char="•"/>
            </a:pPr>
            <a:r>
              <a:rPr lang="en-US" dirty="0" err="1"/>
              <a:t>validant</a:t>
            </a:r>
            <a:r>
              <a:rPr lang="en-US" dirty="0"/>
              <a:t> les </a:t>
            </a:r>
            <a:r>
              <a:rPr lang="en-US" dirty="0" err="1"/>
              <a:t>informations</a:t>
            </a:r>
            <a:r>
              <a:rPr lang="en-US" dirty="0"/>
              <a:t> </a:t>
            </a:r>
            <a:r>
              <a:rPr lang="en-US" dirty="0" err="1"/>
              <a:t>fournies</a:t>
            </a:r>
            <a:r>
              <a:rPr lang="en-US" dirty="0"/>
              <a:t> par le </a:t>
            </a:r>
            <a:r>
              <a:rPr lang="en-US" dirty="0" err="1"/>
              <a:t>système</a:t>
            </a:r>
            <a:r>
              <a:rPr lang="en-US" dirty="0"/>
              <a:t> : </a:t>
            </a:r>
          </a:p>
          <a:p>
            <a:pPr indent="-228600">
              <a:lnSpc>
                <a:spcPct val="90000"/>
              </a:lnSpc>
              <a:spcAft>
                <a:spcPts val="600"/>
              </a:spcAft>
              <a:buFont typeface="Arial" panose="020B0604020202020204" pitchFamily="34" charset="0"/>
              <a:buChar char="•"/>
            </a:pPr>
            <a:r>
              <a:rPr lang="en-US" dirty="0" err="1"/>
              <a:t>vous</a:t>
            </a:r>
            <a:r>
              <a:rPr lang="en-US" dirty="0"/>
              <a:t> nous </a:t>
            </a:r>
            <a:r>
              <a:rPr lang="en-US" dirty="0" err="1"/>
              <a:t>avez</a:t>
            </a:r>
            <a:r>
              <a:rPr lang="en-US" dirty="0"/>
              <a:t> bien </a:t>
            </a:r>
            <a:r>
              <a:rPr lang="en-US" dirty="0" err="1"/>
              <a:t>appelé</a:t>
            </a:r>
            <a:r>
              <a:rPr lang="en-US" dirty="0"/>
              <a:t> à </a:t>
            </a:r>
            <a:r>
              <a:rPr lang="en-US" dirty="0" err="1"/>
              <a:t>propos</a:t>
            </a:r>
            <a:r>
              <a:rPr lang="en-US" dirty="0"/>
              <a:t> de … ? </a:t>
            </a:r>
          </a:p>
          <a:p>
            <a:pPr indent="-228600">
              <a:lnSpc>
                <a:spcPct val="90000"/>
              </a:lnSpc>
              <a:spcAft>
                <a:spcPts val="600"/>
              </a:spcAft>
              <a:buFont typeface="Arial" panose="020B0604020202020204" pitchFamily="34" charset="0"/>
              <a:buChar char="•"/>
            </a:pPr>
            <a:r>
              <a:rPr lang="en-US" dirty="0" err="1"/>
              <a:t>Vous</a:t>
            </a:r>
            <a:r>
              <a:rPr lang="en-US" dirty="0"/>
              <a:t> </a:t>
            </a:r>
            <a:r>
              <a:rPr lang="en-US" dirty="0" err="1"/>
              <a:t>disposez</a:t>
            </a:r>
            <a:r>
              <a:rPr lang="en-US" dirty="0"/>
              <a:t> bien de… ?</a:t>
            </a:r>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sz="2400" b="1" dirty="0"/>
              <a:t>U</a:t>
            </a:r>
            <a:r>
              <a:rPr lang="en-US" b="1" dirty="0"/>
              <a:t>ILISER LES FAITS AVEC LES QUESTIONS OUVERTES/ FACTUELLES</a:t>
            </a:r>
          </a:p>
          <a:p>
            <a:pPr indent="-228600">
              <a:lnSpc>
                <a:spcPct val="90000"/>
              </a:lnSpc>
              <a:spcAft>
                <a:spcPts val="600"/>
              </a:spcAft>
              <a:buFont typeface="Arial" panose="020B0604020202020204" pitchFamily="34" charset="0"/>
              <a:buChar char="•"/>
            </a:pPr>
            <a:r>
              <a:rPr lang="en-US" dirty="0"/>
              <a:t>Comment </a:t>
            </a:r>
            <a:r>
              <a:rPr lang="en-US" dirty="0" err="1"/>
              <a:t>communiquez-vous</a:t>
            </a:r>
            <a:r>
              <a:rPr lang="en-US" dirty="0"/>
              <a:t> ?</a:t>
            </a:r>
          </a:p>
          <a:p>
            <a:pPr indent="-228600">
              <a:lnSpc>
                <a:spcPct val="90000"/>
              </a:lnSpc>
              <a:spcAft>
                <a:spcPts val="600"/>
              </a:spcAft>
              <a:buFont typeface="Arial" panose="020B0604020202020204" pitchFamily="34" charset="0"/>
              <a:buChar char="•"/>
            </a:pPr>
            <a:r>
              <a:rPr lang="en-US" dirty="0" err="1"/>
              <a:t>Quel</a:t>
            </a:r>
            <a:r>
              <a:rPr lang="en-US" dirty="0"/>
              <a:t> usage </a:t>
            </a:r>
            <a:r>
              <a:rPr lang="en-US" dirty="0" err="1"/>
              <a:t>faites-vous</a:t>
            </a:r>
            <a:r>
              <a:rPr lang="en-US" dirty="0"/>
              <a:t> du </a:t>
            </a:r>
            <a:r>
              <a:rPr lang="en-US" dirty="0" err="1"/>
              <a:t>téléphone</a:t>
            </a:r>
            <a:r>
              <a:rPr lang="en-US" dirty="0"/>
              <a:t> ?</a:t>
            </a:r>
          </a:p>
          <a:p>
            <a:pPr indent="-228600">
              <a:lnSpc>
                <a:spcPct val="90000"/>
              </a:lnSpc>
              <a:spcAft>
                <a:spcPts val="600"/>
              </a:spcAft>
              <a:buFont typeface="Arial" panose="020B0604020202020204" pitchFamily="34" charset="0"/>
              <a:buChar char="•"/>
            </a:pPr>
            <a:r>
              <a:rPr lang="en-US" dirty="0"/>
              <a:t>Qui </a:t>
            </a:r>
            <a:r>
              <a:rPr lang="en-US" dirty="0" err="1"/>
              <a:t>appelez-vous</a:t>
            </a:r>
            <a:r>
              <a:rPr lang="en-US" dirty="0"/>
              <a:t> le plus </a:t>
            </a:r>
            <a:r>
              <a:rPr lang="en-US" dirty="0" err="1"/>
              <a:t>souvent</a:t>
            </a:r>
            <a:r>
              <a:rPr lang="en-US" dirty="0"/>
              <a:t> ?</a:t>
            </a:r>
          </a:p>
          <a:p>
            <a:pPr indent="-228600">
              <a:lnSpc>
                <a:spcPct val="90000"/>
              </a:lnSpc>
              <a:spcAft>
                <a:spcPts val="600"/>
              </a:spcAft>
              <a:buFont typeface="Arial" panose="020B0604020202020204" pitchFamily="34" charset="0"/>
              <a:buChar char="•"/>
            </a:pPr>
            <a:r>
              <a:rPr lang="en-US" dirty="0" err="1"/>
              <a:t>Combien</a:t>
            </a:r>
            <a:r>
              <a:rPr lang="en-US" dirty="0"/>
              <a:t> </a:t>
            </a:r>
            <a:r>
              <a:rPr lang="en-US" dirty="0" err="1"/>
              <a:t>d’heures</a:t>
            </a:r>
            <a:r>
              <a:rPr lang="en-US" dirty="0"/>
              <a:t>…?</a:t>
            </a:r>
          </a:p>
          <a:p>
            <a:pPr indent="-228600">
              <a:lnSpc>
                <a:spcPct val="90000"/>
              </a:lnSpc>
              <a:spcAft>
                <a:spcPts val="600"/>
              </a:spcAft>
              <a:buFont typeface="Arial" panose="020B0604020202020204" pitchFamily="34" charset="0"/>
              <a:buChar char="•"/>
            </a:pPr>
            <a:r>
              <a:rPr lang="en-US" dirty="0" err="1"/>
              <a:t>Où</a:t>
            </a:r>
            <a:r>
              <a:rPr lang="en-US" dirty="0"/>
              <a:t>…?</a:t>
            </a:r>
          </a:p>
          <a:p>
            <a:pPr indent="-228600">
              <a:lnSpc>
                <a:spcPct val="90000"/>
              </a:lnSpc>
              <a:spcAft>
                <a:spcPts val="600"/>
              </a:spcAft>
              <a:buFont typeface="Arial" panose="020B0604020202020204" pitchFamily="34" charset="0"/>
              <a:buChar char="•"/>
            </a:pPr>
            <a:r>
              <a:rPr lang="en-US" dirty="0" err="1"/>
              <a:t>Quand</a:t>
            </a:r>
            <a:r>
              <a:rPr lang="en-US" dirty="0"/>
              <a:t> </a:t>
            </a:r>
            <a:r>
              <a:rPr lang="en-US" dirty="0" err="1"/>
              <a:t>utilisez-vous</a:t>
            </a:r>
            <a:r>
              <a:rPr lang="en-US" dirty="0"/>
              <a:t> le plus </a:t>
            </a:r>
            <a:r>
              <a:rPr lang="en-US" dirty="0" err="1"/>
              <a:t>fréquemment</a:t>
            </a:r>
            <a:r>
              <a:rPr lang="en-US" dirty="0"/>
              <a:t> le </a:t>
            </a:r>
            <a:r>
              <a:rPr lang="en-US" dirty="0" err="1"/>
              <a:t>téléphone</a:t>
            </a:r>
            <a:r>
              <a:rPr lang="en-US" dirty="0"/>
              <a:t> / Internet ?</a:t>
            </a:r>
          </a:p>
        </p:txBody>
      </p:sp>
      <p:pic>
        <p:nvPicPr>
          <p:cNvPr id="5" name="Picture 4" descr="A picture containing furniture, table&#10;&#10;Description automatically generated">
            <a:extLst>
              <a:ext uri="{FF2B5EF4-FFF2-40B4-BE49-F238E27FC236}">
                <a16:creationId xmlns:a16="http://schemas.microsoft.com/office/drawing/2014/main" id="{C7F56989-9992-4C2A-872C-9E12271A07E7}"/>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56784" y="504104"/>
            <a:ext cx="6693916" cy="3437538"/>
          </a:xfrm>
          <a:prstGeom prst="rect">
            <a:avLst/>
          </a:prstGeom>
        </p:spPr>
      </p:pic>
    </p:spTree>
    <p:extLst>
      <p:ext uri="{BB962C8B-B14F-4D97-AF65-F5344CB8AC3E}">
        <p14:creationId xmlns:p14="http://schemas.microsoft.com/office/powerpoint/2010/main" val="205406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2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p:cNvSpPr>
            <a:spLocks noGrp="1"/>
          </p:cNvSpPr>
          <p:nvPr>
            <p:ph type="title"/>
          </p:nvPr>
        </p:nvSpPr>
        <p:spPr>
          <a:xfrm>
            <a:off x="568200" y="748990"/>
            <a:ext cx="3438144" cy="1239012"/>
          </a:xfrm>
        </p:spPr>
        <p:txBody>
          <a:bodyPr vert="horz" lIns="91440" tIns="45720" rIns="91440" bIns="45720" rtlCol="0" anchor="ctr">
            <a:normAutofit/>
          </a:bodyPr>
          <a:lstStyle/>
          <a:p>
            <a:pPr algn="ctr"/>
            <a:r>
              <a:rPr lang="en-US" sz="2800" b="1" kern="1200">
                <a:solidFill>
                  <a:schemeClr val="tx1"/>
                </a:solidFill>
                <a:latin typeface="+mj-lt"/>
                <a:ea typeface="+mj-ea"/>
                <a:cs typeface="+mj-cs"/>
              </a:rPr>
              <a:t>LE G U I D E</a:t>
            </a:r>
            <a:endParaRPr lang="en-US" sz="2800" b="1" kern="1200" dirty="0">
              <a:solidFill>
                <a:schemeClr val="tx1"/>
              </a:solidFill>
              <a:latin typeface="+mj-lt"/>
              <a:ea typeface="+mj-ea"/>
              <a:cs typeface="+mj-cs"/>
            </a:endParaRPr>
          </a:p>
        </p:txBody>
      </p:sp>
      <p:sp>
        <p:nvSpPr>
          <p:cNvPr id="24" name="Rectangle 2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509639A9-AC6A-4A01-9B88-2D8904429C2A}"/>
              </a:ext>
            </a:extLst>
          </p:cNvPr>
          <p:cNvSpPr txBox="1"/>
          <p:nvPr/>
        </p:nvSpPr>
        <p:spPr>
          <a:xfrm>
            <a:off x="128016" y="2600175"/>
            <a:ext cx="9570974" cy="1488251"/>
          </a:xfrm>
          <a:prstGeom prst="rect">
            <a:avLst/>
          </a:prstGeom>
        </p:spPr>
        <p:txBody>
          <a:bodyPr vert="horz" lIns="91440" tIns="45720" rIns="91440" bIns="45720" rtlCol="0" anchor="t">
            <a:noAutofit/>
          </a:bodyPr>
          <a:lstStyle/>
          <a:p>
            <a:pPr>
              <a:lnSpc>
                <a:spcPct val="90000"/>
              </a:lnSpc>
              <a:spcAft>
                <a:spcPts val="600"/>
              </a:spcAft>
            </a:pPr>
            <a:r>
              <a:rPr lang="en-US" sz="2000" b="1" dirty="0"/>
              <a:t>I</a:t>
            </a:r>
            <a:r>
              <a:rPr lang="en-US" sz="1600" b="1" dirty="0"/>
              <a:t>MPLIQUER LE CLIENT AVEC DES QUESTIONS « VÉRITÉ »</a:t>
            </a:r>
          </a:p>
          <a:p>
            <a:pPr indent="-228600">
              <a:lnSpc>
                <a:spcPct val="90000"/>
              </a:lnSpc>
              <a:spcAft>
                <a:spcPts val="600"/>
              </a:spcAft>
              <a:buFont typeface="Arial" panose="020B0604020202020204" pitchFamily="34" charset="0"/>
              <a:buChar char="•"/>
            </a:pPr>
            <a:r>
              <a:rPr lang="en-US" sz="1600" dirty="0" err="1"/>
              <a:t>Qu’est-ce</a:t>
            </a:r>
            <a:r>
              <a:rPr lang="en-US" sz="1600" dirty="0"/>
              <a:t> qui </a:t>
            </a:r>
            <a:r>
              <a:rPr lang="en-US" sz="1600" dirty="0" err="1"/>
              <a:t>est</a:t>
            </a:r>
            <a:r>
              <a:rPr lang="en-US" sz="1600" dirty="0"/>
              <a:t> le plus important pour </a:t>
            </a:r>
            <a:r>
              <a:rPr lang="en-US" sz="1600" dirty="0" err="1"/>
              <a:t>vous</a:t>
            </a:r>
            <a:r>
              <a:rPr lang="en-US" sz="1600" dirty="0"/>
              <a:t> ? </a:t>
            </a:r>
          </a:p>
          <a:p>
            <a:pPr indent="-228600">
              <a:lnSpc>
                <a:spcPct val="90000"/>
              </a:lnSpc>
              <a:spcAft>
                <a:spcPts val="600"/>
              </a:spcAft>
              <a:buFont typeface="Arial" panose="020B0604020202020204" pitchFamily="34" charset="0"/>
              <a:buChar char="•"/>
            </a:pPr>
            <a:r>
              <a:rPr lang="en-US" sz="1600" dirty="0" err="1"/>
              <a:t>Pourquoi</a:t>
            </a:r>
            <a:r>
              <a:rPr lang="en-US" sz="1600" dirty="0"/>
              <a:t> / </a:t>
            </a:r>
            <a:r>
              <a:rPr lang="en-US" sz="1600" dirty="0" err="1"/>
              <a:t>En</a:t>
            </a:r>
            <a:r>
              <a:rPr lang="en-US" sz="1600" dirty="0"/>
              <a:t> quoi… </a:t>
            </a:r>
            <a:r>
              <a:rPr lang="en-US" sz="1600" dirty="0" err="1"/>
              <a:t>cela</a:t>
            </a:r>
            <a:r>
              <a:rPr lang="en-US" sz="1600" dirty="0"/>
              <a:t> </a:t>
            </a:r>
            <a:r>
              <a:rPr lang="en-US" sz="1600" dirty="0" err="1"/>
              <a:t>répond</a:t>
            </a:r>
            <a:r>
              <a:rPr lang="en-US" sz="1600" dirty="0"/>
              <a:t>-il bien à </a:t>
            </a:r>
            <a:r>
              <a:rPr lang="en-US" sz="1600" dirty="0" err="1"/>
              <a:t>votre</a:t>
            </a:r>
            <a:r>
              <a:rPr lang="en-US" sz="1600" dirty="0"/>
              <a:t> situation ?</a:t>
            </a:r>
          </a:p>
          <a:p>
            <a:pPr indent="-228600">
              <a:lnSpc>
                <a:spcPct val="90000"/>
              </a:lnSpc>
              <a:spcAft>
                <a:spcPts val="600"/>
              </a:spcAft>
              <a:buFont typeface="Arial" panose="020B0604020202020204" pitchFamily="34" charset="0"/>
              <a:buChar char="•"/>
            </a:pPr>
            <a:r>
              <a:rPr lang="en-US" sz="1600" dirty="0" err="1"/>
              <a:t>Quels</a:t>
            </a:r>
            <a:r>
              <a:rPr lang="en-US" sz="1600" dirty="0"/>
              <a:t> </a:t>
            </a:r>
            <a:r>
              <a:rPr lang="en-US" sz="1600" dirty="0" err="1"/>
              <a:t>sont</a:t>
            </a:r>
            <a:r>
              <a:rPr lang="en-US" sz="1600" dirty="0"/>
              <a:t> </a:t>
            </a:r>
            <a:r>
              <a:rPr lang="en-US" sz="1600" dirty="0" err="1"/>
              <a:t>vos</a:t>
            </a:r>
            <a:r>
              <a:rPr lang="en-US" sz="1600" dirty="0"/>
              <a:t> 2 premiers </a:t>
            </a:r>
            <a:r>
              <a:rPr lang="en-US" sz="1600" dirty="0" err="1"/>
              <a:t>critères</a:t>
            </a:r>
            <a:r>
              <a:rPr lang="en-US" sz="1600" dirty="0"/>
              <a:t> de </a:t>
            </a:r>
            <a:r>
              <a:rPr lang="en-US" sz="1600" dirty="0" err="1"/>
              <a:t>choix</a:t>
            </a:r>
            <a:r>
              <a:rPr lang="en-US" sz="1600" dirty="0"/>
              <a:t> ?</a:t>
            </a:r>
          </a:p>
          <a:p>
            <a:pPr indent="-228600">
              <a:lnSpc>
                <a:spcPct val="90000"/>
              </a:lnSpc>
              <a:spcAft>
                <a:spcPts val="600"/>
              </a:spcAft>
              <a:buFont typeface="Arial" panose="020B0604020202020204" pitchFamily="34" charset="0"/>
              <a:buChar char="•"/>
            </a:pPr>
            <a:r>
              <a:rPr lang="en-US" sz="1600" dirty="0" err="1"/>
              <a:t>Qu’en</a:t>
            </a:r>
            <a:r>
              <a:rPr lang="en-US" sz="1600" dirty="0"/>
              <a:t> </a:t>
            </a:r>
            <a:r>
              <a:rPr lang="en-US" sz="1600" dirty="0" err="1"/>
              <a:t>pensez-vous</a:t>
            </a:r>
            <a:r>
              <a:rPr lang="en-US" sz="1600" dirty="0"/>
              <a:t> ? </a:t>
            </a:r>
          </a:p>
          <a:p>
            <a:pPr indent="-228600">
              <a:lnSpc>
                <a:spcPct val="90000"/>
              </a:lnSpc>
              <a:spcAft>
                <a:spcPts val="600"/>
              </a:spcAft>
              <a:buFont typeface="Arial" panose="020B0604020202020204" pitchFamily="34" charset="0"/>
              <a:buChar char="•"/>
            </a:pPr>
            <a:r>
              <a:rPr lang="en-US" sz="1600" dirty="0"/>
              <a:t>Que </a:t>
            </a:r>
            <a:r>
              <a:rPr lang="en-US" sz="1600" dirty="0" err="1"/>
              <a:t>préférez-vous</a:t>
            </a:r>
            <a:r>
              <a:rPr lang="en-US" sz="1600" dirty="0"/>
              <a:t> ? </a:t>
            </a:r>
          </a:p>
          <a:p>
            <a:pPr indent="-228600">
              <a:lnSpc>
                <a:spcPct val="90000"/>
              </a:lnSpc>
              <a:spcAft>
                <a:spcPts val="600"/>
              </a:spcAft>
              <a:buFont typeface="Arial" panose="020B0604020202020204" pitchFamily="34" charset="0"/>
              <a:buChar char="•"/>
            </a:pPr>
            <a:endParaRPr lang="en-US" sz="1600" dirty="0"/>
          </a:p>
          <a:p>
            <a:pPr>
              <a:lnSpc>
                <a:spcPct val="90000"/>
              </a:lnSpc>
              <a:spcAft>
                <a:spcPts val="600"/>
              </a:spcAft>
            </a:pPr>
            <a:r>
              <a:rPr lang="en-US" sz="2000" b="1" dirty="0"/>
              <a:t>D</a:t>
            </a:r>
            <a:r>
              <a:rPr lang="en-US" sz="1600" b="1" dirty="0"/>
              <a:t>ÉJOUER LES PIÈGES AVEC LES QUESTIONS « BOOMERANG »</a:t>
            </a:r>
          </a:p>
          <a:p>
            <a:pPr indent="-228600">
              <a:lnSpc>
                <a:spcPct val="90000"/>
              </a:lnSpc>
              <a:spcAft>
                <a:spcPts val="600"/>
              </a:spcAft>
              <a:buFont typeface="Arial" panose="020B0604020202020204" pitchFamily="34" charset="0"/>
              <a:buChar char="•"/>
            </a:pPr>
            <a:r>
              <a:rPr lang="en-US" sz="1600" dirty="0"/>
              <a:t>Pour </a:t>
            </a:r>
            <a:r>
              <a:rPr lang="en-US" sz="1600" dirty="0" err="1"/>
              <a:t>vous</a:t>
            </a:r>
            <a:r>
              <a:rPr lang="en-US" sz="1600" dirty="0"/>
              <a:t>, </a:t>
            </a:r>
            <a:r>
              <a:rPr lang="en-US" sz="1600" dirty="0" err="1"/>
              <a:t>c’est</a:t>
            </a:r>
            <a:r>
              <a:rPr lang="en-US" sz="1600" dirty="0"/>
              <a:t> quoi facile </a:t>
            </a:r>
            <a:r>
              <a:rPr lang="en-US" sz="1600" dirty="0" err="1"/>
              <a:t>d’utilisation</a:t>
            </a:r>
            <a:r>
              <a:rPr lang="en-US" sz="1600" dirty="0"/>
              <a:t> ?</a:t>
            </a:r>
          </a:p>
          <a:p>
            <a:pPr indent="-228600">
              <a:lnSpc>
                <a:spcPct val="90000"/>
              </a:lnSpc>
              <a:spcAft>
                <a:spcPts val="600"/>
              </a:spcAft>
              <a:buFont typeface="Arial" panose="020B0604020202020204" pitchFamily="34" charset="0"/>
              <a:buChar char="•"/>
            </a:pPr>
            <a:r>
              <a:rPr lang="en-US" sz="1600" dirty="0"/>
              <a:t>Un bon rapport/</a:t>
            </a:r>
            <a:r>
              <a:rPr lang="en-US" sz="1600" dirty="0" err="1"/>
              <a:t>qualité</a:t>
            </a:r>
            <a:r>
              <a:rPr lang="en-US" sz="1600" dirty="0"/>
              <a:t> prix, </a:t>
            </a:r>
            <a:r>
              <a:rPr lang="en-US" sz="1600" dirty="0" err="1"/>
              <a:t>c’est</a:t>
            </a:r>
            <a:r>
              <a:rPr lang="en-US" sz="1600" dirty="0"/>
              <a:t>-à-dire ?</a:t>
            </a:r>
          </a:p>
          <a:p>
            <a:pPr indent="-228600">
              <a:lnSpc>
                <a:spcPct val="90000"/>
              </a:lnSpc>
              <a:spcAft>
                <a:spcPts val="600"/>
              </a:spcAft>
              <a:buFont typeface="Arial" panose="020B0604020202020204" pitchFamily="34" charset="0"/>
              <a:buChar char="•"/>
            </a:pPr>
            <a:endParaRPr lang="en-US" sz="1600" dirty="0"/>
          </a:p>
          <a:p>
            <a:pPr>
              <a:lnSpc>
                <a:spcPct val="90000"/>
              </a:lnSpc>
              <a:spcAft>
                <a:spcPts val="600"/>
              </a:spcAft>
            </a:pPr>
            <a:r>
              <a:rPr lang="en-US" sz="2000" b="1" dirty="0"/>
              <a:t>E</a:t>
            </a:r>
            <a:r>
              <a:rPr lang="en-US" sz="1600" b="1" dirty="0"/>
              <a:t>NCOURAGER LES CHOIX AVEC LES QUESTIONS ALTERNATIVES</a:t>
            </a:r>
          </a:p>
          <a:p>
            <a:pPr indent="-228600">
              <a:lnSpc>
                <a:spcPct val="90000"/>
              </a:lnSpc>
              <a:spcAft>
                <a:spcPts val="600"/>
              </a:spcAft>
              <a:buFont typeface="Arial" panose="020B0604020202020204" pitchFamily="34" charset="0"/>
              <a:buChar char="•"/>
            </a:pPr>
            <a:r>
              <a:rPr lang="en-US" sz="1600" dirty="0" err="1"/>
              <a:t>Préférez-vous</a:t>
            </a:r>
            <a:r>
              <a:rPr lang="en-US" sz="1600" dirty="0"/>
              <a:t> la </a:t>
            </a:r>
            <a:r>
              <a:rPr lang="en-US" sz="1600" dirty="0" err="1"/>
              <a:t>simplicité</a:t>
            </a:r>
            <a:r>
              <a:rPr lang="en-US" sz="1600" dirty="0"/>
              <a:t> ou le </a:t>
            </a:r>
            <a:r>
              <a:rPr lang="en-US" sz="1600" dirty="0" err="1"/>
              <a:t>choix</a:t>
            </a:r>
            <a:r>
              <a:rPr lang="en-US" sz="1600" dirty="0"/>
              <a:t> de </a:t>
            </a:r>
            <a:r>
              <a:rPr lang="en-US" sz="1600" dirty="0" err="1"/>
              <a:t>fonctionnalités</a:t>
            </a:r>
            <a:r>
              <a:rPr lang="en-US" sz="1600" dirty="0"/>
              <a:t> ?</a:t>
            </a:r>
          </a:p>
          <a:p>
            <a:pPr indent="-228600">
              <a:lnSpc>
                <a:spcPct val="90000"/>
              </a:lnSpc>
              <a:spcAft>
                <a:spcPts val="600"/>
              </a:spcAft>
              <a:buFont typeface="Arial" panose="020B0604020202020204" pitchFamily="34" charset="0"/>
              <a:buChar char="•"/>
            </a:pPr>
            <a:r>
              <a:rPr lang="en-US" sz="1600" dirty="0" err="1"/>
              <a:t>Voulez-vous</a:t>
            </a:r>
            <a:r>
              <a:rPr lang="en-US" sz="1600" dirty="0"/>
              <a:t> </a:t>
            </a:r>
          </a:p>
        </p:txBody>
      </p:sp>
      <p:pic>
        <p:nvPicPr>
          <p:cNvPr id="7" name="Picture 6" descr="A picture containing furniture, table&#10;&#10;Description automatically generated">
            <a:extLst>
              <a:ext uri="{FF2B5EF4-FFF2-40B4-BE49-F238E27FC236}">
                <a16:creationId xmlns:a16="http://schemas.microsoft.com/office/drawing/2014/main" id="{CD229B23-5660-48D0-84BC-FF8118F19FC4}"/>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181" b="39897"/>
          <a:stretch/>
        </p:blipFill>
        <p:spPr>
          <a:xfrm>
            <a:off x="5189477" y="88901"/>
            <a:ext cx="6986717" cy="2832100"/>
          </a:xfrm>
          <a:prstGeom prst="rect">
            <a:avLst/>
          </a:prstGeom>
        </p:spPr>
      </p:pic>
      <p:sp>
        <p:nvSpPr>
          <p:cNvPr id="8" name="TextBox 7">
            <a:extLst>
              <a:ext uri="{FF2B5EF4-FFF2-40B4-BE49-F238E27FC236}">
                <a16:creationId xmlns:a16="http://schemas.microsoft.com/office/drawing/2014/main" id="{CAA0E926-9010-435F-A8AA-FA5829541852}"/>
              </a:ext>
            </a:extLst>
          </p:cNvPr>
          <p:cNvSpPr txBox="1"/>
          <p:nvPr/>
        </p:nvSpPr>
        <p:spPr>
          <a:xfrm>
            <a:off x="12007270" y="6657945"/>
            <a:ext cx="184730"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3586462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on&#10;&#10;Description automatically generated">
            <a:extLst>
              <a:ext uri="{FF2B5EF4-FFF2-40B4-BE49-F238E27FC236}">
                <a16:creationId xmlns:a16="http://schemas.microsoft.com/office/drawing/2014/main" id="{81249EA7-6E67-470D-AF9A-B851A24B996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4147" r="9089" b="8724"/>
          <a:stretch/>
        </p:blipFill>
        <p:spPr>
          <a:xfrm>
            <a:off x="5673517" y="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371094" y="1268730"/>
            <a:ext cx="6299530" cy="516636"/>
          </a:xfrm>
        </p:spPr>
        <p:txBody>
          <a:bodyPr anchor="b">
            <a:normAutofit/>
          </a:bodyPr>
          <a:lstStyle/>
          <a:p>
            <a:pPr algn="ctr"/>
            <a:r>
              <a:rPr lang="fr-FR" sz="2800" b="1" dirty="0"/>
              <a:t>TRAITEMENT DES PLAINTES/REQUÊTES</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251172" y="2664461"/>
            <a:ext cx="8443122" cy="3481832"/>
          </a:xfrm>
        </p:spPr>
        <p:txBody>
          <a:bodyPr anchor="t">
            <a:normAutofit fontScale="85000" lnSpcReduction="10000"/>
          </a:bodyPr>
          <a:lstStyle/>
          <a:p>
            <a:pPr>
              <a:buFont typeface="Wingdings" panose="05000000000000000000" pitchFamily="2" charset="2"/>
              <a:buChar char="q"/>
            </a:pPr>
            <a:r>
              <a:rPr lang="fr-FR" sz="2000" dirty="0"/>
              <a:t>Le conseiller doit apporter une réponse juste, précise et concise à la demande du client.</a:t>
            </a:r>
          </a:p>
          <a:p>
            <a:pPr>
              <a:buFont typeface="Wingdings" panose="05000000000000000000" pitchFamily="2" charset="2"/>
              <a:buChar char="q"/>
            </a:pPr>
            <a:r>
              <a:rPr lang="fr-FR" sz="2000" dirty="0"/>
              <a:t>Il doit s’assurer de communiquer l’information à la bonne personne à travers un Security check </a:t>
            </a:r>
          </a:p>
          <a:p>
            <a:pPr marL="0" indent="0">
              <a:buNone/>
            </a:pPr>
            <a:r>
              <a:rPr lang="fr-FR" sz="2000" dirty="0"/>
              <a:t>La réponse à cette requête peut être :</a:t>
            </a:r>
          </a:p>
          <a:p>
            <a:pPr>
              <a:buFont typeface="Wingdings" panose="05000000000000000000" pitchFamily="2" charset="2"/>
              <a:buChar char="ü"/>
            </a:pPr>
            <a:r>
              <a:rPr lang="fr-FR" sz="2000" b="1" dirty="0"/>
              <a:t>Immédiate, </a:t>
            </a:r>
            <a:r>
              <a:rPr lang="fr-FR" sz="2000" dirty="0"/>
              <a:t>généralement pour les informations générales; ex: Connaitre sa </a:t>
            </a:r>
            <a:r>
              <a:rPr lang="fr-FR" sz="2000" dirty="0" err="1"/>
              <a:t>postion</a:t>
            </a:r>
            <a:r>
              <a:rPr lang="fr-FR" sz="2000" dirty="0"/>
              <a:t>.</a:t>
            </a:r>
          </a:p>
          <a:p>
            <a:pPr>
              <a:buFont typeface="Wingdings" panose="05000000000000000000" pitchFamily="2" charset="2"/>
              <a:buChar char="ü"/>
            </a:pPr>
            <a:r>
              <a:rPr lang="fr-FR" sz="2000" b="1" dirty="0"/>
              <a:t>Ou non immédiate</a:t>
            </a:r>
            <a:r>
              <a:rPr lang="fr-FR" sz="2000" dirty="0"/>
              <a:t>, il faut dans ce cas précis expliquer le processus de traitement et communiquer les délais.</a:t>
            </a:r>
          </a:p>
          <a:p>
            <a:pPr>
              <a:buFont typeface="Wingdings" panose="05000000000000000000" pitchFamily="2" charset="2"/>
              <a:buChar char="q"/>
            </a:pPr>
            <a:r>
              <a:rPr lang="fr-FR" sz="2000" dirty="0"/>
              <a:t>Transmettre la requête à l’équipe en charge et suivre jusqu’à résolution</a:t>
            </a:r>
          </a:p>
          <a:p>
            <a:pPr>
              <a:buFont typeface="Wingdings" panose="05000000000000000000" pitchFamily="2" charset="2"/>
              <a:buChar char="q"/>
            </a:pPr>
            <a:r>
              <a:rPr lang="fr-FR" sz="2000" dirty="0"/>
              <a:t>S’assurer de la résolution et de la satisfaction du client</a:t>
            </a:r>
          </a:p>
          <a:p>
            <a:pPr marL="0" indent="0">
              <a:buNone/>
            </a:pPr>
            <a:r>
              <a:rPr lang="fr-FR" sz="2000" dirty="0"/>
              <a:t>                                                                                       </a:t>
            </a:r>
          </a:p>
          <a:p>
            <a:pPr marL="0" indent="0">
              <a:buNone/>
            </a:pPr>
            <a:r>
              <a:rPr lang="fr-FR" sz="2000" dirty="0"/>
              <a:t>                                                                                                             Sourire et enthousiasme </a:t>
            </a:r>
          </a:p>
          <a:p>
            <a:endParaRPr lang="fr-FR" sz="900" dirty="0"/>
          </a:p>
        </p:txBody>
      </p:sp>
      <p:sp>
        <p:nvSpPr>
          <p:cNvPr id="6" name="TextBox 5">
            <a:extLst>
              <a:ext uri="{FF2B5EF4-FFF2-40B4-BE49-F238E27FC236}">
                <a16:creationId xmlns:a16="http://schemas.microsoft.com/office/drawing/2014/main" id="{27FA8058-E258-4CEE-9121-F68ABA5E4287}"/>
              </a:ext>
            </a:extLst>
          </p:cNvPr>
          <p:cNvSpPr txBox="1"/>
          <p:nvPr/>
        </p:nvSpPr>
        <p:spPr>
          <a:xfrm>
            <a:off x="12007269" y="6657945"/>
            <a:ext cx="184731" cy="45719"/>
          </a:xfrm>
          <a:prstGeom prst="rect">
            <a:avLst/>
          </a:prstGeom>
          <a:solidFill>
            <a:srgbClr val="000000"/>
          </a:solidFill>
        </p:spPr>
        <p:txBody>
          <a:bodyPr wrap="squar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361351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wo people looking at a computer&#10;&#10;Description automatically generated with low confidence">
            <a:extLst>
              <a:ext uri="{FF2B5EF4-FFF2-40B4-BE49-F238E27FC236}">
                <a16:creationId xmlns:a16="http://schemas.microsoft.com/office/drawing/2014/main" id="{DF560ED1-FC72-46C7-B2EB-949E08F1BFE3}"/>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40592" b="1"/>
          <a:stretch/>
        </p:blipFill>
        <p:spPr>
          <a:xfrm>
            <a:off x="3523488" y="10"/>
            <a:ext cx="8668512" cy="6857990"/>
          </a:xfrm>
          <a:prstGeom prst="rect">
            <a:avLst/>
          </a:prstGeom>
        </p:spPr>
      </p:pic>
      <p:sp>
        <p:nvSpPr>
          <p:cNvPr id="16" name="Rectangle 15">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246176" y="1212303"/>
            <a:ext cx="5849824" cy="532509"/>
          </a:xfrm>
        </p:spPr>
        <p:txBody>
          <a:bodyPr anchor="b">
            <a:noAutofit/>
          </a:bodyPr>
          <a:lstStyle/>
          <a:p>
            <a:pPr algn="ctr"/>
            <a:r>
              <a:rPr lang="fr-FR" sz="3200" b="1" dirty="0"/>
              <a:t>COMMENT PRENDRE CONGÉ</a:t>
            </a:r>
          </a:p>
        </p:txBody>
      </p:sp>
      <p:sp>
        <p:nvSpPr>
          <p:cNvPr id="18" name="Rectangle 1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424815" y="2626577"/>
            <a:ext cx="6869155" cy="3307879"/>
          </a:xfrm>
        </p:spPr>
        <p:txBody>
          <a:bodyPr anchor="t">
            <a:normAutofit/>
          </a:bodyPr>
          <a:lstStyle/>
          <a:p>
            <a:pPr marL="0" indent="0">
              <a:buNone/>
            </a:pPr>
            <a:r>
              <a:rPr lang="fr-FR" sz="2000" b="1" dirty="0"/>
              <a:t>Le conseiller doit s’assurer que le client à bien compris l’information et qu’il est satisfait.</a:t>
            </a:r>
          </a:p>
          <a:p>
            <a:pPr marL="0" indent="0">
              <a:buNone/>
            </a:pPr>
            <a:r>
              <a:rPr lang="fr-FR" sz="2000" b="1" dirty="0"/>
              <a:t>Offrir une assistance supplémentaire</a:t>
            </a:r>
          </a:p>
          <a:p>
            <a:pPr marL="0" indent="0">
              <a:buNone/>
            </a:pPr>
            <a:r>
              <a:rPr lang="fr-FR" sz="2000" b="1" dirty="0"/>
              <a:t>Faire du </a:t>
            </a:r>
            <a:r>
              <a:rPr lang="fr-FR" sz="2000" b="1" dirty="0">
                <a:highlight>
                  <a:srgbClr val="FFFF00"/>
                </a:highlight>
              </a:rPr>
              <a:t>UP SELLING </a:t>
            </a:r>
            <a:r>
              <a:rPr lang="fr-FR" sz="2000" b="1" dirty="0"/>
              <a:t>/ </a:t>
            </a:r>
            <a:r>
              <a:rPr lang="fr-FR" sz="2000" b="1" dirty="0">
                <a:highlight>
                  <a:srgbClr val="FFFF00"/>
                </a:highlight>
              </a:rPr>
              <a:t>CROSS SELLING </a:t>
            </a:r>
          </a:p>
          <a:p>
            <a:pPr marL="0" indent="0">
              <a:buNone/>
            </a:pPr>
            <a:endParaRPr lang="fr-FR" sz="2000" b="1" dirty="0"/>
          </a:p>
          <a:p>
            <a:r>
              <a:rPr lang="fr-FR" sz="2000" b="1" dirty="0"/>
              <a:t>EX:</a:t>
            </a:r>
            <a:r>
              <a:rPr lang="fr-FR" sz="2000" b="1" i="1" dirty="0"/>
              <a:t>MR/Mme xxx tout le plaisir a été pour moi de vous porter assistance, je  vous souhaite une agréable journée/soirée</a:t>
            </a:r>
          </a:p>
          <a:p>
            <a:endParaRPr lang="fr-FR" sz="1700" dirty="0"/>
          </a:p>
        </p:txBody>
      </p:sp>
      <p:sp>
        <p:nvSpPr>
          <p:cNvPr id="9" name="TextBox 8">
            <a:extLst>
              <a:ext uri="{FF2B5EF4-FFF2-40B4-BE49-F238E27FC236}">
                <a16:creationId xmlns:a16="http://schemas.microsoft.com/office/drawing/2014/main" id="{BC64379D-D37A-436B-8751-FE4536036C4C}"/>
              </a:ext>
            </a:extLst>
          </p:cNvPr>
          <p:cNvSpPr txBox="1"/>
          <p:nvPr/>
        </p:nvSpPr>
        <p:spPr>
          <a:xfrm>
            <a:off x="12007270" y="6657945"/>
            <a:ext cx="184730"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2044598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con&#10;&#10;Description automatically generated">
            <a:extLst>
              <a:ext uri="{FF2B5EF4-FFF2-40B4-BE49-F238E27FC236}">
                <a16:creationId xmlns:a16="http://schemas.microsoft.com/office/drawing/2014/main" id="{CE80FE26-E41C-4F2F-9760-A8333522940C}"/>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200"/>
          <a:stretch/>
        </p:blipFill>
        <p:spPr>
          <a:xfrm>
            <a:off x="3523488" y="10"/>
            <a:ext cx="8668512" cy="6857990"/>
          </a:xfrm>
          <a:prstGeom prst="rect">
            <a:avLst/>
          </a:prstGeom>
        </p:spPr>
      </p:pic>
      <p:sp>
        <p:nvSpPr>
          <p:cNvPr id="14" name="Rectangle 1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193966" y="970788"/>
            <a:ext cx="5382375" cy="1124712"/>
          </a:xfrm>
        </p:spPr>
        <p:txBody>
          <a:bodyPr anchor="b">
            <a:normAutofit/>
          </a:bodyPr>
          <a:lstStyle/>
          <a:p>
            <a:pPr algn="ctr"/>
            <a:r>
              <a:rPr lang="fr-FR" sz="3200" dirty="0"/>
              <a:t>   </a:t>
            </a:r>
            <a:r>
              <a:rPr lang="fr-FR" sz="3200" b="1" dirty="0"/>
              <a:t>QUELQUES APTITUDES </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311133" y="2591943"/>
            <a:ext cx="10047071" cy="3207258"/>
          </a:xfrm>
        </p:spPr>
        <p:txBody>
          <a:bodyPr anchor="t">
            <a:noAutofit/>
          </a:bodyPr>
          <a:lstStyle/>
          <a:p>
            <a:pPr>
              <a:buFont typeface="Wingdings" panose="05000000000000000000" pitchFamily="2" charset="2"/>
              <a:buChar char="ü"/>
            </a:pPr>
            <a:r>
              <a:rPr lang="fr-FR" sz="1800" b="1" dirty="0">
                <a:latin typeface="+mj-lt"/>
              </a:rPr>
              <a:t>Le conseiller doit garder en tête la satisfaction du client</a:t>
            </a:r>
          </a:p>
          <a:p>
            <a:pPr>
              <a:buFont typeface="Wingdings" panose="05000000000000000000" pitchFamily="2" charset="2"/>
              <a:buChar char="ü"/>
            </a:pPr>
            <a:r>
              <a:rPr lang="fr-FR" sz="1800" b="1" dirty="0">
                <a:latin typeface="+mj-lt"/>
              </a:rPr>
              <a:t>Un conseiller client doit toujours être souriant</a:t>
            </a:r>
          </a:p>
          <a:p>
            <a:pPr>
              <a:buFont typeface="Wingdings" panose="05000000000000000000" pitchFamily="2" charset="2"/>
              <a:buChar char="ü"/>
            </a:pPr>
            <a:r>
              <a:rPr lang="fr-FR" sz="1800" b="1" dirty="0">
                <a:latin typeface="+mj-lt"/>
              </a:rPr>
              <a:t>Il doit être l’ambassadeur de son entreprise</a:t>
            </a:r>
          </a:p>
          <a:p>
            <a:pPr>
              <a:buFont typeface="Wingdings" panose="05000000000000000000" pitchFamily="2" charset="2"/>
              <a:buChar char="ü"/>
            </a:pPr>
            <a:r>
              <a:rPr lang="fr-FR" sz="1800" b="1" dirty="0">
                <a:latin typeface="+mj-lt"/>
              </a:rPr>
              <a:t>Faire remonter immédiatement les plaintes et requêtes  récurrentes, afin que le département concerné puisse prendre les mesures nécessaires pour l’amélioration du service</a:t>
            </a:r>
          </a:p>
          <a:p>
            <a:pPr>
              <a:buFont typeface="Wingdings" panose="05000000000000000000" pitchFamily="2" charset="2"/>
              <a:buChar char="ü"/>
            </a:pPr>
            <a:r>
              <a:rPr lang="fr-FR" sz="1800" b="1" dirty="0">
                <a:latin typeface="+mj-lt"/>
              </a:rPr>
              <a:t>La courtoisie et la prise en charge doivent être systématiques pour tous les clients, peu importe leur niveau intellectuel ou leur Age.</a:t>
            </a:r>
          </a:p>
          <a:p>
            <a:pPr>
              <a:buFont typeface="Wingdings" panose="05000000000000000000" pitchFamily="2" charset="2"/>
              <a:buChar char="ü"/>
            </a:pPr>
            <a:r>
              <a:rPr lang="fr-FR" sz="1800" b="1" dirty="0">
                <a:latin typeface="+mj-lt"/>
              </a:rPr>
              <a:t>L’enthousiasme doit se sentir dans la voix du conseiller client qui démontre ainsi son envie de servir le client.</a:t>
            </a:r>
          </a:p>
          <a:p>
            <a:pPr lvl="0">
              <a:buFont typeface="Wingdings" panose="05000000000000000000" pitchFamily="2" charset="2"/>
              <a:buChar char="ü"/>
            </a:pPr>
            <a:r>
              <a:rPr lang="fr-FR" sz="1800" b="1" dirty="0">
                <a:latin typeface="+mj-lt"/>
              </a:rPr>
              <a:t>Le conseiller client doit tourner toute son attention vers le client. Il ne doit pas bavarder avec ses collègues sur des sujets extra</a:t>
            </a:r>
          </a:p>
          <a:p>
            <a:pPr lvl="0">
              <a:buFont typeface="Wingdings" panose="05000000000000000000" pitchFamily="2" charset="2"/>
              <a:buChar char="ü"/>
            </a:pPr>
            <a:r>
              <a:rPr lang="fr-FR" sz="1800" b="1" dirty="0">
                <a:latin typeface="+mj-lt"/>
              </a:rPr>
              <a:t>Un conseiller client ne saurait jamais, au grand jamais perdre son sang-froid lors d’une interaction avec un client</a:t>
            </a:r>
          </a:p>
          <a:p>
            <a:pPr lvl="0">
              <a:buFont typeface="Wingdings" panose="05000000000000000000" pitchFamily="2" charset="2"/>
              <a:buChar char="ü"/>
            </a:pPr>
            <a:endParaRPr lang="fr-FR" sz="2000" b="1" dirty="0">
              <a:latin typeface="+mj-lt"/>
            </a:endParaRPr>
          </a:p>
          <a:p>
            <a:endParaRPr lang="fr-FR" sz="2000" dirty="0"/>
          </a:p>
          <a:p>
            <a:endParaRPr lang="fr-FR" sz="2000" dirty="0"/>
          </a:p>
          <a:p>
            <a:endParaRPr lang="fr-FR" sz="2000" dirty="0"/>
          </a:p>
        </p:txBody>
      </p:sp>
      <p:sp>
        <p:nvSpPr>
          <p:cNvPr id="7" name="TextBox 6">
            <a:extLst>
              <a:ext uri="{FF2B5EF4-FFF2-40B4-BE49-F238E27FC236}">
                <a16:creationId xmlns:a16="http://schemas.microsoft.com/office/drawing/2014/main" id="{0B8B9788-A228-4D45-8978-92C1FA0EF8D0}"/>
              </a:ext>
            </a:extLst>
          </p:cNvPr>
          <p:cNvSpPr txBox="1"/>
          <p:nvPr/>
        </p:nvSpPr>
        <p:spPr>
          <a:xfrm>
            <a:off x="12007270" y="6657945"/>
            <a:ext cx="184730" cy="200055"/>
          </a:xfrm>
          <a:prstGeom prst="rect">
            <a:avLst/>
          </a:prstGeom>
          <a:solidFill>
            <a:srgbClr val="000000"/>
          </a:solidFill>
        </p:spPr>
        <p:txBody>
          <a:bodyPr wrap="none" rtlCol="0">
            <a:spAutoFit/>
          </a:bodyPr>
          <a:lstStyle/>
          <a:p>
            <a:pPr algn="r">
              <a:spcAft>
                <a:spcPts val="600"/>
              </a:spcAft>
            </a:pPr>
            <a:endParaRPr lang="fr-BF" sz="700" dirty="0">
              <a:solidFill>
                <a:srgbClr val="FFFFFF"/>
              </a:solidFill>
            </a:endParaRPr>
          </a:p>
        </p:txBody>
      </p:sp>
    </p:spTree>
    <p:extLst>
      <p:ext uri="{BB962C8B-B14F-4D97-AF65-F5344CB8AC3E}">
        <p14:creationId xmlns:p14="http://schemas.microsoft.com/office/powerpoint/2010/main" val="1829538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on&#10;&#10;Description automatically generated">
            <a:extLst>
              <a:ext uri="{FF2B5EF4-FFF2-40B4-BE49-F238E27FC236}">
                <a16:creationId xmlns:a16="http://schemas.microsoft.com/office/drawing/2014/main" id="{0539D12D-740C-4267-9B87-B9D992C2632C}"/>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7308" r="1" b="12438"/>
          <a:stretch/>
        </p:blipFill>
        <p:spPr>
          <a:xfrm>
            <a:off x="3523488" y="10"/>
            <a:ext cx="8668512" cy="6857990"/>
          </a:xfrm>
          <a:prstGeom prst="rect">
            <a:avLst/>
          </a:prstGeom>
        </p:spPr>
      </p:pic>
      <p:sp>
        <p:nvSpPr>
          <p:cNvPr id="26" name="Rectangle 25">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371094" y="1033273"/>
            <a:ext cx="4725562" cy="1252727"/>
          </a:xfrm>
        </p:spPr>
        <p:txBody>
          <a:bodyPr anchor="b">
            <a:normAutofit/>
          </a:bodyPr>
          <a:lstStyle/>
          <a:p>
            <a:pPr algn="ctr"/>
            <a:r>
              <a:rPr lang="fr-FR" b="1" dirty="0">
                <a:latin typeface="+mn-lt"/>
              </a:rPr>
              <a:t>A EVITER</a:t>
            </a:r>
          </a:p>
        </p:txBody>
      </p:sp>
      <p:sp>
        <p:nvSpPr>
          <p:cNvPr id="28" name="Rectangle 2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371094" y="2610104"/>
            <a:ext cx="6314519" cy="3207258"/>
          </a:xfrm>
        </p:spPr>
        <p:txBody>
          <a:bodyPr anchor="t">
            <a:noAutofit/>
          </a:bodyPr>
          <a:lstStyle/>
          <a:p>
            <a:pPr>
              <a:buFont typeface="Wingdings" panose="05000000000000000000" pitchFamily="2" charset="2"/>
              <a:buChar char="q"/>
            </a:pPr>
            <a:r>
              <a:rPr lang="fr-FR" sz="1800" b="1" dirty="0"/>
              <a:t>Eviter les tics ( oui </a:t>
            </a:r>
            <a:r>
              <a:rPr lang="fr-FR" sz="1800" b="1" dirty="0" err="1"/>
              <a:t>oui</a:t>
            </a:r>
            <a:r>
              <a:rPr lang="fr-FR" sz="1800" b="1" dirty="0"/>
              <a:t>…, d’accord d ’accord)</a:t>
            </a:r>
          </a:p>
          <a:p>
            <a:pPr>
              <a:buFont typeface="Wingdings" panose="05000000000000000000" pitchFamily="2" charset="2"/>
              <a:buChar char="q"/>
            </a:pPr>
            <a:r>
              <a:rPr lang="fr-FR" sz="1800" b="1" dirty="0"/>
              <a:t>Eviter les mots négatifs</a:t>
            </a:r>
          </a:p>
          <a:p>
            <a:pPr>
              <a:buFont typeface="Wingdings" panose="05000000000000000000" pitchFamily="2" charset="2"/>
              <a:buChar char="q"/>
            </a:pPr>
            <a:r>
              <a:rPr lang="fr-FR" sz="1800" b="1" dirty="0"/>
              <a:t>Eviter de dire ALLO </a:t>
            </a:r>
            <a:r>
              <a:rPr lang="fr-FR" sz="1800" b="1" dirty="0" err="1"/>
              <a:t>ALLO</a:t>
            </a:r>
            <a:endParaRPr lang="fr-FR" sz="1800" b="1" dirty="0"/>
          </a:p>
          <a:p>
            <a:pPr>
              <a:buFont typeface="Wingdings" panose="05000000000000000000" pitchFamily="2" charset="2"/>
              <a:buChar char="q"/>
            </a:pPr>
            <a:r>
              <a:rPr lang="fr-FR" sz="1800" b="1" dirty="0"/>
              <a:t>Eviter les termes techniques </a:t>
            </a:r>
          </a:p>
          <a:p>
            <a:pPr>
              <a:buFont typeface="Wingdings" panose="05000000000000000000" pitchFamily="2" charset="2"/>
              <a:buChar char="q"/>
            </a:pPr>
            <a:r>
              <a:rPr lang="fr-FR" sz="1800" b="1" dirty="0"/>
              <a:t>Ne jamais tutoyer le client</a:t>
            </a:r>
          </a:p>
          <a:p>
            <a:pPr>
              <a:buFont typeface="Wingdings" panose="05000000000000000000" pitchFamily="2" charset="2"/>
              <a:buChar char="q"/>
            </a:pPr>
            <a:r>
              <a:rPr lang="fr-FR" sz="1800" b="1" dirty="0"/>
              <a:t>Eviter de faire répéter le client en pratiquant l’écoute active</a:t>
            </a:r>
          </a:p>
          <a:p>
            <a:pPr>
              <a:buFont typeface="Wingdings" panose="05000000000000000000" pitchFamily="2" charset="2"/>
              <a:buChar char="q"/>
            </a:pPr>
            <a:r>
              <a:rPr lang="fr-FR" sz="1800" b="1" dirty="0"/>
              <a:t>Eviter de manger pendant son temps de connexion</a:t>
            </a:r>
          </a:p>
          <a:p>
            <a:pPr>
              <a:buFont typeface="Wingdings" panose="05000000000000000000" pitchFamily="2" charset="2"/>
              <a:buChar char="q"/>
            </a:pPr>
            <a:r>
              <a:rPr lang="fr-FR" sz="1800" b="1" dirty="0"/>
              <a:t>NE JAMAIS PERDRE SON SANG FROID</a:t>
            </a:r>
          </a:p>
          <a:p>
            <a:pPr>
              <a:buFont typeface="Wingdings" panose="05000000000000000000" pitchFamily="2" charset="2"/>
              <a:buChar char="q"/>
            </a:pPr>
            <a:r>
              <a:rPr lang="fr-FR" sz="1800" b="1" dirty="0"/>
              <a:t>Ne pas mettre le client en attente inutilement</a:t>
            </a:r>
          </a:p>
          <a:p>
            <a:pPr>
              <a:buFont typeface="Wingdings" panose="05000000000000000000" pitchFamily="2" charset="2"/>
              <a:buChar char="q"/>
            </a:pPr>
            <a:r>
              <a:rPr lang="fr-FR" sz="1800" b="1" dirty="0"/>
              <a:t>Eviter de marmonner </a:t>
            </a:r>
          </a:p>
          <a:p>
            <a:pPr>
              <a:buFont typeface="Wingdings" panose="05000000000000000000" pitchFamily="2" charset="2"/>
              <a:buChar char="q"/>
            </a:pPr>
            <a:r>
              <a:rPr lang="fr-FR" sz="1800" b="1" dirty="0"/>
              <a:t>Ne jamais communiquer de mauvaises informations</a:t>
            </a:r>
          </a:p>
        </p:txBody>
      </p:sp>
      <p:sp>
        <p:nvSpPr>
          <p:cNvPr id="6" name="TextBox 5">
            <a:extLst>
              <a:ext uri="{FF2B5EF4-FFF2-40B4-BE49-F238E27FC236}">
                <a16:creationId xmlns:a16="http://schemas.microsoft.com/office/drawing/2014/main" id="{9D437B17-7050-4F63-A7D6-807BCA0D0459}"/>
              </a:ext>
            </a:extLst>
          </p:cNvPr>
          <p:cNvSpPr txBox="1"/>
          <p:nvPr/>
        </p:nvSpPr>
        <p:spPr>
          <a:xfrm>
            <a:off x="9732673" y="6657945"/>
            <a:ext cx="2459327" cy="200055"/>
          </a:xfrm>
          <a:prstGeom prst="rect">
            <a:avLst/>
          </a:prstGeom>
          <a:solidFill>
            <a:srgbClr val="000000"/>
          </a:solidFill>
        </p:spPr>
        <p:txBody>
          <a:bodyPr wrap="none" rtlCol="0">
            <a:spAutoFit/>
          </a:bodyPr>
          <a:lstStyle/>
          <a:p>
            <a:pPr algn="r">
              <a:spcAft>
                <a:spcPts val="600"/>
              </a:spcAft>
            </a:pPr>
            <a:r>
              <a:rPr lang="fr-BF" sz="700">
                <a:solidFill>
                  <a:srgbClr val="FFFFFF"/>
                </a:solidFill>
                <a:hlinkClick r:id="rId4" tooltip="https://henrikaufman.typepad.com/et_si_lon_parlait_marketi/2013/01/un-peu-p%C3%A9remptoire-larticle-de-la-tribune-les-5-tendances-%C3%A0-%C3%A9viter-en-2013.html">
                  <a:extLst>
                    <a:ext uri="{A12FA001-AC4F-418D-AE19-62706E023703}">
                      <ahyp:hlinkClr xmlns:ahyp="http://schemas.microsoft.com/office/drawing/2018/hyperlinkcolor" val="tx"/>
                    </a:ext>
                  </a:extLst>
                </a:hlinkClick>
              </a:rPr>
              <a:t>This Photo</a:t>
            </a:r>
            <a:r>
              <a:rPr lang="fr-BF" sz="700">
                <a:solidFill>
                  <a:srgbClr val="FFFFFF"/>
                </a:solidFill>
              </a:rPr>
              <a:t> by Unknown Author is licensed under </a:t>
            </a:r>
            <a:r>
              <a:rPr lang="fr-BF"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fr-BF" sz="700">
              <a:solidFill>
                <a:srgbClr val="FFFFFF"/>
              </a:solidFill>
            </a:endParaRPr>
          </a:p>
        </p:txBody>
      </p:sp>
    </p:spTree>
    <p:extLst>
      <p:ext uri="{BB962C8B-B14F-4D97-AF65-F5344CB8AC3E}">
        <p14:creationId xmlns:p14="http://schemas.microsoft.com/office/powerpoint/2010/main" val="3039284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person&#10;&#10;Description automatically generated">
            <a:extLst>
              <a:ext uri="{FF2B5EF4-FFF2-40B4-BE49-F238E27FC236}">
                <a16:creationId xmlns:a16="http://schemas.microsoft.com/office/drawing/2014/main" id="{BF02028B-E83F-470A-9C82-05930AD274D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7930" r="15637" b="6249"/>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371094" y="1161288"/>
            <a:ext cx="3438144" cy="1124712"/>
          </a:xfrm>
        </p:spPr>
        <p:txBody>
          <a:bodyPr anchor="b">
            <a:normAutofit/>
          </a:bodyPr>
          <a:lstStyle/>
          <a:p>
            <a:r>
              <a:rPr lang="fr-FR" sz="2800" dirty="0"/>
              <a:t>L’ELOQUENCE VERBALE</a:t>
            </a:r>
          </a:p>
        </p:txBody>
      </p:sp>
      <p:sp>
        <p:nvSpPr>
          <p:cNvPr id="15" name="Rectangle 14">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371094" y="2718054"/>
            <a:ext cx="6652006" cy="3207258"/>
          </a:xfrm>
        </p:spPr>
        <p:txBody>
          <a:bodyPr anchor="t">
            <a:normAutofit lnSpcReduction="10000"/>
          </a:bodyPr>
          <a:lstStyle/>
          <a:p>
            <a:pPr marL="0" indent="0">
              <a:buNone/>
            </a:pPr>
            <a:r>
              <a:rPr lang="fr-FR" sz="2000" b="1" i="1" dirty="0"/>
              <a:t>L’éloquence verbal est la capacité à captiver son auditoire par la beauté et la manière de s’exprimer.</a:t>
            </a:r>
          </a:p>
          <a:p>
            <a:pPr marL="0" indent="0">
              <a:buNone/>
            </a:pPr>
            <a:endParaRPr lang="fr-FR" sz="2000" dirty="0"/>
          </a:p>
          <a:p>
            <a:pPr marL="0" indent="0">
              <a:buNone/>
            </a:pPr>
            <a:r>
              <a:rPr lang="fr-FR" sz="2000" dirty="0"/>
              <a:t>A travers la diction et la parole c’est notre pouvoir sur les mots donc notre pouvoir sur le monde qui se joue.</a:t>
            </a:r>
            <a:br>
              <a:rPr lang="fr-FR" sz="2000" dirty="0"/>
            </a:br>
            <a:r>
              <a:rPr lang="fr-FR" sz="2000" dirty="0"/>
              <a:t>D’ailleurs, traditionnellement la parole appartenait aux élites. A la classe dirigeante : Juristes, politiciens / avocats / prêtres, etc.</a:t>
            </a:r>
            <a:br>
              <a:rPr lang="fr-FR" sz="2000" dirty="0"/>
            </a:br>
            <a:r>
              <a:rPr lang="fr-FR" sz="2000" dirty="0"/>
              <a:t>La parole est désormais à tous.</a:t>
            </a:r>
          </a:p>
          <a:p>
            <a:pPr marL="0" indent="0">
              <a:buNone/>
            </a:pPr>
            <a:r>
              <a:rPr lang="fr-FR" sz="2000" dirty="0"/>
              <a:t>Ex de personnes éloquentes : </a:t>
            </a:r>
          </a:p>
          <a:p>
            <a:pPr marL="0" indent="0">
              <a:buNone/>
            </a:pPr>
            <a:endParaRPr lang="fr-FR" sz="1400" dirty="0"/>
          </a:p>
        </p:txBody>
      </p:sp>
      <p:sp>
        <p:nvSpPr>
          <p:cNvPr id="6" name="TextBox 5">
            <a:extLst>
              <a:ext uri="{FF2B5EF4-FFF2-40B4-BE49-F238E27FC236}">
                <a16:creationId xmlns:a16="http://schemas.microsoft.com/office/drawing/2014/main" id="{49A6EEB0-2BF4-42FE-9FC1-8061A01456E3}"/>
              </a:ext>
            </a:extLst>
          </p:cNvPr>
          <p:cNvSpPr txBox="1"/>
          <p:nvPr/>
        </p:nvSpPr>
        <p:spPr>
          <a:xfrm>
            <a:off x="9884958" y="6657945"/>
            <a:ext cx="2307042" cy="200055"/>
          </a:xfrm>
          <a:prstGeom prst="rect">
            <a:avLst/>
          </a:prstGeom>
          <a:solidFill>
            <a:srgbClr val="000000"/>
          </a:solidFill>
        </p:spPr>
        <p:txBody>
          <a:bodyPr wrap="none" rtlCol="0">
            <a:spAutoFit/>
          </a:bodyPr>
          <a:lstStyle/>
          <a:p>
            <a:pPr algn="r">
              <a:spcAft>
                <a:spcPts val="600"/>
              </a:spcAft>
            </a:pPr>
            <a:r>
              <a:rPr lang="fr-BF" sz="700">
                <a:solidFill>
                  <a:srgbClr val="FFFFFF"/>
                </a:solidFill>
                <a:hlinkClick r:id="rId3" tooltip="https://slidewiki.org/deck/101418/to-make-attractive-fan-page-use-facebook-phone-number-1-877-350-8878/slide/654918-1/">
                  <a:extLst>
                    <a:ext uri="{A12FA001-AC4F-418D-AE19-62706E023703}">
                      <ahyp:hlinkClr xmlns:ahyp="http://schemas.microsoft.com/office/drawing/2018/hyperlinkcolor" val="tx"/>
                    </a:ext>
                  </a:extLst>
                </a:hlinkClick>
              </a:rPr>
              <a:t>This Photo</a:t>
            </a:r>
            <a:r>
              <a:rPr lang="fr-BF" sz="700">
                <a:solidFill>
                  <a:srgbClr val="FFFFFF"/>
                </a:solidFill>
              </a:rPr>
              <a:t> by Unknown Author is licensed under </a:t>
            </a:r>
            <a:r>
              <a:rPr lang="fr-BF"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fr-BF" sz="700">
              <a:solidFill>
                <a:srgbClr val="FFFFFF"/>
              </a:solidFill>
            </a:endParaRPr>
          </a:p>
        </p:txBody>
      </p:sp>
    </p:spTree>
    <p:extLst>
      <p:ext uri="{BB962C8B-B14F-4D97-AF65-F5344CB8AC3E}">
        <p14:creationId xmlns:p14="http://schemas.microsoft.com/office/powerpoint/2010/main" val="2533607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graphicFrame>
        <p:nvGraphicFramePr>
          <p:cNvPr id="5" name="Espace réservé du contenu 2">
            <a:extLst>
              <a:ext uri="{FF2B5EF4-FFF2-40B4-BE49-F238E27FC236}">
                <a16:creationId xmlns:a16="http://schemas.microsoft.com/office/drawing/2014/main" id="{86891AF9-571D-48ED-B2CB-246C5C2118D3}"/>
              </a:ext>
            </a:extLst>
          </p:cNvPr>
          <p:cNvGraphicFramePr>
            <a:graphicFrameLocks noGrp="1"/>
          </p:cNvGraphicFramePr>
          <p:nvPr>
            <p:ph idx="1"/>
            <p:extLst>
              <p:ext uri="{D42A27DB-BD31-4B8C-83A1-F6EECF244321}">
                <p14:modId xmlns:p14="http://schemas.microsoft.com/office/powerpoint/2010/main" val="1397353362"/>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516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person&#10;&#10;Description automatically generated">
            <a:extLst>
              <a:ext uri="{FF2B5EF4-FFF2-40B4-BE49-F238E27FC236}">
                <a16:creationId xmlns:a16="http://schemas.microsoft.com/office/drawing/2014/main" id="{1906E6F1-288D-4681-8642-B756C888E46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941" r="-1" b="-1"/>
          <a:stretch/>
        </p:blipFill>
        <p:spPr>
          <a:xfrm>
            <a:off x="2514595"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contenu 2"/>
          <p:cNvSpPr>
            <a:spLocks noGrp="1"/>
          </p:cNvSpPr>
          <p:nvPr>
            <p:ph idx="1"/>
          </p:nvPr>
        </p:nvSpPr>
        <p:spPr>
          <a:xfrm>
            <a:off x="313544" y="1511190"/>
            <a:ext cx="5382718" cy="4349964"/>
          </a:xfrm>
        </p:spPr>
        <p:txBody>
          <a:bodyPr>
            <a:normAutofit/>
          </a:bodyPr>
          <a:lstStyle/>
          <a:p>
            <a:pPr marL="0" indent="0">
              <a:buNone/>
            </a:pPr>
            <a:endParaRPr lang="fr-FR" sz="1900" dirty="0"/>
          </a:p>
          <a:p>
            <a:pPr>
              <a:buFont typeface="Wingdings" panose="05000000000000000000" pitchFamily="2" charset="2"/>
              <a:buChar char="ü"/>
            </a:pPr>
            <a:r>
              <a:rPr lang="fr-FR" sz="2000" b="1" dirty="0"/>
              <a:t>CLAIRE ET AUDIBLE </a:t>
            </a:r>
          </a:p>
          <a:p>
            <a:pPr>
              <a:buFont typeface="Wingdings" panose="05000000000000000000" pitchFamily="2" charset="2"/>
              <a:buChar char="ü"/>
            </a:pPr>
            <a:endParaRPr lang="fr-FR" sz="2000" b="1" dirty="0"/>
          </a:p>
          <a:p>
            <a:pPr>
              <a:buFont typeface="Wingdings" panose="05000000000000000000" pitchFamily="2" charset="2"/>
              <a:buChar char="ü"/>
            </a:pPr>
            <a:r>
              <a:rPr lang="fr-FR" sz="2000" b="1" dirty="0"/>
              <a:t>POSTURE</a:t>
            </a:r>
          </a:p>
          <a:p>
            <a:pPr>
              <a:buFont typeface="Wingdings" panose="05000000000000000000" pitchFamily="2" charset="2"/>
              <a:buChar char="ü"/>
            </a:pPr>
            <a:endParaRPr lang="fr-FR" sz="2000" b="1" dirty="0"/>
          </a:p>
          <a:p>
            <a:pPr>
              <a:buFont typeface="Wingdings" panose="05000000000000000000" pitchFamily="2" charset="2"/>
              <a:buChar char="ü"/>
            </a:pPr>
            <a:r>
              <a:rPr lang="fr-FR" sz="2000" b="1" dirty="0"/>
              <a:t>EXPRESSIVE ET NATURELLE</a:t>
            </a:r>
          </a:p>
          <a:p>
            <a:pPr>
              <a:buFont typeface="Wingdings" panose="05000000000000000000" pitchFamily="2" charset="2"/>
              <a:buChar char="ü"/>
            </a:pPr>
            <a:endParaRPr lang="fr-FR" sz="2000" b="1" dirty="0"/>
          </a:p>
          <a:p>
            <a:pPr>
              <a:buFont typeface="Wingdings" panose="05000000000000000000" pitchFamily="2" charset="2"/>
              <a:buChar char="ü"/>
            </a:pPr>
            <a:r>
              <a:rPr lang="fr-FR" sz="2000" b="1" dirty="0"/>
              <a:t>SOURIANTE ET AGRÉABLE À ÉCOUTER</a:t>
            </a:r>
          </a:p>
        </p:txBody>
      </p:sp>
      <p:sp>
        <p:nvSpPr>
          <p:cNvPr id="9" name="TextBox 8">
            <a:extLst>
              <a:ext uri="{FF2B5EF4-FFF2-40B4-BE49-F238E27FC236}">
                <a16:creationId xmlns:a16="http://schemas.microsoft.com/office/drawing/2014/main" id="{597D004D-1A23-4C5C-AE00-2237E40DC218}"/>
              </a:ext>
            </a:extLst>
          </p:cNvPr>
          <p:cNvSpPr txBox="1"/>
          <p:nvPr/>
        </p:nvSpPr>
        <p:spPr>
          <a:xfrm>
            <a:off x="122536" y="493990"/>
            <a:ext cx="7226880" cy="523220"/>
          </a:xfrm>
          <a:prstGeom prst="rect">
            <a:avLst/>
          </a:prstGeom>
          <a:noFill/>
        </p:spPr>
        <p:txBody>
          <a:bodyPr wrap="square">
            <a:spAutoFit/>
          </a:bodyPr>
          <a:lstStyle/>
          <a:p>
            <a:r>
              <a:rPr lang="fr-FR" sz="2800" b="1" dirty="0"/>
              <a:t>UNE BONNE VOIX AU TÉLÉPHONE DOIT ÊTRE </a:t>
            </a:r>
          </a:p>
        </p:txBody>
      </p:sp>
    </p:spTree>
    <p:extLst>
      <p:ext uri="{BB962C8B-B14F-4D97-AF65-F5344CB8AC3E}">
        <p14:creationId xmlns:p14="http://schemas.microsoft.com/office/powerpoint/2010/main" val="2206166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person, person&#10;&#10;Description automatically generated">
            <a:extLst>
              <a:ext uri="{FF2B5EF4-FFF2-40B4-BE49-F238E27FC236}">
                <a16:creationId xmlns:a16="http://schemas.microsoft.com/office/drawing/2014/main" id="{AA389576-AFE5-4065-8510-4BE7A8B0230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8773" r="6591" b="9091"/>
          <a:stretch/>
        </p:blipFill>
        <p:spPr>
          <a:xfrm>
            <a:off x="3523486" y="10"/>
            <a:ext cx="8668512" cy="6857990"/>
          </a:xfrm>
          <a:prstGeom prst="rect">
            <a:avLst/>
          </a:prstGeom>
        </p:spPr>
      </p:pic>
      <p:sp>
        <p:nvSpPr>
          <p:cNvPr id="12" name="Rectangle 1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title"/>
          </p:nvPr>
        </p:nvSpPr>
        <p:spPr>
          <a:xfrm>
            <a:off x="201872" y="659384"/>
            <a:ext cx="7993418" cy="1124712"/>
          </a:xfrm>
        </p:spPr>
        <p:txBody>
          <a:bodyPr anchor="b">
            <a:normAutofit/>
          </a:bodyPr>
          <a:lstStyle/>
          <a:p>
            <a:pPr algn="ctr"/>
            <a:r>
              <a:rPr lang="fr-FR" sz="2800" b="1" dirty="0">
                <a:latin typeface="Abadi" panose="020B0604020104020204" pitchFamily="34" charset="0"/>
              </a:rPr>
              <a:t>VOICI LES 7 CONSEILS POUR UNE BONNE DICTION </a:t>
            </a: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p:cNvSpPr>
            <a:spLocks noGrp="1"/>
          </p:cNvSpPr>
          <p:nvPr>
            <p:ph idx="1"/>
          </p:nvPr>
        </p:nvSpPr>
        <p:spPr>
          <a:xfrm>
            <a:off x="201872" y="2801748"/>
            <a:ext cx="9087700" cy="3207258"/>
          </a:xfrm>
        </p:spPr>
        <p:txBody>
          <a:bodyPr anchor="t">
            <a:normAutofit/>
          </a:bodyPr>
          <a:lstStyle/>
          <a:p>
            <a:pPr>
              <a:buFont typeface="Wingdings" panose="05000000000000000000" pitchFamily="2" charset="2"/>
              <a:buChar char="q"/>
            </a:pPr>
            <a:r>
              <a:rPr lang="fr-FR" sz="2400" b="1" dirty="0"/>
              <a:t> Ne jamais forcer la voix, donc bien articuler</a:t>
            </a:r>
          </a:p>
          <a:p>
            <a:pPr>
              <a:buFont typeface="Wingdings" panose="05000000000000000000" pitchFamily="2" charset="2"/>
              <a:buChar char="q"/>
            </a:pPr>
            <a:r>
              <a:rPr lang="fr-FR" sz="2400" b="1" dirty="0"/>
              <a:t> Avoir du plaisir à s’entendre soi-même pour le faire partager</a:t>
            </a:r>
          </a:p>
          <a:p>
            <a:pPr>
              <a:buFont typeface="Wingdings" panose="05000000000000000000" pitchFamily="2" charset="2"/>
              <a:buChar char="q"/>
            </a:pPr>
            <a:r>
              <a:rPr lang="fr-FR" sz="2400" b="1" dirty="0"/>
              <a:t> Mettre en confort mon auditeur (ne pas l’obliger à tendre l’oreille)</a:t>
            </a:r>
          </a:p>
          <a:p>
            <a:pPr>
              <a:buFont typeface="Wingdings" panose="05000000000000000000" pitchFamily="2" charset="2"/>
              <a:buChar char="q"/>
            </a:pPr>
            <a:r>
              <a:rPr lang="fr-FR" sz="2400" b="1" dirty="0"/>
              <a:t> M’exprimer en rapport avec son niveau de compréhension</a:t>
            </a:r>
          </a:p>
          <a:p>
            <a:pPr>
              <a:buFont typeface="Wingdings" panose="05000000000000000000" pitchFamily="2" charset="2"/>
              <a:buChar char="q"/>
            </a:pPr>
            <a:r>
              <a:rPr lang="fr-FR" sz="2400" b="1" dirty="0"/>
              <a:t> Être l’acteur de mon discours (Découpe / Rythme / Respirations)</a:t>
            </a:r>
          </a:p>
          <a:p>
            <a:pPr>
              <a:buFont typeface="Wingdings" panose="05000000000000000000" pitchFamily="2" charset="2"/>
              <a:buChar char="q"/>
            </a:pPr>
            <a:r>
              <a:rPr lang="fr-FR" sz="2400" b="1" dirty="0"/>
              <a:t>Aimer la langue française. La mettre en valeur.</a:t>
            </a:r>
          </a:p>
          <a:p>
            <a:pPr>
              <a:buFont typeface="Wingdings" panose="05000000000000000000" pitchFamily="2" charset="2"/>
              <a:buChar char="q"/>
            </a:pPr>
            <a:r>
              <a:rPr lang="fr-FR" sz="2400" b="1" dirty="0"/>
              <a:t>Avoir le sourire du cœur dans chaque mot.</a:t>
            </a:r>
          </a:p>
          <a:p>
            <a:pPr marL="0" indent="0">
              <a:buNone/>
            </a:pPr>
            <a:endParaRPr lang="fr-FR" sz="1600" dirty="0"/>
          </a:p>
        </p:txBody>
      </p:sp>
    </p:spTree>
    <p:extLst>
      <p:ext uri="{BB962C8B-B14F-4D97-AF65-F5344CB8AC3E}">
        <p14:creationId xmlns:p14="http://schemas.microsoft.com/office/powerpoint/2010/main" val="3762723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8ADDC95-3018-429B-AEC6-37B069412664}"/>
              </a:ext>
            </a:extLst>
          </p:cNvPr>
          <p:cNvSpPr>
            <a:spLocks noGrp="1"/>
          </p:cNvSpPr>
          <p:nvPr>
            <p:ph type="title"/>
          </p:nvPr>
        </p:nvSpPr>
        <p:spPr>
          <a:xfrm>
            <a:off x="621792" y="1161288"/>
            <a:ext cx="3602736" cy="4526280"/>
          </a:xfrm>
        </p:spPr>
        <p:txBody>
          <a:bodyPr>
            <a:normAutofit/>
          </a:bodyPr>
          <a:lstStyle/>
          <a:p>
            <a:r>
              <a:rPr lang="fr-FR" sz="4000"/>
              <a:t>EXERCICES DE DICTION</a:t>
            </a:r>
            <a:endParaRPr lang="fr-BF"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DC8EC6F2-0C3F-450A-91CA-A1D0A18EAF86}"/>
              </a:ext>
            </a:extLst>
          </p:cNvPr>
          <p:cNvGraphicFramePr>
            <a:graphicFrameLocks noGrp="1"/>
          </p:cNvGraphicFramePr>
          <p:nvPr>
            <p:ph idx="1"/>
            <p:extLst>
              <p:ext uri="{D42A27DB-BD31-4B8C-83A1-F6EECF244321}">
                <p14:modId xmlns:p14="http://schemas.microsoft.com/office/powerpoint/2010/main" val="76881196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177347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1837</Words>
  <Application>Microsoft Office PowerPoint</Application>
  <PresentationFormat>Widescreen</PresentationFormat>
  <Paragraphs>219</Paragraphs>
  <Slides>22</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Abadi</vt:lpstr>
      <vt:lpstr>Abilene</vt:lpstr>
      <vt:lpstr>AdelleSansSAGE</vt:lpstr>
      <vt:lpstr>Arial</vt:lpstr>
      <vt:lpstr>BalanineSerial</vt:lpstr>
      <vt:lpstr>Calibri</vt:lpstr>
      <vt:lpstr>Calibri Light</vt:lpstr>
      <vt:lpstr>Helvetica</vt:lpstr>
      <vt:lpstr>Wingdings</vt:lpstr>
      <vt:lpstr>Thème Office</vt:lpstr>
      <vt:lpstr>TECHNIQUE DE PRISE EN CHARGE</vt:lpstr>
      <vt:lpstr>PowerPoint Presentation</vt:lpstr>
      <vt:lpstr>OBJECTIF DE LA FORMATION</vt:lpstr>
      <vt:lpstr>PowerPoint Presentation</vt:lpstr>
      <vt:lpstr>RELATION CLIENT</vt:lpstr>
      <vt:lpstr>PowerPoint Presentation</vt:lpstr>
      <vt:lpstr>L’ACCUEIL</vt:lpstr>
      <vt:lpstr>PowerPoint Presentation</vt:lpstr>
      <vt:lpstr>PowerPoint Presentation</vt:lpstr>
      <vt:lpstr>PowerPoint Presentation</vt:lpstr>
      <vt:lpstr>COMPRENDRE LE BESOIN DU CLIENT </vt:lpstr>
      <vt:lpstr>LE  G U I D E </vt:lpstr>
      <vt:lpstr>LE G U I D E</vt:lpstr>
      <vt:lpstr>TRAITEMENT DES PLAINTES/REQUÊTES</vt:lpstr>
      <vt:lpstr>COMMENT PRENDRE CONGÉ</vt:lpstr>
      <vt:lpstr>   QUELQUES APTITUDES </vt:lpstr>
      <vt:lpstr>A EVITER</vt:lpstr>
      <vt:lpstr>L’ELOQUENCE VERBALE</vt:lpstr>
      <vt:lpstr>PowerPoint Presentation</vt:lpstr>
      <vt:lpstr>PowerPoint Presentation</vt:lpstr>
      <vt:lpstr>VOICI LES 7 CONSEILS POUR UNE BONNE DICTION </vt:lpstr>
      <vt:lpstr>EXERCICES DE 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TECHNIQUE DE PRISE EN CHARGE</dc:title>
  <dc:creator>USER</dc:creator>
  <cp:lastModifiedBy>AWI ALHER Cherifane (Prestataire)</cp:lastModifiedBy>
  <cp:revision>88</cp:revision>
  <dcterms:created xsi:type="dcterms:W3CDTF">2021-03-31T22:46:50Z</dcterms:created>
  <dcterms:modified xsi:type="dcterms:W3CDTF">2021-05-31T11:46:06Z</dcterms:modified>
</cp:coreProperties>
</file>