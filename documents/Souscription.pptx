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515" r:id="rId5"/>
    <p:sldId id="568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3.jpe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|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9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Freeform 5"/>
          <p:cNvSpPr>
            <a:spLocks/>
          </p:cNvSpPr>
          <p:nvPr/>
        </p:nvSpPr>
        <p:spPr bwMode="gray">
          <a:xfrm>
            <a:off x="10058402" y="411344"/>
            <a:ext cx="1578713" cy="1155367"/>
          </a:xfrm>
          <a:custGeom>
            <a:avLst/>
            <a:gdLst>
              <a:gd name="T0" fmla="*/ 0 w 2970"/>
              <a:gd name="T1" fmla="*/ 1517 h 2630"/>
              <a:gd name="T2" fmla="*/ 6 w 2970"/>
              <a:gd name="T3" fmla="*/ 1378 h 2630"/>
              <a:gd name="T4" fmla="*/ 19 w 2970"/>
              <a:gd name="T5" fmla="*/ 1234 h 2630"/>
              <a:gd name="T6" fmla="*/ 40 w 2970"/>
              <a:gd name="T7" fmla="*/ 1099 h 2630"/>
              <a:gd name="T8" fmla="*/ 71 w 2970"/>
              <a:gd name="T9" fmla="*/ 963 h 2630"/>
              <a:gd name="T10" fmla="*/ 115 w 2970"/>
              <a:gd name="T11" fmla="*/ 830 h 2630"/>
              <a:gd name="T12" fmla="*/ 167 w 2970"/>
              <a:gd name="T13" fmla="*/ 705 h 2630"/>
              <a:gd name="T14" fmla="*/ 233 w 2970"/>
              <a:gd name="T15" fmla="*/ 587 h 2630"/>
              <a:gd name="T16" fmla="*/ 310 w 2970"/>
              <a:gd name="T17" fmla="*/ 476 h 2630"/>
              <a:gd name="T18" fmla="*/ 403 w 2970"/>
              <a:gd name="T19" fmla="*/ 376 h 2630"/>
              <a:gd name="T20" fmla="*/ 512 w 2970"/>
              <a:gd name="T21" fmla="*/ 283 h 2630"/>
              <a:gd name="T22" fmla="*/ 636 w 2970"/>
              <a:gd name="T23" fmla="*/ 200 h 2630"/>
              <a:gd name="T24" fmla="*/ 775 w 2970"/>
              <a:gd name="T25" fmla="*/ 132 h 2630"/>
              <a:gd name="T26" fmla="*/ 933 w 2970"/>
              <a:gd name="T27" fmla="*/ 75 h 2630"/>
              <a:gd name="T28" fmla="*/ 1110 w 2970"/>
              <a:gd name="T29" fmla="*/ 36 h 2630"/>
              <a:gd name="T30" fmla="*/ 1305 w 2970"/>
              <a:gd name="T31" fmla="*/ 11 h 2630"/>
              <a:gd name="T32" fmla="*/ 1522 w 2970"/>
              <a:gd name="T33" fmla="*/ 0 h 2630"/>
              <a:gd name="T34" fmla="*/ 1615 w 2970"/>
              <a:gd name="T35" fmla="*/ 4 h 2630"/>
              <a:gd name="T36" fmla="*/ 1798 w 2970"/>
              <a:gd name="T37" fmla="*/ 18 h 2630"/>
              <a:gd name="T38" fmla="*/ 1972 w 2970"/>
              <a:gd name="T39" fmla="*/ 47 h 2630"/>
              <a:gd name="T40" fmla="*/ 2136 w 2970"/>
              <a:gd name="T41" fmla="*/ 89 h 2630"/>
              <a:gd name="T42" fmla="*/ 2288 w 2970"/>
              <a:gd name="T43" fmla="*/ 154 h 2630"/>
              <a:gd name="T44" fmla="*/ 2427 w 2970"/>
              <a:gd name="T45" fmla="*/ 233 h 2630"/>
              <a:gd name="T46" fmla="*/ 2558 w 2970"/>
              <a:gd name="T47" fmla="*/ 329 h 2630"/>
              <a:gd name="T48" fmla="*/ 2675 w 2970"/>
              <a:gd name="T49" fmla="*/ 447 h 2630"/>
              <a:gd name="T50" fmla="*/ 2728 w 2970"/>
              <a:gd name="T51" fmla="*/ 512 h 2630"/>
              <a:gd name="T52" fmla="*/ 2830 w 2970"/>
              <a:gd name="T53" fmla="*/ 669 h 2630"/>
              <a:gd name="T54" fmla="*/ 2905 w 2970"/>
              <a:gd name="T55" fmla="*/ 834 h 2630"/>
              <a:gd name="T56" fmla="*/ 2951 w 2970"/>
              <a:gd name="T57" fmla="*/ 1005 h 2630"/>
              <a:gd name="T58" fmla="*/ 2970 w 2970"/>
              <a:gd name="T59" fmla="*/ 1181 h 2630"/>
              <a:gd name="T60" fmla="*/ 2970 w 2970"/>
              <a:gd name="T61" fmla="*/ 1256 h 2630"/>
              <a:gd name="T62" fmla="*/ 2961 w 2970"/>
              <a:gd name="T63" fmla="*/ 1403 h 2630"/>
              <a:gd name="T64" fmla="*/ 2936 w 2970"/>
              <a:gd name="T65" fmla="*/ 1542 h 2630"/>
              <a:gd name="T66" fmla="*/ 2902 w 2970"/>
              <a:gd name="T67" fmla="*/ 1675 h 2630"/>
              <a:gd name="T68" fmla="*/ 2855 w 2970"/>
              <a:gd name="T69" fmla="*/ 1796 h 2630"/>
              <a:gd name="T70" fmla="*/ 2796 w 2970"/>
              <a:gd name="T71" fmla="*/ 1914 h 2630"/>
              <a:gd name="T72" fmla="*/ 2728 w 2970"/>
              <a:gd name="T73" fmla="*/ 2022 h 2630"/>
              <a:gd name="T74" fmla="*/ 2648 w 2970"/>
              <a:gd name="T75" fmla="*/ 2122 h 2630"/>
              <a:gd name="T76" fmla="*/ 2604 w 2970"/>
              <a:gd name="T77" fmla="*/ 2168 h 2630"/>
              <a:gd name="T78" fmla="*/ 2486 w 2970"/>
              <a:gd name="T79" fmla="*/ 2272 h 2630"/>
              <a:gd name="T80" fmla="*/ 2356 w 2970"/>
              <a:gd name="T81" fmla="*/ 2365 h 2630"/>
              <a:gd name="T82" fmla="*/ 2214 w 2970"/>
              <a:gd name="T83" fmla="*/ 2448 h 2630"/>
              <a:gd name="T84" fmla="*/ 2059 w 2970"/>
              <a:gd name="T85" fmla="*/ 2512 h 2630"/>
              <a:gd name="T86" fmla="*/ 1894 w 2970"/>
              <a:gd name="T87" fmla="*/ 2566 h 2630"/>
              <a:gd name="T88" fmla="*/ 1724 w 2970"/>
              <a:gd name="T89" fmla="*/ 2601 h 2630"/>
              <a:gd name="T90" fmla="*/ 1547 w 2970"/>
              <a:gd name="T91" fmla="*/ 2623 h 2630"/>
              <a:gd name="T92" fmla="*/ 1361 w 2970"/>
              <a:gd name="T93" fmla="*/ 2630 h 2630"/>
              <a:gd name="T94" fmla="*/ 0 w 2970"/>
              <a:gd name="T95" fmla="*/ 2630 h 26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970" h="2630">
                <a:moveTo>
                  <a:pt x="0" y="1517"/>
                </a:moveTo>
                <a:lnTo>
                  <a:pt x="0" y="1517"/>
                </a:lnTo>
                <a:lnTo>
                  <a:pt x="3" y="1446"/>
                </a:lnTo>
                <a:lnTo>
                  <a:pt x="6" y="1378"/>
                </a:lnTo>
                <a:lnTo>
                  <a:pt x="12" y="1306"/>
                </a:lnTo>
                <a:lnTo>
                  <a:pt x="19" y="1234"/>
                </a:lnTo>
                <a:lnTo>
                  <a:pt x="28" y="1167"/>
                </a:lnTo>
                <a:lnTo>
                  <a:pt x="40" y="1099"/>
                </a:lnTo>
                <a:lnTo>
                  <a:pt x="56" y="1031"/>
                </a:lnTo>
                <a:lnTo>
                  <a:pt x="71" y="963"/>
                </a:lnTo>
                <a:lnTo>
                  <a:pt x="93" y="895"/>
                </a:lnTo>
                <a:lnTo>
                  <a:pt x="115" y="830"/>
                </a:lnTo>
                <a:lnTo>
                  <a:pt x="140" y="769"/>
                </a:lnTo>
                <a:lnTo>
                  <a:pt x="167" y="705"/>
                </a:lnTo>
                <a:lnTo>
                  <a:pt x="198" y="644"/>
                </a:lnTo>
                <a:lnTo>
                  <a:pt x="233" y="587"/>
                </a:lnTo>
                <a:lnTo>
                  <a:pt x="270" y="530"/>
                </a:lnTo>
                <a:lnTo>
                  <a:pt x="310" y="476"/>
                </a:lnTo>
                <a:lnTo>
                  <a:pt x="357" y="426"/>
                </a:lnTo>
                <a:lnTo>
                  <a:pt x="403" y="376"/>
                </a:lnTo>
                <a:lnTo>
                  <a:pt x="456" y="326"/>
                </a:lnTo>
                <a:lnTo>
                  <a:pt x="512" y="283"/>
                </a:lnTo>
                <a:lnTo>
                  <a:pt x="570" y="240"/>
                </a:lnTo>
                <a:lnTo>
                  <a:pt x="636" y="200"/>
                </a:lnTo>
                <a:lnTo>
                  <a:pt x="704" y="165"/>
                </a:lnTo>
                <a:lnTo>
                  <a:pt x="775" y="132"/>
                </a:lnTo>
                <a:lnTo>
                  <a:pt x="853" y="104"/>
                </a:lnTo>
                <a:lnTo>
                  <a:pt x="933" y="75"/>
                </a:lnTo>
                <a:lnTo>
                  <a:pt x="1020" y="54"/>
                </a:lnTo>
                <a:lnTo>
                  <a:pt x="1110" y="36"/>
                </a:lnTo>
                <a:lnTo>
                  <a:pt x="1206" y="21"/>
                </a:lnTo>
                <a:lnTo>
                  <a:pt x="1305" y="11"/>
                </a:lnTo>
                <a:lnTo>
                  <a:pt x="1411" y="4"/>
                </a:lnTo>
                <a:lnTo>
                  <a:pt x="1522" y="0"/>
                </a:lnTo>
                <a:lnTo>
                  <a:pt x="1522" y="0"/>
                </a:lnTo>
                <a:lnTo>
                  <a:pt x="1615" y="4"/>
                </a:lnTo>
                <a:lnTo>
                  <a:pt x="1708" y="7"/>
                </a:lnTo>
                <a:lnTo>
                  <a:pt x="1798" y="18"/>
                </a:lnTo>
                <a:lnTo>
                  <a:pt x="1888" y="29"/>
                </a:lnTo>
                <a:lnTo>
                  <a:pt x="1972" y="47"/>
                </a:lnTo>
                <a:lnTo>
                  <a:pt x="2055" y="68"/>
                </a:lnTo>
                <a:lnTo>
                  <a:pt x="2136" y="89"/>
                </a:lnTo>
                <a:lnTo>
                  <a:pt x="2214" y="118"/>
                </a:lnTo>
                <a:lnTo>
                  <a:pt x="2288" y="154"/>
                </a:lnTo>
                <a:lnTo>
                  <a:pt x="2359" y="190"/>
                </a:lnTo>
                <a:lnTo>
                  <a:pt x="2427" y="233"/>
                </a:lnTo>
                <a:lnTo>
                  <a:pt x="2493" y="279"/>
                </a:lnTo>
                <a:lnTo>
                  <a:pt x="2558" y="329"/>
                </a:lnTo>
                <a:lnTo>
                  <a:pt x="2617" y="386"/>
                </a:lnTo>
                <a:lnTo>
                  <a:pt x="2675" y="447"/>
                </a:lnTo>
                <a:lnTo>
                  <a:pt x="2728" y="512"/>
                </a:lnTo>
                <a:lnTo>
                  <a:pt x="2728" y="512"/>
                </a:lnTo>
                <a:lnTo>
                  <a:pt x="2784" y="590"/>
                </a:lnTo>
                <a:lnTo>
                  <a:pt x="2830" y="669"/>
                </a:lnTo>
                <a:lnTo>
                  <a:pt x="2871" y="748"/>
                </a:lnTo>
                <a:lnTo>
                  <a:pt x="2905" y="834"/>
                </a:lnTo>
                <a:lnTo>
                  <a:pt x="2933" y="916"/>
                </a:lnTo>
                <a:lnTo>
                  <a:pt x="2951" y="1005"/>
                </a:lnTo>
                <a:lnTo>
                  <a:pt x="2964" y="1091"/>
                </a:lnTo>
                <a:lnTo>
                  <a:pt x="2970" y="1181"/>
                </a:lnTo>
                <a:lnTo>
                  <a:pt x="2970" y="1181"/>
                </a:lnTo>
                <a:lnTo>
                  <a:pt x="2970" y="1256"/>
                </a:lnTo>
                <a:lnTo>
                  <a:pt x="2967" y="1331"/>
                </a:lnTo>
                <a:lnTo>
                  <a:pt x="2961" y="1403"/>
                </a:lnTo>
                <a:lnTo>
                  <a:pt x="2951" y="1474"/>
                </a:lnTo>
                <a:lnTo>
                  <a:pt x="2936" y="1542"/>
                </a:lnTo>
                <a:lnTo>
                  <a:pt x="2920" y="1610"/>
                </a:lnTo>
                <a:lnTo>
                  <a:pt x="2902" y="1675"/>
                </a:lnTo>
                <a:lnTo>
                  <a:pt x="2880" y="1735"/>
                </a:lnTo>
                <a:lnTo>
                  <a:pt x="2855" y="1796"/>
                </a:lnTo>
                <a:lnTo>
                  <a:pt x="2827" y="1857"/>
                </a:lnTo>
                <a:lnTo>
                  <a:pt x="2796" y="1914"/>
                </a:lnTo>
                <a:lnTo>
                  <a:pt x="2762" y="1968"/>
                </a:lnTo>
                <a:lnTo>
                  <a:pt x="2728" y="2022"/>
                </a:lnTo>
                <a:lnTo>
                  <a:pt x="2688" y="2072"/>
                </a:lnTo>
                <a:lnTo>
                  <a:pt x="2648" y="2122"/>
                </a:lnTo>
                <a:lnTo>
                  <a:pt x="2604" y="2168"/>
                </a:lnTo>
                <a:lnTo>
                  <a:pt x="2604" y="2168"/>
                </a:lnTo>
                <a:lnTo>
                  <a:pt x="2548" y="2222"/>
                </a:lnTo>
                <a:lnTo>
                  <a:pt x="2486" y="2272"/>
                </a:lnTo>
                <a:lnTo>
                  <a:pt x="2424" y="2322"/>
                </a:lnTo>
                <a:lnTo>
                  <a:pt x="2356" y="2365"/>
                </a:lnTo>
                <a:lnTo>
                  <a:pt x="2285" y="2408"/>
                </a:lnTo>
                <a:lnTo>
                  <a:pt x="2214" y="2448"/>
                </a:lnTo>
                <a:lnTo>
                  <a:pt x="2136" y="2480"/>
                </a:lnTo>
                <a:lnTo>
                  <a:pt x="2059" y="2512"/>
                </a:lnTo>
                <a:lnTo>
                  <a:pt x="1978" y="2541"/>
                </a:lnTo>
                <a:lnTo>
                  <a:pt x="1894" y="2566"/>
                </a:lnTo>
                <a:lnTo>
                  <a:pt x="1811" y="2587"/>
                </a:lnTo>
                <a:lnTo>
                  <a:pt x="1724" y="2601"/>
                </a:lnTo>
                <a:lnTo>
                  <a:pt x="1637" y="2616"/>
                </a:lnTo>
                <a:lnTo>
                  <a:pt x="1547" y="2623"/>
                </a:lnTo>
                <a:lnTo>
                  <a:pt x="1454" y="2630"/>
                </a:lnTo>
                <a:lnTo>
                  <a:pt x="1361" y="2630"/>
                </a:lnTo>
                <a:lnTo>
                  <a:pt x="1361" y="2630"/>
                </a:lnTo>
                <a:lnTo>
                  <a:pt x="0" y="2630"/>
                </a:lnTo>
                <a:lnTo>
                  <a:pt x="0" y="1517"/>
                </a:lnTo>
                <a:close/>
              </a:path>
            </a:pathLst>
          </a:custGeom>
          <a:solidFill>
            <a:srgbClr val="80276C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fr-FR" sz="2400">
              <a:solidFill>
                <a:srgbClr val="63666A"/>
              </a:solidFill>
            </a:endParaRPr>
          </a:p>
        </p:txBody>
      </p:sp>
      <p:sp>
        <p:nvSpPr>
          <p:cNvPr id="17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-2397" y="1566711"/>
            <a:ext cx="10060799" cy="4070535"/>
          </a:xfrm>
          <a:custGeom>
            <a:avLst/>
            <a:gdLst>
              <a:gd name="connsiteX0" fmla="*/ 229178 w 7918450"/>
              <a:gd name="connsiteY0" fmla="*/ 0 h 1375039"/>
              <a:gd name="connsiteX1" fmla="*/ 7918450 w 7918450"/>
              <a:gd name="connsiteY1" fmla="*/ 0 h 1375039"/>
              <a:gd name="connsiteX2" fmla="*/ 7918450 w 7918450"/>
              <a:gd name="connsiteY2" fmla="*/ 0 h 1375039"/>
              <a:gd name="connsiteX3" fmla="*/ 7918450 w 7918450"/>
              <a:gd name="connsiteY3" fmla="*/ 1145861 h 1375039"/>
              <a:gd name="connsiteX4" fmla="*/ 7689272 w 7918450"/>
              <a:gd name="connsiteY4" fmla="*/ 1375039 h 1375039"/>
              <a:gd name="connsiteX5" fmla="*/ 0 w 7918450"/>
              <a:gd name="connsiteY5" fmla="*/ 1375039 h 1375039"/>
              <a:gd name="connsiteX6" fmla="*/ 0 w 7918450"/>
              <a:gd name="connsiteY6" fmla="*/ 1375039 h 1375039"/>
              <a:gd name="connsiteX7" fmla="*/ 0 w 7918450"/>
              <a:gd name="connsiteY7" fmla="*/ 229178 h 1375039"/>
              <a:gd name="connsiteX8" fmla="*/ 229178 w 7918450"/>
              <a:gd name="connsiteY8" fmla="*/ 0 h 1375039"/>
              <a:gd name="connsiteX0" fmla="*/ 229178 w 7918450"/>
              <a:gd name="connsiteY0" fmla="*/ 0 h 1375039"/>
              <a:gd name="connsiteX1" fmla="*/ 7918450 w 7918450"/>
              <a:gd name="connsiteY1" fmla="*/ 0 h 1375039"/>
              <a:gd name="connsiteX2" fmla="*/ 7918450 w 7918450"/>
              <a:gd name="connsiteY2" fmla="*/ 0 h 1375039"/>
              <a:gd name="connsiteX3" fmla="*/ 7918450 w 7918450"/>
              <a:gd name="connsiteY3" fmla="*/ 1145861 h 1375039"/>
              <a:gd name="connsiteX4" fmla="*/ 7689272 w 7918450"/>
              <a:gd name="connsiteY4" fmla="*/ 1375039 h 1375039"/>
              <a:gd name="connsiteX5" fmla="*/ 0 w 7918450"/>
              <a:gd name="connsiteY5" fmla="*/ 1375039 h 1375039"/>
              <a:gd name="connsiteX6" fmla="*/ 0 w 7918450"/>
              <a:gd name="connsiteY6" fmla="*/ 1375039 h 1375039"/>
              <a:gd name="connsiteX7" fmla="*/ 229178 w 7918450"/>
              <a:gd name="connsiteY7" fmla="*/ 0 h 1375039"/>
              <a:gd name="connsiteX0" fmla="*/ 0 w 7920253"/>
              <a:gd name="connsiteY0" fmla="*/ 2381 h 1375039"/>
              <a:gd name="connsiteX1" fmla="*/ 7920253 w 7920253"/>
              <a:gd name="connsiteY1" fmla="*/ 0 h 1375039"/>
              <a:gd name="connsiteX2" fmla="*/ 7920253 w 7920253"/>
              <a:gd name="connsiteY2" fmla="*/ 0 h 1375039"/>
              <a:gd name="connsiteX3" fmla="*/ 7920253 w 7920253"/>
              <a:gd name="connsiteY3" fmla="*/ 1145861 h 1375039"/>
              <a:gd name="connsiteX4" fmla="*/ 7691075 w 7920253"/>
              <a:gd name="connsiteY4" fmla="*/ 1375039 h 1375039"/>
              <a:gd name="connsiteX5" fmla="*/ 1803 w 7920253"/>
              <a:gd name="connsiteY5" fmla="*/ 1375039 h 1375039"/>
              <a:gd name="connsiteX6" fmla="*/ 1803 w 7920253"/>
              <a:gd name="connsiteY6" fmla="*/ 1375039 h 1375039"/>
              <a:gd name="connsiteX7" fmla="*/ 0 w 7920253"/>
              <a:gd name="connsiteY7" fmla="*/ 2381 h 1375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20253" h="1375039">
                <a:moveTo>
                  <a:pt x="0" y="2381"/>
                </a:moveTo>
                <a:lnTo>
                  <a:pt x="7920253" y="0"/>
                </a:lnTo>
                <a:lnTo>
                  <a:pt x="7920253" y="0"/>
                </a:lnTo>
                <a:lnTo>
                  <a:pt x="7920253" y="1145861"/>
                </a:lnTo>
                <a:cubicBezTo>
                  <a:pt x="7920253" y="1272433"/>
                  <a:pt x="7817647" y="1375039"/>
                  <a:pt x="7691075" y="1375039"/>
                </a:cubicBezTo>
                <a:lnTo>
                  <a:pt x="1803" y="1375039"/>
                </a:lnTo>
                <a:lnTo>
                  <a:pt x="1803" y="1375039"/>
                </a:lnTo>
                <a:lnTo>
                  <a:pt x="0" y="2381"/>
                </a:lnTo>
                <a:close/>
              </a:path>
            </a:pathLst>
          </a:custGeom>
          <a:solidFill>
            <a:srgbClr val="80276C"/>
          </a:solidFill>
        </p:spPr>
        <p:txBody>
          <a:bodyPr lIns="288000" tIns="144000" rIns="288000" bIns="72000" anchor="ctr" anchorCtr="0">
            <a:normAutofit/>
          </a:bodyPr>
          <a:lstStyle>
            <a:lvl1pPr algn="r">
              <a:lnSpc>
                <a:spcPct val="85000"/>
              </a:lnSpc>
              <a:spcBef>
                <a:spcPts val="600"/>
              </a:spcBef>
              <a:defRPr sz="5867" b="1" cap="all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</a:t>
            </a:r>
            <a:br>
              <a:rPr lang="fr-FR" dirty="0"/>
            </a:br>
            <a:r>
              <a:rPr lang="fr-FR" dirty="0"/>
              <a:t>style du titre</a:t>
            </a:r>
          </a:p>
        </p:txBody>
      </p:sp>
      <p:sp>
        <p:nvSpPr>
          <p:cNvPr id="18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058402" y="800140"/>
            <a:ext cx="15437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bg1"/>
                </a:solidFill>
              </a:defRPr>
            </a:lvl1pPr>
          </a:lstStyle>
          <a:p>
            <a:fld id="{2F999973-DAAB-4687-B4B4-75DA6A298F11}" type="datetimeFigureOut">
              <a:rPr lang="fr-FR" smtClean="0"/>
              <a:pPr/>
              <a:t>17/05/2021</a:t>
            </a:fld>
            <a:endParaRPr lang="fr-FR" dirty="0"/>
          </a:p>
        </p:txBody>
      </p:sp>
      <p:sp>
        <p:nvSpPr>
          <p:cNvPr id="19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623392" y="811957"/>
            <a:ext cx="2880783" cy="1185041"/>
          </a:xfrm>
          <a:prstGeom prst="rect">
            <a:avLst/>
          </a:prstGeom>
          <a:solidFill>
            <a:schemeClr val="bg1"/>
          </a:solidFill>
        </p:spPr>
        <p:txBody>
          <a:bodyPr wrap="square" lIns="108000" tIns="108000" rIns="108000" bIns="108000" rtlCol="0" anchor="b">
            <a:spAutoFit/>
          </a:bodyPr>
          <a:lstStyle>
            <a:lvl1pPr marL="457189" indent="0">
              <a:spcBef>
                <a:spcPts val="1200"/>
              </a:spcBef>
              <a:spcAft>
                <a:spcPts val="100"/>
              </a:spcAft>
              <a:buFontTx/>
              <a:buNone/>
              <a:defRPr lang="fr-FR" sz="1800" b="1" dirty="0" smtClean="0">
                <a:solidFill>
                  <a:schemeClr val="accent5"/>
                </a:solidFill>
                <a:latin typeface="Arial Narrow" pitchFamily="34" charset="0"/>
              </a:defRPr>
            </a:lvl1pPr>
            <a:lvl2pPr marL="35999" indent="-71998" algn="l" defTabSz="35999">
              <a:spcBef>
                <a:spcPts val="100"/>
              </a:spcBef>
              <a:spcAft>
                <a:spcPts val="100"/>
              </a:spcAft>
              <a:buFontTx/>
              <a:buNone/>
              <a:defRPr lang="fr-FR" sz="1600" dirty="0">
                <a:latin typeface="Arial Narrow" pitchFamily="34" charset="0"/>
              </a:defRPr>
            </a:lvl2pPr>
          </a:lstStyle>
          <a:p>
            <a:pPr marL="0" lvl="0">
              <a:spcBef>
                <a:spcPts val="1200"/>
              </a:spcBef>
              <a:spcAft>
                <a:spcPts val="100"/>
              </a:spcAft>
            </a:pPr>
            <a:r>
              <a:rPr lang="fr-FR"/>
              <a:t>Modifiez les styles du texte du masque</a:t>
            </a:r>
          </a:p>
          <a:p>
            <a:pPr marL="0" lvl="1">
              <a:spcBef>
                <a:spcPts val="1200"/>
              </a:spcBef>
              <a:spcAft>
                <a:spcPts val="100"/>
              </a:spcAft>
            </a:pPr>
            <a:r>
              <a:rPr lang="fr-FR"/>
              <a:t>Deuxième niveau</a:t>
            </a:r>
          </a:p>
        </p:txBody>
      </p:sp>
      <p:pic>
        <p:nvPicPr>
          <p:cNvPr id="12" name="F25E1CD4-A583-4BB2-82B1-EA8448AABC97" descr="95C080D9-D9F9-4764-A9F0-7C86F910EFA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0789" y="5925278"/>
            <a:ext cx="1246697" cy="729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8215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|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9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-2397" y="3205866"/>
            <a:ext cx="10560337" cy="1663295"/>
          </a:xfrm>
          <a:custGeom>
            <a:avLst/>
            <a:gdLst>
              <a:gd name="connsiteX0" fmla="*/ 229178 w 7918450"/>
              <a:gd name="connsiteY0" fmla="*/ 0 h 1375039"/>
              <a:gd name="connsiteX1" fmla="*/ 7918450 w 7918450"/>
              <a:gd name="connsiteY1" fmla="*/ 0 h 1375039"/>
              <a:gd name="connsiteX2" fmla="*/ 7918450 w 7918450"/>
              <a:gd name="connsiteY2" fmla="*/ 0 h 1375039"/>
              <a:gd name="connsiteX3" fmla="*/ 7918450 w 7918450"/>
              <a:gd name="connsiteY3" fmla="*/ 1145861 h 1375039"/>
              <a:gd name="connsiteX4" fmla="*/ 7689272 w 7918450"/>
              <a:gd name="connsiteY4" fmla="*/ 1375039 h 1375039"/>
              <a:gd name="connsiteX5" fmla="*/ 0 w 7918450"/>
              <a:gd name="connsiteY5" fmla="*/ 1375039 h 1375039"/>
              <a:gd name="connsiteX6" fmla="*/ 0 w 7918450"/>
              <a:gd name="connsiteY6" fmla="*/ 1375039 h 1375039"/>
              <a:gd name="connsiteX7" fmla="*/ 0 w 7918450"/>
              <a:gd name="connsiteY7" fmla="*/ 229178 h 1375039"/>
              <a:gd name="connsiteX8" fmla="*/ 229178 w 7918450"/>
              <a:gd name="connsiteY8" fmla="*/ 0 h 1375039"/>
              <a:gd name="connsiteX0" fmla="*/ 229178 w 7918450"/>
              <a:gd name="connsiteY0" fmla="*/ 0 h 1375039"/>
              <a:gd name="connsiteX1" fmla="*/ 7918450 w 7918450"/>
              <a:gd name="connsiteY1" fmla="*/ 0 h 1375039"/>
              <a:gd name="connsiteX2" fmla="*/ 7918450 w 7918450"/>
              <a:gd name="connsiteY2" fmla="*/ 0 h 1375039"/>
              <a:gd name="connsiteX3" fmla="*/ 7918450 w 7918450"/>
              <a:gd name="connsiteY3" fmla="*/ 1145861 h 1375039"/>
              <a:gd name="connsiteX4" fmla="*/ 7689272 w 7918450"/>
              <a:gd name="connsiteY4" fmla="*/ 1375039 h 1375039"/>
              <a:gd name="connsiteX5" fmla="*/ 0 w 7918450"/>
              <a:gd name="connsiteY5" fmla="*/ 1375039 h 1375039"/>
              <a:gd name="connsiteX6" fmla="*/ 0 w 7918450"/>
              <a:gd name="connsiteY6" fmla="*/ 1375039 h 1375039"/>
              <a:gd name="connsiteX7" fmla="*/ 229178 w 7918450"/>
              <a:gd name="connsiteY7" fmla="*/ 0 h 1375039"/>
              <a:gd name="connsiteX0" fmla="*/ 0 w 7920253"/>
              <a:gd name="connsiteY0" fmla="*/ 2381 h 1375039"/>
              <a:gd name="connsiteX1" fmla="*/ 7920253 w 7920253"/>
              <a:gd name="connsiteY1" fmla="*/ 0 h 1375039"/>
              <a:gd name="connsiteX2" fmla="*/ 7920253 w 7920253"/>
              <a:gd name="connsiteY2" fmla="*/ 0 h 1375039"/>
              <a:gd name="connsiteX3" fmla="*/ 7920253 w 7920253"/>
              <a:gd name="connsiteY3" fmla="*/ 1145861 h 1375039"/>
              <a:gd name="connsiteX4" fmla="*/ 7691075 w 7920253"/>
              <a:gd name="connsiteY4" fmla="*/ 1375039 h 1375039"/>
              <a:gd name="connsiteX5" fmla="*/ 1803 w 7920253"/>
              <a:gd name="connsiteY5" fmla="*/ 1375039 h 1375039"/>
              <a:gd name="connsiteX6" fmla="*/ 1803 w 7920253"/>
              <a:gd name="connsiteY6" fmla="*/ 1375039 h 1375039"/>
              <a:gd name="connsiteX7" fmla="*/ 0 w 7920253"/>
              <a:gd name="connsiteY7" fmla="*/ 2381 h 1375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20253" h="1375039">
                <a:moveTo>
                  <a:pt x="0" y="2381"/>
                </a:moveTo>
                <a:lnTo>
                  <a:pt x="7920253" y="0"/>
                </a:lnTo>
                <a:lnTo>
                  <a:pt x="7920253" y="0"/>
                </a:lnTo>
                <a:lnTo>
                  <a:pt x="7920253" y="1145861"/>
                </a:lnTo>
                <a:cubicBezTo>
                  <a:pt x="7920253" y="1272433"/>
                  <a:pt x="7817647" y="1375039"/>
                  <a:pt x="7691075" y="1375039"/>
                </a:cubicBezTo>
                <a:lnTo>
                  <a:pt x="1803" y="1375039"/>
                </a:lnTo>
                <a:lnTo>
                  <a:pt x="1803" y="1375039"/>
                </a:lnTo>
                <a:lnTo>
                  <a:pt x="0" y="2381"/>
                </a:lnTo>
                <a:close/>
              </a:path>
            </a:pathLst>
          </a:custGeom>
          <a:solidFill>
            <a:srgbClr val="80276C"/>
          </a:solidFill>
        </p:spPr>
        <p:txBody>
          <a:bodyPr lIns="288000" tIns="144000" rIns="288000" bIns="72000" anchor="ctr" anchorCtr="0">
            <a:normAutofit/>
          </a:bodyPr>
          <a:lstStyle>
            <a:lvl1pPr algn="r">
              <a:lnSpc>
                <a:spcPct val="85000"/>
              </a:lnSpc>
              <a:spcBef>
                <a:spcPts val="600"/>
              </a:spcBef>
              <a:defRPr sz="4500" b="1" cap="all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</a:t>
            </a:r>
            <a:br>
              <a:rPr lang="fr-FR" dirty="0"/>
            </a:br>
            <a:r>
              <a:rPr lang="fr-FR" dirty="0"/>
              <a:t>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552933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>
            <p:custDataLst>
              <p:tags r:id="rId1"/>
            </p:custDataLst>
          </p:nvPr>
        </p:nvSpPr>
        <p:spPr>
          <a:xfrm>
            <a:off x="0" y="1"/>
            <a:ext cx="16933" cy="12700"/>
          </a:xfrm>
          <a:prstGeom prst="octagon">
            <a:avLst/>
          </a:prstGeom>
          <a:noFill/>
          <a:ln w="3175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175" cap="flat" cmpd="sng" algn="ctr">
                <a:solidFill>
                  <a:schemeClr val="accent1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600" b="1" dirty="0">
              <a:solidFill>
                <a:srgbClr val="6D6D6D"/>
              </a:solidFill>
            </a:endParaRPr>
          </a:p>
        </p:txBody>
      </p:sp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80990" indent="-380990">
              <a:spcBef>
                <a:spcPts val="800"/>
              </a:spcBef>
              <a:spcAft>
                <a:spcPts val="267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defRPr sz="2400">
                <a:solidFill>
                  <a:schemeClr val="accent2"/>
                </a:solidFill>
              </a:defRPr>
            </a:lvl1pPr>
            <a:lvl2pPr marL="831830" indent="-380990"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831830" algn="l"/>
              </a:tabLst>
              <a:defRPr sz="1867">
                <a:solidFill>
                  <a:schemeClr val="tx1"/>
                </a:solidFill>
              </a:defRPr>
            </a:lvl2pPr>
            <a:lvl3pPr marL="1073124" indent="-239178">
              <a:buFont typeface="Arial" panose="020B0604020202020204" pitchFamily="34" charset="0"/>
              <a:buChar char="•"/>
              <a:tabLst>
                <a:tab pos="952476" algn="l"/>
              </a:tabLst>
              <a:defRPr sz="1600">
                <a:solidFill>
                  <a:schemeClr val="tx1"/>
                </a:solidFill>
              </a:defRPr>
            </a:lvl3pPr>
            <a:lvl4pPr marL="1432948" indent="-247644">
              <a:defRPr sz="1600">
                <a:solidFill>
                  <a:schemeClr val="tx1"/>
                </a:solidFill>
              </a:defRPr>
            </a:lvl4pPr>
            <a:lvl5pPr marL="1794888" indent="-247644">
              <a:buSzPct val="85000"/>
              <a:buFont typeface="Courier New" panose="02070309020205020404" pitchFamily="49" charset="0"/>
              <a:buChar char="o"/>
              <a:tabLst>
                <a:tab pos="1674242" algn="l"/>
              </a:tabLst>
              <a:defRPr sz="1600" baseline="0">
                <a:solidFill>
                  <a:schemeClr val="tx1"/>
                </a:solidFill>
              </a:defRPr>
            </a:lvl5pPr>
            <a:lvl6pPr marL="2275360" indent="-247644">
              <a:defRPr sz="1600"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 bwMode="gray">
          <a:xfrm>
            <a:off x="2187345" y="6501341"/>
            <a:ext cx="5348817" cy="248903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16669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general + Sub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/>
          <p:cNvSpPr>
            <a:spLocks noGrp="1"/>
          </p:cNvSpPr>
          <p:nvPr>
            <p:ph sz="quarter" idx="15" hasCustomPrompt="1"/>
          </p:nvPr>
        </p:nvSpPr>
        <p:spPr bwMode="gray">
          <a:xfrm>
            <a:off x="336001" y="1925639"/>
            <a:ext cx="11518900" cy="4191000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0" dirty="0"/>
              <a:t>Click the content icon you want to use</a:t>
            </a:r>
          </a:p>
        </p:txBody>
      </p:sp>
      <p:sp>
        <p:nvSpPr>
          <p:cNvPr id="11" name="Textplatzhalter 7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36551" y="1494000"/>
            <a:ext cx="11518349" cy="309600"/>
          </a:xfrm>
          <a:prstGeom prst="rect">
            <a:avLst/>
          </a:prstGeom>
        </p:spPr>
        <p:txBody>
          <a:bodyPr wrap="square"/>
          <a:lstStyle>
            <a:lvl1pPr>
              <a:defRPr baseline="0"/>
            </a:lvl1pPr>
          </a:lstStyle>
          <a:p>
            <a:pPr lvl="0"/>
            <a:r>
              <a:rPr lang="en-US" noProof="0" dirty="0"/>
              <a:t>Click here to add your text</a:t>
            </a:r>
          </a:p>
        </p:txBody>
      </p:sp>
      <p:sp>
        <p:nvSpPr>
          <p:cNvPr id="7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187345" y="6501341"/>
            <a:ext cx="5348817" cy="248903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8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3701438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/>
          <p:cNvSpPr>
            <a:spLocks noGrp="1"/>
          </p:cNvSpPr>
          <p:nvPr>
            <p:ph sz="quarter" idx="15" hasCustomPrompt="1"/>
          </p:nvPr>
        </p:nvSpPr>
        <p:spPr bwMode="gray">
          <a:xfrm>
            <a:off x="335999" y="2725948"/>
            <a:ext cx="11518900" cy="3390691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0" dirty="0"/>
              <a:t>Click the content icon you want to use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36000" y="1494002"/>
            <a:ext cx="11519449" cy="1138871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</p:txBody>
      </p:sp>
      <p:sp>
        <p:nvSpPr>
          <p:cNvPr id="7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351586" y="6309321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8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2798139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/>
          <p:cNvSpPr>
            <a:spLocks noGrp="1"/>
          </p:cNvSpPr>
          <p:nvPr>
            <p:ph sz="quarter" idx="17" hasCustomPrompt="1"/>
          </p:nvPr>
        </p:nvSpPr>
        <p:spPr bwMode="gray">
          <a:xfrm>
            <a:off x="6213933" y="1494000"/>
            <a:ext cx="5638800" cy="4615200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  <a:p>
            <a:pPr lvl="6"/>
            <a:r>
              <a:rPr lang="en-US" noProof="0" dirty="0"/>
              <a:t>Seventh text level</a:t>
            </a:r>
          </a:p>
          <a:p>
            <a:pPr lvl="7"/>
            <a:r>
              <a:rPr lang="en-US" noProof="0" dirty="0"/>
              <a:t>Eight text level</a:t>
            </a:r>
          </a:p>
          <a:p>
            <a:pPr lvl="8"/>
            <a:r>
              <a:rPr lang="en-US" noProof="0" dirty="0"/>
              <a:t>Ninth text level</a:t>
            </a:r>
          </a:p>
        </p:txBody>
      </p:sp>
      <p:sp>
        <p:nvSpPr>
          <p:cNvPr id="9" name="Inhaltsplatzhalter 6"/>
          <p:cNvSpPr>
            <a:spLocks noGrp="1"/>
          </p:cNvSpPr>
          <p:nvPr>
            <p:ph sz="quarter" idx="19" hasCustomPrompt="1"/>
          </p:nvPr>
        </p:nvSpPr>
        <p:spPr bwMode="gray">
          <a:xfrm>
            <a:off x="336000" y="1494000"/>
            <a:ext cx="5638800" cy="4615200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  <a:p>
            <a:pPr lvl="6"/>
            <a:r>
              <a:rPr lang="en-US" noProof="0" dirty="0"/>
              <a:t>Seventh text level</a:t>
            </a:r>
          </a:p>
          <a:p>
            <a:pPr lvl="7"/>
            <a:r>
              <a:rPr lang="en-US" noProof="0" dirty="0"/>
              <a:t>Eight text level</a:t>
            </a:r>
          </a:p>
          <a:p>
            <a:pPr lvl="8"/>
            <a:r>
              <a:rPr lang="en-US" noProof="0" dirty="0"/>
              <a:t>Ninth text level</a:t>
            </a:r>
          </a:p>
        </p:txBody>
      </p:sp>
      <p:sp>
        <p:nvSpPr>
          <p:cNvPr id="11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8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4106915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/>
          <p:cNvSpPr>
            <a:spLocks noGrp="1"/>
          </p:cNvSpPr>
          <p:nvPr>
            <p:ph sz="quarter" idx="15" hasCustomPrompt="1"/>
          </p:nvPr>
        </p:nvSpPr>
        <p:spPr bwMode="gray">
          <a:xfrm>
            <a:off x="335999" y="2725948"/>
            <a:ext cx="5641467" cy="3390691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0" dirty="0"/>
              <a:t>Click the content icon you want to use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36000" y="1494002"/>
            <a:ext cx="11519449" cy="1138871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</p:txBody>
      </p:sp>
      <p:sp>
        <p:nvSpPr>
          <p:cNvPr id="11" name="Inhaltsplatzhalter 8"/>
          <p:cNvSpPr>
            <a:spLocks noGrp="1"/>
          </p:cNvSpPr>
          <p:nvPr>
            <p:ph sz="quarter" idx="17" hasCustomPrompt="1"/>
          </p:nvPr>
        </p:nvSpPr>
        <p:spPr bwMode="gray">
          <a:xfrm>
            <a:off x="6213200" y="2725948"/>
            <a:ext cx="5641467" cy="3390691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0" dirty="0"/>
              <a:t>Click the content icon you want to use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12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2619400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 Conten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16651" y="1557339"/>
            <a:ext cx="5975349" cy="4559300"/>
          </a:xfrm>
          <a:prstGeom prst="rect">
            <a:avLst/>
          </a:prstGeom>
          <a:noFill/>
        </p:spPr>
        <p:txBody>
          <a:bodyPr lIns="72000" tIns="0" bIns="0" anchor="t" anchorCtr="0"/>
          <a:lstStyle>
            <a:lvl1pPr>
              <a:defRPr/>
            </a:lvl1pPr>
          </a:lstStyle>
          <a:p>
            <a:r>
              <a:rPr lang="fr-FR" noProof="0" dirty="0"/>
              <a:t>Image</a:t>
            </a:r>
          </a:p>
        </p:txBody>
      </p:sp>
      <p:sp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000" y="1494001"/>
            <a:ext cx="5640000" cy="4615439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  <a:p>
            <a:pPr lvl="6"/>
            <a:r>
              <a:rPr lang="en-US" noProof="0" dirty="0"/>
              <a:t>Seventh text level</a:t>
            </a:r>
          </a:p>
          <a:p>
            <a:pPr lvl="7"/>
            <a:r>
              <a:rPr lang="en-US" noProof="0" dirty="0"/>
              <a:t>Eight text level</a:t>
            </a:r>
          </a:p>
          <a:p>
            <a:pPr lvl="8"/>
            <a:r>
              <a:rPr lang="en-US" noProof="0" dirty="0"/>
              <a:t>Ninth text level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2490361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+ Image +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000" y="1494001"/>
            <a:ext cx="5640000" cy="4615439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  <a:p>
            <a:pPr lvl="6"/>
            <a:r>
              <a:rPr lang="en-US" noProof="0" dirty="0"/>
              <a:t>Seventh text level</a:t>
            </a:r>
          </a:p>
          <a:p>
            <a:pPr lvl="7"/>
            <a:r>
              <a:rPr lang="en-US" noProof="0" dirty="0"/>
              <a:t>Eight text level</a:t>
            </a:r>
          </a:p>
          <a:p>
            <a:pPr lvl="8"/>
            <a:r>
              <a:rPr lang="en-US" noProof="0" dirty="0"/>
              <a:t>Ninth text level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6216651" y="5806441"/>
            <a:ext cx="5975349" cy="310199"/>
          </a:xfrm>
          <a:prstGeom prst="rect">
            <a:avLst/>
          </a:prstGeom>
          <a:solidFill>
            <a:schemeClr val="bg1"/>
          </a:solidFill>
        </p:spPr>
        <p:txBody>
          <a:bodyPr rIns="108000" anchor="ctr" anchorCtr="0"/>
          <a:lstStyle>
            <a:lvl1pPr algn="r">
              <a:defRPr sz="1600"/>
            </a:lvl1pPr>
          </a:lstStyle>
          <a:p>
            <a:pPr lvl="0"/>
            <a:r>
              <a:rPr lang="en-US" noProof="0" dirty="0"/>
              <a:t>Image description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16651" y="1558800"/>
            <a:ext cx="5975349" cy="4247640"/>
          </a:xfrm>
          <a:prstGeom prst="rect">
            <a:avLst/>
          </a:prstGeom>
          <a:noFill/>
        </p:spPr>
        <p:txBody>
          <a:bodyPr lIns="72000" tIns="0" bIns="0" anchor="t" anchorCtr="0"/>
          <a:lstStyle>
            <a:lvl1pPr>
              <a:defRPr/>
            </a:lvl1pPr>
          </a:lstStyle>
          <a:p>
            <a:r>
              <a:rPr lang="fr-FR" noProof="0" dirty="0"/>
              <a:t>Image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4046293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 Headline + Sub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9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35999" y="1494000"/>
            <a:ext cx="11518900" cy="309600"/>
          </a:xfrm>
          <a:prstGeom prst="rect">
            <a:avLst/>
          </a:prstGeom>
        </p:spPr>
        <p:txBody>
          <a:bodyPr anchor="b" anchorCtr="0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67">
                <a:solidFill>
                  <a:schemeClr val="tx1"/>
                </a:solidFill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Click here to add text for the </a:t>
            </a:r>
            <a:r>
              <a:rPr lang="en-US" noProof="0" dirty="0" err="1"/>
              <a:t>subheadline</a:t>
            </a:r>
            <a:r>
              <a:rPr lang="en-US" noProof="0" dirty="0"/>
              <a:t> </a:t>
            </a:r>
          </a:p>
        </p:txBody>
      </p:sp>
      <p:sp>
        <p:nvSpPr>
          <p:cNvPr id="6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5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4040101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6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1557569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0722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b="1" dirty="0">
              <a:solidFill>
                <a:srgbClr val="6D6D6D"/>
              </a:solidFill>
            </a:endParaRPr>
          </a:p>
        </p:txBody>
      </p:sp>
      <p:pic>
        <p:nvPicPr>
          <p:cNvPr id="3" name="F25E1CD4-A583-4BB2-82B1-EA8448AABC97" descr="95C080D9-D9F9-4764-A9F0-7C86F910EFA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635" y="4413451"/>
            <a:ext cx="3839800" cy="168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28009" y="2261185"/>
            <a:ext cx="8577284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fr-FR" sz="4533"/>
              <a:t>Modifiez le style du titre</a:t>
            </a:r>
            <a:endParaRPr lang="fr-FR" sz="4533" dirty="0"/>
          </a:p>
        </p:txBody>
      </p:sp>
    </p:spTree>
    <p:extLst>
      <p:ext uri="{BB962C8B-B14F-4D97-AF65-F5344CB8AC3E}">
        <p14:creationId xmlns:p14="http://schemas.microsoft.com/office/powerpoint/2010/main" val="23665053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latin typeface="Canal+" pitchFamily="2" charset="0"/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3811177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latin typeface="Canal+" pitchFamily="2" charset="0"/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2713367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fr-FR" noProof="0" dirty="0"/>
              <a:t>First </a:t>
            </a:r>
            <a:r>
              <a:rPr lang="fr-FR" noProof="0" dirty="0" err="1"/>
              <a:t>text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  <a:p>
            <a:pPr lvl="1"/>
            <a:r>
              <a:rPr lang="fr-FR" noProof="0" dirty="0"/>
              <a:t>Second </a:t>
            </a:r>
            <a:r>
              <a:rPr lang="fr-FR" noProof="0" dirty="0" err="1"/>
              <a:t>text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  <a:p>
            <a:pPr lvl="2"/>
            <a:r>
              <a:rPr lang="fr-FR" noProof="0" dirty="0" err="1"/>
              <a:t>Third</a:t>
            </a:r>
            <a:r>
              <a:rPr lang="fr-FR" noProof="0" dirty="0"/>
              <a:t> </a:t>
            </a:r>
            <a:r>
              <a:rPr lang="fr-FR" noProof="0" dirty="0" err="1"/>
              <a:t>text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  <a:p>
            <a:pPr lvl="3"/>
            <a:r>
              <a:rPr lang="fr-FR" noProof="0" dirty="0" err="1"/>
              <a:t>Fourth</a:t>
            </a:r>
            <a:r>
              <a:rPr lang="fr-FR" noProof="0" dirty="0"/>
              <a:t> </a:t>
            </a:r>
            <a:r>
              <a:rPr lang="fr-FR" noProof="0" dirty="0" err="1"/>
              <a:t>text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  <a:p>
            <a:pPr lvl="4"/>
            <a:r>
              <a:rPr lang="fr-FR" noProof="0" dirty="0" err="1"/>
              <a:t>Fifth</a:t>
            </a:r>
            <a:r>
              <a:rPr lang="fr-FR" noProof="0" dirty="0"/>
              <a:t> </a:t>
            </a:r>
            <a:r>
              <a:rPr lang="fr-FR" noProof="0" dirty="0" err="1"/>
              <a:t>text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  <a:p>
            <a:pPr lvl="5"/>
            <a:r>
              <a:rPr lang="fr-FR" noProof="0" dirty="0" err="1"/>
              <a:t>Sixth</a:t>
            </a:r>
            <a:r>
              <a:rPr lang="fr-FR" noProof="0" dirty="0"/>
              <a:t> </a:t>
            </a:r>
            <a:r>
              <a:rPr lang="fr-FR" noProof="0" dirty="0" err="1"/>
              <a:t>text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fr-FR" noProof="0" dirty="0"/>
              <a:t>Source:</a:t>
            </a:r>
          </a:p>
        </p:txBody>
      </p:sp>
      <p:sp>
        <p:nvSpPr>
          <p:cNvPr id="5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1148655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latin typeface="Canal+" pitchFamily="2" charset="0"/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1108623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6844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1741492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1004263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x1 Box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AU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381001" y="1790701"/>
            <a:ext cx="11425767" cy="4040188"/>
          </a:xfrm>
          <a:prstGeom prst="rect">
            <a:avLst/>
          </a:prstGeom>
        </p:spPr>
        <p:txBody>
          <a:bodyPr tIns="0">
            <a:noAutofit/>
          </a:bodyPr>
          <a:lstStyle>
            <a:lvl1pPr>
              <a:defRPr b="0"/>
            </a:lvl1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AU" dirty="0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81000" y="1031840"/>
            <a:ext cx="11425765" cy="758861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681080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 dirty="0"/>
              <a:t>Click here to add the headline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>
          <a:xfrm>
            <a:off x="8737600" y="6525344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1467" i="1">
                <a:latin typeface="Canal+" pitchFamily="50" charset="0"/>
              </a:defRPr>
            </a:lvl1pPr>
          </a:lstStyle>
          <a:p>
            <a:fld id="{47AFB671-B60B-4FD7-A4B2-341A32C1B7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8362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4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1982458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5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241327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F999973-DAAB-4687-B4B4-75DA6A298F11}" type="datetimeFigureOut">
              <a:rPr lang="fr-FR" smtClean="0"/>
              <a:t>17/05/2021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7AFB671-B60B-4FD7-A4B2-341A32C1B7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85003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604797"/>
            <a:ext cx="0" cy="0"/>
          </a:xfrm>
        </p:spPr>
        <p:txBody>
          <a:bodyPr/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15219960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oleObject" Target="../embeddings/oleObject2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Relationship Id="rId3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/>
          </p:cNvGraphicFramePr>
          <p:nvPr>
            <p:custDataLst>
              <p:tags r:id="rId28"/>
            </p:custDataLst>
          </p:nvPr>
        </p:nvGraphicFramePr>
        <p:xfrm>
          <a:off x="2119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9" imgW="270" imgH="270" progId="TCLayout.ActiveDocument.1">
                  <p:embed/>
                </p:oleObj>
              </mc:Choice>
              <mc:Fallback>
                <p:oleObj name="think-cell Slide" r:id="rId29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336001" y="40500"/>
            <a:ext cx="11519451" cy="9036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noProof="0" dirty="0"/>
              <a:t>Click here to add the headline</a:t>
            </a:r>
          </a:p>
        </p:txBody>
      </p:sp>
      <p:cxnSp>
        <p:nvCxnSpPr>
          <p:cNvPr id="48" name="Gerade Verbindung 47"/>
          <p:cNvCxnSpPr/>
          <p:nvPr/>
        </p:nvCxnSpPr>
        <p:spPr bwMode="gray">
          <a:xfrm flipV="1">
            <a:off x="6093887" y="-123825"/>
            <a:ext cx="0" cy="107156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48"/>
          <p:cNvCxnSpPr/>
          <p:nvPr/>
        </p:nvCxnSpPr>
        <p:spPr bwMode="gray">
          <a:xfrm flipV="1">
            <a:off x="5973237" y="-123825"/>
            <a:ext cx="0" cy="107156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49"/>
          <p:cNvCxnSpPr/>
          <p:nvPr/>
        </p:nvCxnSpPr>
        <p:spPr bwMode="gray">
          <a:xfrm flipV="1">
            <a:off x="6214537" y="-123825"/>
            <a:ext cx="0" cy="107156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feld 50"/>
          <p:cNvSpPr txBox="1"/>
          <p:nvPr/>
        </p:nvSpPr>
        <p:spPr bwMode="gray">
          <a:xfrm>
            <a:off x="5943664" y="-287059"/>
            <a:ext cx="2708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dirty="0">
                <a:solidFill>
                  <a:prstClr val="white"/>
                </a:solidFill>
              </a:rPr>
              <a:t>0.00</a:t>
            </a:r>
          </a:p>
        </p:txBody>
      </p:sp>
      <p:sp>
        <p:nvSpPr>
          <p:cNvPr id="52" name="Textfeld 51"/>
          <p:cNvSpPr txBox="1"/>
          <p:nvPr/>
        </p:nvSpPr>
        <p:spPr bwMode="gray">
          <a:xfrm>
            <a:off x="5621931" y="-194726"/>
            <a:ext cx="2708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prstClr val="white"/>
                </a:solidFill>
              </a:rPr>
              <a:t>0.10</a:t>
            </a:r>
          </a:p>
        </p:txBody>
      </p:sp>
      <p:sp>
        <p:nvSpPr>
          <p:cNvPr id="53" name="Textfeld 52"/>
          <p:cNvSpPr txBox="1"/>
          <p:nvPr/>
        </p:nvSpPr>
        <p:spPr bwMode="gray">
          <a:xfrm>
            <a:off x="6280211" y="-194726"/>
            <a:ext cx="2708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prstClr val="white"/>
                </a:solidFill>
              </a:rPr>
              <a:t>0.10</a:t>
            </a:r>
          </a:p>
        </p:txBody>
      </p:sp>
      <p:cxnSp>
        <p:nvCxnSpPr>
          <p:cNvPr id="60" name="Gerade Verbindung 59"/>
          <p:cNvCxnSpPr/>
          <p:nvPr/>
        </p:nvCxnSpPr>
        <p:spPr bwMode="gray">
          <a:xfrm flipH="1">
            <a:off x="-198968" y="1265237"/>
            <a:ext cx="156635" cy="0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feld 60"/>
          <p:cNvSpPr txBox="1"/>
          <p:nvPr/>
        </p:nvSpPr>
        <p:spPr bwMode="gray">
          <a:xfrm>
            <a:off x="-538690" y="1511173"/>
            <a:ext cx="2413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prstClr val="white"/>
                </a:solidFill>
              </a:rPr>
              <a:t>2.05</a:t>
            </a:r>
          </a:p>
        </p:txBody>
      </p:sp>
      <p:cxnSp>
        <p:nvCxnSpPr>
          <p:cNvPr id="62" name="Gerade Verbindung 61"/>
          <p:cNvCxnSpPr/>
          <p:nvPr/>
        </p:nvCxnSpPr>
        <p:spPr bwMode="gray">
          <a:xfrm flipH="1">
            <a:off x="-198968" y="3840163"/>
            <a:ext cx="156635" cy="0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feld 62"/>
          <p:cNvSpPr txBox="1"/>
          <p:nvPr/>
        </p:nvSpPr>
        <p:spPr bwMode="gray">
          <a:xfrm>
            <a:off x="-538690" y="3790361"/>
            <a:ext cx="2413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prstClr val="white"/>
                </a:solidFill>
              </a:rPr>
              <a:t>0.45</a:t>
            </a:r>
          </a:p>
        </p:txBody>
      </p:sp>
      <p:cxnSp>
        <p:nvCxnSpPr>
          <p:cNvPr id="64" name="Gerade Verbindung 63"/>
          <p:cNvCxnSpPr/>
          <p:nvPr/>
        </p:nvCxnSpPr>
        <p:spPr bwMode="gray">
          <a:xfrm flipH="1">
            <a:off x="-198968" y="3929063"/>
            <a:ext cx="156635" cy="0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/>
          <p:cNvSpPr txBox="1"/>
          <p:nvPr/>
        </p:nvSpPr>
        <p:spPr bwMode="gray">
          <a:xfrm>
            <a:off x="-538690" y="3882231"/>
            <a:ext cx="2413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prstClr val="white"/>
                </a:solidFill>
              </a:rPr>
              <a:t>0.55</a:t>
            </a:r>
          </a:p>
        </p:txBody>
      </p:sp>
      <p:cxnSp>
        <p:nvCxnSpPr>
          <p:cNvPr id="69" name="Gerade Verbindung 68"/>
          <p:cNvCxnSpPr/>
          <p:nvPr/>
        </p:nvCxnSpPr>
        <p:spPr bwMode="gray">
          <a:xfrm flipH="1">
            <a:off x="-198968" y="3744653"/>
            <a:ext cx="156635" cy="0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feld 69"/>
          <p:cNvSpPr txBox="1"/>
          <p:nvPr/>
        </p:nvSpPr>
        <p:spPr bwMode="gray">
          <a:xfrm>
            <a:off x="-538690" y="3698489"/>
            <a:ext cx="2413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prstClr val="white"/>
                </a:solidFill>
              </a:rPr>
              <a:t>0.35</a:t>
            </a:r>
          </a:p>
        </p:txBody>
      </p:sp>
      <p:cxnSp>
        <p:nvCxnSpPr>
          <p:cNvPr id="71" name="Gerade Verbindung 70"/>
          <p:cNvCxnSpPr/>
          <p:nvPr/>
        </p:nvCxnSpPr>
        <p:spPr bwMode="gray">
          <a:xfrm flipH="1">
            <a:off x="-198968" y="6116639"/>
            <a:ext cx="156635" cy="0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feld 71"/>
          <p:cNvSpPr txBox="1"/>
          <p:nvPr/>
        </p:nvSpPr>
        <p:spPr bwMode="gray">
          <a:xfrm>
            <a:off x="-538690" y="6070473"/>
            <a:ext cx="2413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prstClr val="white"/>
                </a:solidFill>
              </a:rPr>
              <a:t>2.94</a:t>
            </a:r>
          </a:p>
        </p:txBody>
      </p:sp>
      <p:cxnSp>
        <p:nvCxnSpPr>
          <p:cNvPr id="54" name="Gerade Verbindung 39"/>
          <p:cNvCxnSpPr/>
          <p:nvPr/>
        </p:nvCxnSpPr>
        <p:spPr bwMode="gray">
          <a:xfrm flipV="1">
            <a:off x="11856640" y="-123825"/>
            <a:ext cx="0" cy="107156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feld 44"/>
          <p:cNvSpPr txBox="1"/>
          <p:nvPr/>
        </p:nvSpPr>
        <p:spPr bwMode="gray">
          <a:xfrm>
            <a:off x="11706417" y="-287059"/>
            <a:ext cx="2708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dirty="0">
                <a:solidFill>
                  <a:prstClr val="white"/>
                </a:solidFill>
              </a:rPr>
              <a:t>4.72</a:t>
            </a:r>
          </a:p>
        </p:txBody>
      </p:sp>
      <p:cxnSp>
        <p:nvCxnSpPr>
          <p:cNvPr id="57" name="Gerade Verbindung 39"/>
          <p:cNvCxnSpPr/>
          <p:nvPr/>
        </p:nvCxnSpPr>
        <p:spPr bwMode="gray">
          <a:xfrm flipV="1">
            <a:off x="337391" y="-123825"/>
            <a:ext cx="0" cy="107156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feld 44"/>
          <p:cNvSpPr txBox="1"/>
          <p:nvPr/>
        </p:nvSpPr>
        <p:spPr bwMode="gray">
          <a:xfrm>
            <a:off x="187168" y="-287059"/>
            <a:ext cx="2708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dirty="0">
                <a:solidFill>
                  <a:prstClr val="white"/>
                </a:solidFill>
              </a:rPr>
              <a:t>4.72</a:t>
            </a:r>
          </a:p>
        </p:txBody>
      </p:sp>
      <p:sp>
        <p:nvSpPr>
          <p:cNvPr id="7" name="Textfeld 6"/>
          <p:cNvSpPr txBox="1"/>
          <p:nvPr/>
        </p:nvSpPr>
        <p:spPr bwMode="gray">
          <a:xfrm>
            <a:off x="8229723" y="6578178"/>
            <a:ext cx="3626279" cy="2051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r">
              <a:defRPr/>
            </a:pPr>
            <a:r>
              <a:rPr lang="en-US" sz="1333" dirty="0">
                <a:solidFill>
                  <a:srgbClr val="6D6D6D"/>
                </a:solidFill>
              </a:rPr>
              <a:t>Fév-2020|</a:t>
            </a:r>
            <a:r>
              <a:rPr lang="en-US" sz="1333" dirty="0">
                <a:solidFill>
                  <a:srgbClr val="A9A9A9"/>
                </a:solidFill>
              </a:rPr>
              <a:t> </a:t>
            </a:r>
            <a:fld id="{5152254E-7EB4-45E4-904F-3575BFE2F20B}" type="slidenum">
              <a:rPr lang="en-US" sz="1333">
                <a:solidFill>
                  <a:srgbClr val="6D6D6D"/>
                </a:solidFill>
              </a:rPr>
              <a:pPr algn="r">
                <a:defRPr/>
              </a:pPr>
              <a:t>‹#›</a:t>
            </a:fld>
            <a:endParaRPr lang="en-US" sz="1333" dirty="0">
              <a:solidFill>
                <a:srgbClr val="6D6D6D"/>
              </a:solidFill>
            </a:endParaRPr>
          </a:p>
        </p:txBody>
      </p:sp>
      <p:graphicFrame>
        <p:nvGraphicFramePr>
          <p:cNvPr id="31" name="Object 30" hidden="1"/>
          <p:cNvGraphicFramePr>
            <a:graphicFrameLocks noChangeAspect="1"/>
          </p:cNvGraphicFramePr>
          <p:nvPr/>
        </p:nvGraphicFramePr>
        <p:xfrm>
          <a:off x="2119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270" imgH="270" progId="TCLayout.ActiveDocument.1">
                  <p:embed/>
                </p:oleObj>
              </mc:Choice>
              <mc:Fallback>
                <p:oleObj name="think-cell Slide" r:id="rId31" imgW="270" imgH="270" progId="TCLayout.ActiveDocument.1">
                  <p:embed/>
                  <p:pic>
                    <p:nvPicPr>
                      <p:cNvPr id="31" name="Object 30" hidden="1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0" y="1001251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F25E1CD4-A583-4BB2-82B1-EA8448AABC97" descr="95C080D9-D9F9-4764-A9F0-7C86F910EFA5"/>
          <p:cNvPicPr>
            <a:picLocks noChangeAspect="1" noChangeArrowheads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382" y="6412533"/>
            <a:ext cx="480053" cy="280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platzhalter 2"/>
          <p:cNvSpPr txBox="1">
            <a:spLocks/>
          </p:cNvSpPr>
          <p:nvPr userDrawn="1"/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tabLst/>
              <a:defRPr sz="180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3888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623888" algn="l"/>
              </a:tabLs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4863" marR="0" indent="-17938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714375" algn="l"/>
              </a:tabLst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4738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6200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Pct val="85000"/>
              <a:buFont typeface="Courier New" panose="02070309020205020404" pitchFamily="49" charset="0"/>
              <a:buChar char="o"/>
              <a:tabLst>
                <a:tab pos="1255713" algn="l"/>
              </a:tabLst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6563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»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7pPr>
            <a:lvl8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8pPr>
            <a:lvl9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65452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</p:sldLayoutIdLst>
  <p:txStyles>
    <p:titleStyle>
      <a:lvl1pPr algn="l" defTabSz="1219170" rtl="0" eaLnBrk="1" latinLnBrk="0" hangingPunct="1">
        <a:spcBef>
          <a:spcPct val="0"/>
        </a:spcBef>
        <a:buNone/>
        <a:defRPr sz="3200" kern="1200" cap="none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1219170" rtl="0" eaLnBrk="1" fontAlgn="auto" latinLnBrk="0" hangingPunct="1">
        <a:lnSpc>
          <a:spcPct val="100000"/>
        </a:lnSpc>
        <a:spcBef>
          <a:spcPts val="0"/>
        </a:spcBef>
        <a:spcAft>
          <a:spcPts val="667"/>
        </a:spcAft>
        <a:buClrTx/>
        <a:buSzTx/>
        <a:buFont typeface="Arial" panose="020B0604020202020204" pitchFamily="34" charset="0"/>
        <a:buNone/>
        <a:tabLst/>
        <a:defRPr sz="2667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0" algn="l" defTabSz="1219170" rtl="0" eaLnBrk="1" fontAlgn="auto" latinLnBrk="0" hangingPunct="1">
        <a:lnSpc>
          <a:spcPct val="100000"/>
        </a:lnSpc>
        <a:spcBef>
          <a:spcPts val="667"/>
        </a:spcBef>
        <a:spcAft>
          <a:spcPts val="0"/>
        </a:spcAft>
        <a:buClr>
          <a:srgbClr val="ED7404"/>
        </a:buClr>
        <a:buSzPct val="105000"/>
        <a:buFontTx/>
        <a:buNone/>
        <a:tabLst/>
        <a:defRPr sz="2400" kern="1200">
          <a:solidFill>
            <a:srgbClr val="6D6D6D"/>
          </a:solidFill>
          <a:latin typeface="+mn-lt"/>
          <a:ea typeface="+mn-ea"/>
          <a:cs typeface="+mn-cs"/>
        </a:defRPr>
      </a:lvl2pPr>
      <a:lvl3pPr marL="239994" marR="0" indent="-239994" algn="l" defTabSz="1219170" rtl="0" eaLnBrk="1" fontAlgn="auto" latinLnBrk="0" hangingPunct="1">
        <a:lnSpc>
          <a:spcPct val="100000"/>
        </a:lnSpc>
        <a:spcBef>
          <a:spcPts val="667"/>
        </a:spcBef>
        <a:spcAft>
          <a:spcPts val="0"/>
        </a:spcAft>
        <a:buClr>
          <a:srgbClr val="63666A"/>
        </a:buClr>
        <a:buSzTx/>
        <a:buFont typeface="Calibri" panose="020F0502020204030204" pitchFamily="34" charset="0"/>
        <a:buChar char="›"/>
        <a:tabLst/>
        <a:defRPr sz="2133" kern="1200">
          <a:solidFill>
            <a:srgbClr val="6D6D6D"/>
          </a:solidFill>
          <a:latin typeface="+mn-lt"/>
          <a:ea typeface="+mn-ea"/>
          <a:cs typeface="+mn-cs"/>
        </a:defRPr>
      </a:lvl3pPr>
      <a:lvl4pPr marL="489588" marR="0" indent="-249594" algn="l" defTabSz="1219170" rtl="0" eaLnBrk="1" fontAlgn="auto" latinLnBrk="0" hangingPunct="1">
        <a:lnSpc>
          <a:spcPct val="100000"/>
        </a:lnSpc>
        <a:spcBef>
          <a:spcPts val="667"/>
        </a:spcBef>
        <a:spcAft>
          <a:spcPts val="0"/>
        </a:spcAft>
        <a:buClr>
          <a:srgbClr val="63666A"/>
        </a:buClr>
        <a:buSzTx/>
        <a:buFont typeface="Symbol" panose="05050102010706020507" pitchFamily="18" charset="2"/>
        <a:buChar char="-"/>
        <a:tabLst/>
        <a:defRPr sz="2133" kern="1200">
          <a:solidFill>
            <a:srgbClr val="6D6D6D"/>
          </a:solidFill>
          <a:latin typeface="+mn-lt"/>
          <a:ea typeface="+mn-ea"/>
          <a:cs typeface="+mn-cs"/>
        </a:defRPr>
      </a:lvl4pPr>
      <a:lvl5pPr marL="767981" marR="0" indent="-249594" algn="l" defTabSz="1219170" rtl="0" eaLnBrk="1" fontAlgn="auto" latinLnBrk="0" hangingPunct="1">
        <a:lnSpc>
          <a:spcPct val="100000"/>
        </a:lnSpc>
        <a:spcBef>
          <a:spcPts val="667"/>
        </a:spcBef>
        <a:spcAft>
          <a:spcPts val="0"/>
        </a:spcAft>
        <a:buClr>
          <a:srgbClr val="63666A"/>
        </a:buClr>
        <a:buSzTx/>
        <a:buFont typeface="Symbol" panose="05050102010706020507" pitchFamily="18" charset="2"/>
        <a:buChar char="-"/>
        <a:tabLst/>
        <a:defRPr sz="1867" kern="1200">
          <a:solidFill>
            <a:srgbClr val="6D6D6D"/>
          </a:solidFill>
          <a:latin typeface="+mn-lt"/>
          <a:ea typeface="+mn-ea"/>
          <a:cs typeface="+mn-cs"/>
        </a:defRPr>
      </a:lvl5pPr>
      <a:lvl6pPr marL="1022325" marR="0" indent="-247644" algn="l" defTabSz="1219170" rtl="0" eaLnBrk="1" fontAlgn="auto" latinLnBrk="0" hangingPunct="1">
        <a:lnSpc>
          <a:spcPct val="100000"/>
        </a:lnSpc>
        <a:spcBef>
          <a:spcPts val="667"/>
        </a:spcBef>
        <a:spcAft>
          <a:spcPts val="0"/>
        </a:spcAft>
        <a:buClr>
          <a:srgbClr val="63666A"/>
        </a:buClr>
        <a:buSzTx/>
        <a:buFont typeface="Calibri" panose="020F0502020204030204" pitchFamily="34" charset="0"/>
        <a:buChar char="»"/>
        <a:tabLst/>
        <a:defRPr sz="1867" kern="1200">
          <a:solidFill>
            <a:srgbClr val="6D6D6D"/>
          </a:solidFill>
          <a:latin typeface="+mn-lt"/>
          <a:ea typeface="+mn-ea"/>
          <a:cs typeface="+mn-cs"/>
        </a:defRPr>
      </a:lvl6pPr>
      <a:lvl7pPr marL="1022374" indent="-249594" algn="l" defTabSz="1219170" rtl="0" eaLnBrk="1" latinLnBrk="0" hangingPunct="1">
        <a:spcBef>
          <a:spcPts val="667"/>
        </a:spcBef>
        <a:buClr>
          <a:schemeClr val="tx1"/>
        </a:buClr>
        <a:buFont typeface="Calibri" panose="020F0502020204030204" pitchFamily="34" charset="0"/>
        <a:buChar char="»"/>
        <a:defRPr sz="1867" kern="1200" baseline="0">
          <a:solidFill>
            <a:srgbClr val="6D6D6D"/>
          </a:solidFill>
          <a:latin typeface="+mn-lt"/>
          <a:ea typeface="+mn-ea"/>
          <a:cs typeface="+mn-cs"/>
        </a:defRPr>
      </a:lvl7pPr>
      <a:lvl8pPr marL="1022374" indent="-249594" algn="l" defTabSz="1219170" rtl="0" eaLnBrk="1" latinLnBrk="0" hangingPunct="1">
        <a:spcBef>
          <a:spcPts val="667"/>
        </a:spcBef>
        <a:buClr>
          <a:schemeClr val="tx1"/>
        </a:buClr>
        <a:buFont typeface="Calibri" panose="020F0502020204030204" pitchFamily="34" charset="0"/>
        <a:buChar char="»"/>
        <a:defRPr sz="1867" kern="1200" baseline="0">
          <a:solidFill>
            <a:srgbClr val="6D6D6D"/>
          </a:solidFill>
          <a:latin typeface="+mn-lt"/>
          <a:ea typeface="+mn-ea"/>
          <a:cs typeface="+mn-cs"/>
        </a:defRPr>
      </a:lvl8pPr>
      <a:lvl9pPr marL="1022374" indent="-249594" algn="l" defTabSz="1219170" rtl="0" eaLnBrk="1" latinLnBrk="0" hangingPunct="1">
        <a:spcBef>
          <a:spcPts val="667"/>
        </a:spcBef>
        <a:buClr>
          <a:schemeClr val="tx1"/>
        </a:buClr>
        <a:buFont typeface="Calibri" panose="020F0502020204030204" pitchFamily="34" charset="0"/>
        <a:buChar char="»"/>
        <a:defRPr sz="1867" kern="1200" baseline="0">
          <a:solidFill>
            <a:srgbClr val="6D6D6D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gif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3D8C84D8-E413-4DA9-B507-F7127B83B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Processus de souscription</a:t>
            </a:r>
            <a:br>
              <a:rPr lang="fr-FR" dirty="0"/>
            </a:br>
            <a:r>
              <a:rPr lang="fr-FR" b="1" dirty="0"/>
              <a:t>PARCOURS CLIENT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92F2C36-3775-44BC-A50E-68FE42D500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2" name="Flèche droite 6">
            <a:extLst>
              <a:ext uri="{FF2B5EF4-FFF2-40B4-BE49-F238E27FC236}">
                <a16:creationId xmlns:a16="http://schemas.microsoft.com/office/drawing/2014/main" id="{E2EC39C3-A117-4E91-9367-0638CDC579B2}"/>
              </a:ext>
            </a:extLst>
          </p:cNvPr>
          <p:cNvSpPr/>
          <p:nvPr/>
        </p:nvSpPr>
        <p:spPr>
          <a:xfrm>
            <a:off x="1251279" y="2338255"/>
            <a:ext cx="820951" cy="241133"/>
          </a:xfrm>
          <a:prstGeom prst="right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8" tIns="45725" rIns="91448" bIns="457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150"/>
            <a:endParaRPr lang="fr-FR" sz="1600" b="1" i="1" dirty="0" err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Flèche droite 21">
            <a:extLst>
              <a:ext uri="{FF2B5EF4-FFF2-40B4-BE49-F238E27FC236}">
                <a16:creationId xmlns:a16="http://schemas.microsoft.com/office/drawing/2014/main" id="{03696AF6-2134-4259-A720-56175CAC67AB}"/>
              </a:ext>
            </a:extLst>
          </p:cNvPr>
          <p:cNvSpPr/>
          <p:nvPr/>
        </p:nvSpPr>
        <p:spPr>
          <a:xfrm>
            <a:off x="3586527" y="2327908"/>
            <a:ext cx="690952" cy="251481"/>
          </a:xfrm>
          <a:prstGeom prst="right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8" tIns="45725" rIns="91448" bIns="457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150"/>
            <a:endParaRPr lang="fr-FR" sz="1600" b="1" i="1" dirty="0" err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Flèche droite 22">
            <a:extLst>
              <a:ext uri="{FF2B5EF4-FFF2-40B4-BE49-F238E27FC236}">
                <a16:creationId xmlns:a16="http://schemas.microsoft.com/office/drawing/2014/main" id="{70CD3EB0-7B93-4F83-A9E6-BF34F5A16E2F}"/>
              </a:ext>
            </a:extLst>
          </p:cNvPr>
          <p:cNvSpPr/>
          <p:nvPr/>
        </p:nvSpPr>
        <p:spPr>
          <a:xfrm>
            <a:off x="5771682" y="2327911"/>
            <a:ext cx="820951" cy="241133"/>
          </a:xfrm>
          <a:prstGeom prst="right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8" tIns="45725" rIns="91448" bIns="457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150"/>
            <a:endParaRPr lang="fr-FR" sz="1600" b="1" i="1" dirty="0" err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Flèche droite 23">
            <a:extLst>
              <a:ext uri="{FF2B5EF4-FFF2-40B4-BE49-F238E27FC236}">
                <a16:creationId xmlns:a16="http://schemas.microsoft.com/office/drawing/2014/main" id="{E1BD4342-464F-4C53-A098-D3A49E45B2DE}"/>
              </a:ext>
            </a:extLst>
          </p:cNvPr>
          <p:cNvSpPr/>
          <p:nvPr/>
        </p:nvSpPr>
        <p:spPr>
          <a:xfrm>
            <a:off x="8206031" y="2327914"/>
            <a:ext cx="820951" cy="241133"/>
          </a:xfrm>
          <a:prstGeom prst="right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8" tIns="45725" rIns="91448" bIns="457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150"/>
            <a:endParaRPr lang="fr-FR" sz="1600" b="1" i="1" dirty="0" err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91FB9DD-6D84-492B-A6FD-0200EAC510C6}"/>
              </a:ext>
            </a:extLst>
          </p:cNvPr>
          <p:cNvSpPr txBox="1"/>
          <p:nvPr/>
        </p:nvSpPr>
        <p:spPr>
          <a:xfrm>
            <a:off x="72057" y="3129699"/>
            <a:ext cx="1879621" cy="1128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422"/>
            <a:r>
              <a:rPr lang="fr-FR" sz="1467" kern="0" dirty="0">
                <a:solidFill>
                  <a:sysClr val="windowText" lastClr="000000"/>
                </a:solidFill>
                <a:latin typeface="Calibri"/>
              </a:rPr>
              <a:t>Le prospect se rend dans une boutique CANAL+ STORE, ou est approché par un Vendeur à Domicile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B972C2B1-C21C-43F3-B9F4-4D74D78AB5E7}"/>
              </a:ext>
            </a:extLst>
          </p:cNvPr>
          <p:cNvSpPr txBox="1"/>
          <p:nvPr/>
        </p:nvSpPr>
        <p:spPr>
          <a:xfrm>
            <a:off x="2336460" y="3098909"/>
            <a:ext cx="1930109" cy="18061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422"/>
            <a:r>
              <a:rPr lang="fr-FR" sz="1467" b="1" kern="0" cap="all" dirty="0">
                <a:solidFill>
                  <a:srgbClr val="005782"/>
                </a:solidFill>
                <a:latin typeface="Calibri"/>
              </a:rPr>
              <a:t>Etape 1</a:t>
            </a:r>
          </a:p>
          <a:p>
            <a:pPr defTabSz="914422"/>
            <a:r>
              <a:rPr lang="fr-FR" sz="1467" kern="0" dirty="0">
                <a:solidFill>
                  <a:sysClr val="windowText" lastClr="000000"/>
                </a:solidFill>
                <a:latin typeface="Calibri"/>
              </a:rPr>
              <a:t>Le vendeur retrouve le client SAT dans le CGA </a:t>
            </a:r>
          </a:p>
          <a:p>
            <a:pPr defTabSz="914422"/>
            <a:endParaRPr lang="fr-FR" sz="1467" kern="0" dirty="0">
              <a:solidFill>
                <a:sysClr val="windowText" lastClr="000000"/>
              </a:solidFill>
              <a:latin typeface="Calibri"/>
            </a:endParaRPr>
          </a:p>
          <a:p>
            <a:pPr defTabSz="914422"/>
            <a:r>
              <a:rPr lang="fr-FR" sz="1467" kern="0" dirty="0">
                <a:solidFill>
                  <a:sysClr val="windowText" lastClr="000000"/>
                </a:solidFill>
                <a:latin typeface="Calibri"/>
              </a:rPr>
              <a:t>Ou</a:t>
            </a:r>
          </a:p>
          <a:p>
            <a:pPr defTabSz="914422"/>
            <a:endParaRPr lang="fr-FR" sz="1467" kern="0" dirty="0">
              <a:solidFill>
                <a:sysClr val="windowText" lastClr="000000"/>
              </a:solidFill>
              <a:latin typeface="Calibri"/>
            </a:endParaRPr>
          </a:p>
          <a:p>
            <a:pPr defTabSz="914422"/>
            <a:r>
              <a:rPr lang="fr-FR" sz="1467" kern="0" dirty="0">
                <a:solidFill>
                  <a:sysClr val="windowText" lastClr="000000"/>
                </a:solidFill>
                <a:latin typeface="Calibri"/>
              </a:rPr>
              <a:t>Saisit les informations générales du client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F2EFCB06-603B-4077-AC1F-7CD33D9ECCE2}"/>
              </a:ext>
            </a:extLst>
          </p:cNvPr>
          <p:cNvSpPr txBox="1"/>
          <p:nvPr/>
        </p:nvSpPr>
        <p:spPr>
          <a:xfrm>
            <a:off x="4407477" y="3098909"/>
            <a:ext cx="2072567" cy="24834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422"/>
            <a:r>
              <a:rPr lang="fr-FR" sz="1467" b="1" kern="0" cap="all" dirty="0">
                <a:solidFill>
                  <a:srgbClr val="005782"/>
                </a:solidFill>
                <a:latin typeface="Calibri"/>
              </a:rPr>
              <a:t>Etape 2</a:t>
            </a:r>
          </a:p>
          <a:p>
            <a:pPr defTabSz="914422"/>
            <a:r>
              <a:rPr lang="fr-FR" sz="1467" kern="0" dirty="0">
                <a:solidFill>
                  <a:sysClr val="windowText" lastClr="000000"/>
                </a:solidFill>
                <a:latin typeface="Calibri"/>
              </a:rPr>
              <a:t>Le vendeur vérifie </a:t>
            </a:r>
            <a:r>
              <a:rPr lang="fr-FR" sz="1467" kern="0" dirty="0">
                <a:solidFill>
                  <a:srgbClr val="80276C"/>
                </a:solidFill>
                <a:latin typeface="Calibri"/>
              </a:rPr>
              <a:t>l’éligibilité</a:t>
            </a:r>
            <a:r>
              <a:rPr lang="fr-FR" sz="1467" kern="0" dirty="0">
                <a:solidFill>
                  <a:sysClr val="windowText" lastClr="000000"/>
                </a:solidFill>
                <a:latin typeface="Calibri"/>
              </a:rPr>
              <a:t> du prospect par une localisation précise du client.</a:t>
            </a:r>
          </a:p>
          <a:p>
            <a:pPr defTabSz="914422"/>
            <a:br>
              <a:rPr lang="fr-FR" sz="1467" b="1" kern="0" cap="all" dirty="0">
                <a:solidFill>
                  <a:srgbClr val="005782"/>
                </a:solidFill>
                <a:latin typeface="Calibri"/>
              </a:rPr>
            </a:br>
            <a:r>
              <a:rPr lang="fr-FR" sz="1467" b="1" kern="0" cap="all" dirty="0">
                <a:solidFill>
                  <a:srgbClr val="005782"/>
                </a:solidFill>
                <a:latin typeface="Calibri"/>
              </a:rPr>
              <a:t>Etape 3</a:t>
            </a:r>
            <a:br>
              <a:rPr lang="fr-FR" sz="1467" kern="0" dirty="0">
                <a:solidFill>
                  <a:sysClr val="windowText" lastClr="000000"/>
                </a:solidFill>
                <a:latin typeface="Calibri"/>
              </a:rPr>
            </a:br>
            <a:r>
              <a:rPr lang="fr-FR" sz="1467" kern="0" dirty="0">
                <a:solidFill>
                  <a:sysClr val="windowText" lastClr="000000"/>
                </a:solidFill>
                <a:latin typeface="Calibri"/>
              </a:rPr>
              <a:t>Si le prospect est éligible, le vendeur lui remet le matériel et active l’abonnement dans le CGA 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EBCF7DC4-BE2A-46A5-B4D4-17E026420C30}"/>
              </a:ext>
            </a:extLst>
          </p:cNvPr>
          <p:cNvSpPr txBox="1"/>
          <p:nvPr/>
        </p:nvSpPr>
        <p:spPr>
          <a:xfrm>
            <a:off x="6683003" y="3098909"/>
            <a:ext cx="2097923" cy="20319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422"/>
            <a:r>
              <a:rPr lang="fr-FR" sz="1467" b="1" kern="0" cap="all" dirty="0">
                <a:solidFill>
                  <a:srgbClr val="005782"/>
                </a:solidFill>
                <a:latin typeface="Calibri"/>
              </a:rPr>
              <a:t>Etape 4</a:t>
            </a:r>
          </a:p>
          <a:p>
            <a:pPr defTabSz="914422"/>
            <a:r>
              <a:rPr lang="fr-FR" sz="1467" kern="0" dirty="0">
                <a:solidFill>
                  <a:sysClr val="windowText" lastClr="000000"/>
                </a:solidFill>
                <a:latin typeface="Calibri"/>
              </a:rPr>
              <a:t>La ligne est </a:t>
            </a:r>
            <a:r>
              <a:rPr lang="fr-FR" sz="1467" kern="0" dirty="0">
                <a:solidFill>
                  <a:srgbClr val="80276C"/>
                </a:solidFill>
                <a:latin typeface="Calibri"/>
              </a:rPr>
              <a:t>activée</a:t>
            </a:r>
            <a:r>
              <a:rPr lang="fr-FR" sz="1467" kern="0" dirty="0">
                <a:solidFill>
                  <a:sysClr val="windowText" lastClr="000000"/>
                </a:solidFill>
                <a:latin typeface="Calibri"/>
              </a:rPr>
              <a:t> automatiquement dans les systèmes de CANALBOX</a:t>
            </a:r>
          </a:p>
          <a:p>
            <a:pPr defTabSz="914422"/>
            <a:endParaRPr lang="fr-FR" sz="1467" kern="0" dirty="0">
              <a:solidFill>
                <a:sysClr val="windowText" lastClr="000000"/>
              </a:solidFill>
              <a:latin typeface="Calibri"/>
            </a:endParaRPr>
          </a:p>
          <a:p>
            <a:pPr defTabSz="914422"/>
            <a:r>
              <a:rPr lang="fr-FR" sz="1467" kern="0" dirty="0">
                <a:solidFill>
                  <a:sysClr val="windowText" lastClr="000000"/>
                </a:solidFill>
                <a:latin typeface="Calibri"/>
              </a:rPr>
              <a:t>Le client est rappelé pour </a:t>
            </a:r>
            <a:r>
              <a:rPr lang="fr-FR" sz="1467" kern="0" dirty="0">
                <a:solidFill>
                  <a:srgbClr val="80276C"/>
                </a:solidFill>
                <a:latin typeface="Calibri"/>
              </a:rPr>
              <a:t>planifier l’intervention </a:t>
            </a:r>
            <a:r>
              <a:rPr lang="fr-FR" sz="1467" kern="0" dirty="0">
                <a:solidFill>
                  <a:sysClr val="windowText" lastClr="000000"/>
                </a:solidFill>
                <a:latin typeface="Calibri"/>
              </a:rPr>
              <a:t>du technicien agréé pour l’installation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D6747218-F23A-4AB3-A9F7-DDF1D7F697F5}"/>
              </a:ext>
            </a:extLst>
          </p:cNvPr>
          <p:cNvSpPr txBox="1"/>
          <p:nvPr/>
        </p:nvSpPr>
        <p:spPr>
          <a:xfrm>
            <a:off x="8927632" y="3098909"/>
            <a:ext cx="2352945" cy="6773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422"/>
            <a:r>
              <a:rPr lang="fr-FR" sz="1467" b="1" kern="0" cap="all" dirty="0">
                <a:solidFill>
                  <a:srgbClr val="005782"/>
                </a:solidFill>
                <a:latin typeface="Calibri"/>
              </a:rPr>
              <a:t>Etape 5</a:t>
            </a:r>
          </a:p>
          <a:p>
            <a:pPr defTabSz="914422"/>
            <a:r>
              <a:rPr lang="fr-FR" sz="1467" kern="0" dirty="0">
                <a:solidFill>
                  <a:sysClr val="windowText" lastClr="000000"/>
                </a:solidFill>
                <a:latin typeface="Calibri"/>
              </a:rPr>
              <a:t>Le technicien réalise </a:t>
            </a:r>
            <a:r>
              <a:rPr lang="fr-FR" sz="1467" kern="0" dirty="0">
                <a:solidFill>
                  <a:srgbClr val="80276C"/>
                </a:solidFill>
                <a:latin typeface="Calibri"/>
              </a:rPr>
              <a:t>l’installation</a:t>
            </a:r>
            <a:r>
              <a:rPr lang="fr-FR" sz="1467" kern="0" dirty="0">
                <a:solidFill>
                  <a:sysClr val="windowText" lastClr="000000"/>
                </a:solidFill>
                <a:latin typeface="Calibri"/>
              </a:rPr>
              <a:t> et </a:t>
            </a:r>
          </a:p>
        </p:txBody>
      </p:sp>
      <p:pic>
        <p:nvPicPr>
          <p:cNvPr id="32" name="Picture 2">
            <a:extLst>
              <a:ext uri="{FF2B5EF4-FFF2-40B4-BE49-F238E27FC236}">
                <a16:creationId xmlns:a16="http://schemas.microsoft.com/office/drawing/2014/main" id="{6D025A07-16FD-4BC5-A183-C72DC6C19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54588" y="1943237"/>
            <a:ext cx="473337" cy="1107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4" descr="http://kccprogramme.org/wp-content/uploads/2015/06/iconmonstr-shop-4-icon-256.png">
            <a:extLst>
              <a:ext uri="{FF2B5EF4-FFF2-40B4-BE49-F238E27FC236}">
                <a16:creationId xmlns:a16="http://schemas.microsoft.com/office/drawing/2014/main" id="{51B182FB-F796-408D-ADB8-DF0562A80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585" y="1824305"/>
            <a:ext cx="1027900" cy="102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T:\GROUPE\Pole_Commercial\MARKETING\Backup_Julien\00_CANALBOX\1_Communication\logos\CANALBOX\CANALBOX\CANALBOX-POUR-FOND-BLANC.png">
            <a:extLst>
              <a:ext uri="{FF2B5EF4-FFF2-40B4-BE49-F238E27FC236}">
                <a16:creationId xmlns:a16="http://schemas.microsoft.com/office/drawing/2014/main" id="{D198E5B4-6A68-4510-8936-17F54240D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627" y="2374006"/>
            <a:ext cx="456435" cy="214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6" descr="Afficher l'image d'origine">
            <a:extLst>
              <a:ext uri="{FF2B5EF4-FFF2-40B4-BE49-F238E27FC236}">
                <a16:creationId xmlns:a16="http://schemas.microsoft.com/office/drawing/2014/main" id="{5CDE506F-070D-4647-9DF1-B3E67FBAA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3756" y="-1692"/>
            <a:ext cx="65712" cy="65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Résultat de recherche d'images pour &quot;technicien&quot;">
            <a:extLst>
              <a:ext uri="{FF2B5EF4-FFF2-40B4-BE49-F238E27FC236}">
                <a16:creationId xmlns:a16="http://schemas.microsoft.com/office/drawing/2014/main" id="{563AB4F6-621E-491D-B1DB-207A14E3F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4137" y="2033052"/>
            <a:ext cx="1007075" cy="100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14" descr="Calendrier 2016/2017">
            <a:extLst>
              <a:ext uri="{FF2B5EF4-FFF2-40B4-BE49-F238E27FC236}">
                <a16:creationId xmlns:a16="http://schemas.microsoft.com/office/drawing/2014/main" id="{E42D7163-0BB2-40F5-94AC-FAA05428D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813" y="2253722"/>
            <a:ext cx="621464" cy="549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Résultat de recherche d'images pour &quot;telephone&quot;">
            <a:extLst>
              <a:ext uri="{FF2B5EF4-FFF2-40B4-BE49-F238E27FC236}">
                <a16:creationId xmlns:a16="http://schemas.microsoft.com/office/drawing/2014/main" id="{BAEF64F4-687E-42EA-BA9F-0628F2562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184" y="2002573"/>
            <a:ext cx="552424" cy="552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Flèche droite 23">
            <a:extLst>
              <a:ext uri="{FF2B5EF4-FFF2-40B4-BE49-F238E27FC236}">
                <a16:creationId xmlns:a16="http://schemas.microsoft.com/office/drawing/2014/main" id="{63B75559-B7E1-4A6F-8E93-22FC623F6270}"/>
              </a:ext>
            </a:extLst>
          </p:cNvPr>
          <p:cNvSpPr/>
          <p:nvPr/>
        </p:nvSpPr>
        <p:spPr>
          <a:xfrm>
            <a:off x="10248771" y="2338255"/>
            <a:ext cx="288000" cy="230792"/>
          </a:xfrm>
          <a:prstGeom prst="right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8" tIns="45725" rIns="91448" bIns="4572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150"/>
            <a:endParaRPr lang="fr-FR" sz="1600" b="1" i="1" dirty="0" err="1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5136" name="Picture 16" descr="Résultat de recherche d'images pour &quot;internet&quot;">
            <a:extLst>
              <a:ext uri="{FF2B5EF4-FFF2-40B4-BE49-F238E27FC236}">
                <a16:creationId xmlns:a16="http://schemas.microsoft.com/office/drawing/2014/main" id="{ABD2F47A-9588-404A-9696-8CD5A7F46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239" y="2130585"/>
            <a:ext cx="1280120" cy="656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331E0078-E77A-426D-B407-4F41CA727B25}"/>
              </a:ext>
            </a:extLst>
          </p:cNvPr>
          <p:cNvSpPr/>
          <p:nvPr/>
        </p:nvSpPr>
        <p:spPr>
          <a:xfrm flipH="1">
            <a:off x="10248771" y="3703245"/>
            <a:ext cx="2082055" cy="769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22"/>
            <a:r>
              <a:rPr lang="fr-FR" sz="1467" kern="0" dirty="0">
                <a:solidFill>
                  <a:sysClr val="windowText" lastClr="000000"/>
                </a:solidFill>
                <a:latin typeface="Calibri"/>
              </a:rPr>
              <a:t>Le foyer est alors </a:t>
            </a:r>
            <a:r>
              <a:rPr lang="fr-FR" sz="1467" kern="0" dirty="0">
                <a:solidFill>
                  <a:srgbClr val="80276C"/>
                </a:solidFill>
                <a:latin typeface="Calibri"/>
              </a:rPr>
              <a:t>connecté</a:t>
            </a:r>
            <a:r>
              <a:rPr lang="fr-FR" sz="1467" kern="0" dirty="0">
                <a:solidFill>
                  <a:sysClr val="windowText" lastClr="000000"/>
                </a:solidFill>
                <a:latin typeface="Calibri"/>
              </a:rPr>
              <a:t> par au réseau internet haut débit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CA080433-8228-4733-A4CF-7A0327F5F2C1}"/>
              </a:ext>
            </a:extLst>
          </p:cNvPr>
          <p:cNvGrpSpPr/>
          <p:nvPr/>
        </p:nvGrpSpPr>
        <p:grpSpPr>
          <a:xfrm>
            <a:off x="4463207" y="1946780"/>
            <a:ext cx="973419" cy="830384"/>
            <a:chOff x="3175874" y="978374"/>
            <a:chExt cx="993651" cy="847644"/>
          </a:xfrm>
        </p:grpSpPr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477D17A7-07BA-4D3E-8CD4-C42A545B48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5874" y="978374"/>
              <a:ext cx="993651" cy="847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Picture 2" descr="T:\GROUPE\Pole_Commercial\MARKETING\Backup_Julien\00_CANALBOX\1_Communication\logos\CANALBOX\CANALBOX\CANALBOX-POUR-FOND-BLANC.png">
              <a:extLst>
                <a:ext uri="{FF2B5EF4-FFF2-40B4-BE49-F238E27FC236}">
                  <a16:creationId xmlns:a16="http://schemas.microsoft.com/office/drawing/2014/main" id="{9581944A-57E8-414A-AAA3-8CC7B51678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7486" y="1310716"/>
              <a:ext cx="468991" cy="2206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146" name="Picture 2" descr="Résultat de recherche d'images pour &quot;mycanal logo&quot;">
            <a:extLst>
              <a:ext uri="{FF2B5EF4-FFF2-40B4-BE49-F238E27FC236}">
                <a16:creationId xmlns:a16="http://schemas.microsoft.com/office/drawing/2014/main" id="{06E2C5C8-C4D5-49D6-92D4-3855114C8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4076" y="2033052"/>
            <a:ext cx="573001" cy="172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5832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71">
            <a:extLst>
              <a:ext uri="{FF2B5EF4-FFF2-40B4-BE49-F238E27FC236}">
                <a16:creationId xmlns:a16="http://schemas.microsoft.com/office/drawing/2014/main" id="{C0C28E15-524E-4D50-A89A-CFB91E1B51ED}"/>
              </a:ext>
            </a:extLst>
          </p:cNvPr>
          <p:cNvSpPr/>
          <p:nvPr/>
        </p:nvSpPr>
        <p:spPr>
          <a:xfrm>
            <a:off x="6480044" y="92023"/>
            <a:ext cx="5375409" cy="784277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endParaRPr lang="fr-FR" sz="1600" b="1" dirty="0">
              <a:solidFill>
                <a:srgbClr val="6D6D6D"/>
              </a:solidFill>
              <a:latin typeface="Calibri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3D8C84D8-E413-4DA9-B507-F7127B83B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Processus de souscription</a:t>
            </a:r>
            <a:br>
              <a:rPr lang="fr-FR" dirty="0"/>
            </a:br>
            <a:r>
              <a:rPr lang="fr-FR" b="1" dirty="0"/>
              <a:t>ET DANS LE SI ?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92F2C36-3775-44BC-A50E-68FE42D500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5" name="Picture 6" descr="Afficher l'image d'origine">
            <a:extLst>
              <a:ext uri="{FF2B5EF4-FFF2-40B4-BE49-F238E27FC236}">
                <a16:creationId xmlns:a16="http://schemas.microsoft.com/office/drawing/2014/main" id="{5CDE506F-070D-4647-9DF1-B3E67FBAA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3756" y="-1692"/>
            <a:ext cx="65712" cy="65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78E250-3536-4EF6-BF4C-1C62F95996DC}"/>
              </a:ext>
            </a:extLst>
          </p:cNvPr>
          <p:cNvSpPr/>
          <p:nvPr/>
        </p:nvSpPr>
        <p:spPr>
          <a:xfrm>
            <a:off x="1008548" y="1606116"/>
            <a:ext cx="2400000" cy="4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r>
              <a:rPr lang="fr-FR" sz="1600" dirty="0">
                <a:solidFill>
                  <a:srgbClr val="6D6D6D"/>
                </a:solidFill>
                <a:latin typeface="Calibri"/>
              </a:rPr>
              <a:t>Informations </a:t>
            </a:r>
            <a:r>
              <a:rPr lang="fr-FR" sz="1600" b="1" dirty="0">
                <a:solidFill>
                  <a:srgbClr val="042C8F"/>
                </a:solidFill>
                <a:latin typeface="Calibri"/>
              </a:rPr>
              <a:t>client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5940022-C8C1-4876-8196-7806E2DDE83F}"/>
              </a:ext>
            </a:extLst>
          </p:cNvPr>
          <p:cNvSpPr/>
          <p:nvPr/>
        </p:nvSpPr>
        <p:spPr>
          <a:xfrm>
            <a:off x="1008548" y="2348384"/>
            <a:ext cx="2400000" cy="4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r>
              <a:rPr lang="fr-FR" sz="1600" dirty="0">
                <a:solidFill>
                  <a:srgbClr val="6D6D6D"/>
                </a:solidFill>
                <a:latin typeface="Calibri"/>
              </a:rPr>
              <a:t>Test </a:t>
            </a:r>
            <a:r>
              <a:rPr lang="fr-FR" sz="1600" dirty="0">
                <a:solidFill>
                  <a:srgbClr val="042C8F"/>
                </a:solidFill>
                <a:latin typeface="Calibri"/>
              </a:rPr>
              <a:t>d’</a:t>
            </a:r>
            <a:r>
              <a:rPr lang="fr-FR" sz="1600" b="1" dirty="0">
                <a:solidFill>
                  <a:srgbClr val="042C8F"/>
                </a:solidFill>
                <a:latin typeface="Calibri"/>
              </a:rPr>
              <a:t>éligibilité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EBA85E5-228B-4593-B59F-76E99D1CEA7F}"/>
              </a:ext>
            </a:extLst>
          </p:cNvPr>
          <p:cNvSpPr/>
          <p:nvPr/>
        </p:nvSpPr>
        <p:spPr>
          <a:xfrm>
            <a:off x="1008548" y="3090652"/>
            <a:ext cx="2400000" cy="4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r>
              <a:rPr lang="fr-FR" sz="1600" dirty="0">
                <a:solidFill>
                  <a:srgbClr val="6D6D6D"/>
                </a:solidFill>
                <a:latin typeface="Calibri"/>
              </a:rPr>
              <a:t>Choix </a:t>
            </a:r>
            <a:r>
              <a:rPr lang="fr-FR" sz="1600" b="1" dirty="0">
                <a:solidFill>
                  <a:srgbClr val="042C8F"/>
                </a:solidFill>
                <a:latin typeface="Calibri"/>
              </a:rPr>
              <a:t>offre</a:t>
            </a:r>
            <a:r>
              <a:rPr lang="fr-FR" sz="1600" dirty="0">
                <a:solidFill>
                  <a:srgbClr val="6D6D6D"/>
                </a:solidFill>
                <a:latin typeface="Calibri"/>
              </a:rPr>
              <a:t> et </a:t>
            </a:r>
          </a:p>
          <a:p>
            <a:pPr algn="ctr" defTabSz="1219170"/>
            <a:r>
              <a:rPr lang="fr-FR" sz="1600" b="1" dirty="0">
                <a:solidFill>
                  <a:srgbClr val="042C8F"/>
                </a:solidFill>
                <a:latin typeface="Calibri"/>
              </a:rPr>
              <a:t>matériel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46F1983-27F8-4CA3-889B-3C92C23EAD6D}"/>
              </a:ext>
            </a:extLst>
          </p:cNvPr>
          <p:cNvSpPr/>
          <p:nvPr/>
        </p:nvSpPr>
        <p:spPr>
          <a:xfrm>
            <a:off x="1008548" y="3832920"/>
            <a:ext cx="2400000" cy="4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r>
              <a:rPr lang="fr-FR" sz="1600" b="1" dirty="0">
                <a:solidFill>
                  <a:srgbClr val="042C8F"/>
                </a:solidFill>
                <a:latin typeface="Calibri"/>
              </a:rPr>
              <a:t>Insertion</a:t>
            </a:r>
            <a:r>
              <a:rPr lang="fr-FR" sz="1600" dirty="0">
                <a:solidFill>
                  <a:srgbClr val="6D6D6D"/>
                </a:solidFill>
                <a:latin typeface="Calibri"/>
              </a:rPr>
              <a:t> contrat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B146A84-4C92-4541-8F7A-4BDB894CBEE0}"/>
              </a:ext>
            </a:extLst>
          </p:cNvPr>
          <p:cNvSpPr/>
          <p:nvPr/>
        </p:nvSpPr>
        <p:spPr>
          <a:xfrm>
            <a:off x="4896423" y="1948652"/>
            <a:ext cx="2400000" cy="4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r>
              <a:rPr lang="fr-FR" sz="1600" b="1" dirty="0" err="1">
                <a:solidFill>
                  <a:srgbClr val="007DC3"/>
                </a:solidFill>
                <a:latin typeface="Calibri"/>
              </a:rPr>
              <a:t>Feasibility</a:t>
            </a:r>
            <a:r>
              <a:rPr lang="fr-FR" sz="1600" dirty="0">
                <a:solidFill>
                  <a:srgbClr val="6D6D6D"/>
                </a:solidFill>
                <a:latin typeface="Calibri"/>
              </a:rPr>
              <a:t> : assignation ressources OSP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9A7D2FA-E4B2-4E79-9FDD-92E3C705C2F9}"/>
              </a:ext>
            </a:extLst>
          </p:cNvPr>
          <p:cNvSpPr/>
          <p:nvPr/>
        </p:nvSpPr>
        <p:spPr>
          <a:xfrm>
            <a:off x="1008548" y="4599809"/>
            <a:ext cx="2400000" cy="4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r>
              <a:rPr lang="fr-FR" sz="1600" dirty="0">
                <a:solidFill>
                  <a:srgbClr val="6D6D6D"/>
                </a:solidFill>
                <a:latin typeface="Calibri"/>
              </a:rPr>
              <a:t>Mise à jour </a:t>
            </a:r>
            <a:r>
              <a:rPr lang="fr-FR" sz="1600" b="1" dirty="0">
                <a:solidFill>
                  <a:srgbClr val="042C8F"/>
                </a:solidFill>
                <a:latin typeface="Calibri"/>
              </a:rPr>
              <a:t>statut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7E4D0A4-B732-4329-B5D6-32BF3E3A7917}"/>
              </a:ext>
            </a:extLst>
          </p:cNvPr>
          <p:cNvSpPr/>
          <p:nvPr/>
        </p:nvSpPr>
        <p:spPr>
          <a:xfrm>
            <a:off x="4896423" y="2740508"/>
            <a:ext cx="2400000" cy="4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r>
              <a:rPr lang="fr-FR" sz="1600" b="1" dirty="0">
                <a:solidFill>
                  <a:srgbClr val="007DC3"/>
                </a:solidFill>
                <a:latin typeface="Calibri"/>
              </a:rPr>
              <a:t>Design</a:t>
            </a:r>
            <a:r>
              <a:rPr lang="fr-FR" sz="1600" dirty="0">
                <a:solidFill>
                  <a:srgbClr val="6D6D6D"/>
                </a:solidFill>
                <a:latin typeface="Calibri"/>
              </a:rPr>
              <a:t> : assignation ressources réseau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1A3B354-3162-4495-B2FC-F61E279F2FF4}"/>
              </a:ext>
            </a:extLst>
          </p:cNvPr>
          <p:cNvSpPr/>
          <p:nvPr/>
        </p:nvSpPr>
        <p:spPr>
          <a:xfrm>
            <a:off x="4896423" y="3532364"/>
            <a:ext cx="2400000" cy="4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r>
              <a:rPr lang="fr-FR" sz="1600" b="1" dirty="0">
                <a:solidFill>
                  <a:srgbClr val="007DC3"/>
                </a:solidFill>
                <a:latin typeface="Calibri"/>
              </a:rPr>
              <a:t>Activation</a:t>
            </a:r>
            <a:r>
              <a:rPr lang="fr-FR" sz="1600" dirty="0">
                <a:solidFill>
                  <a:srgbClr val="6D6D6D"/>
                </a:solidFill>
                <a:latin typeface="Calibri"/>
              </a:rPr>
              <a:t> : provisioning Radius et OLT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34FD839-ABE3-4979-8399-B88A38DC99EE}"/>
              </a:ext>
            </a:extLst>
          </p:cNvPr>
          <p:cNvSpPr/>
          <p:nvPr/>
        </p:nvSpPr>
        <p:spPr>
          <a:xfrm>
            <a:off x="4861752" y="5518467"/>
            <a:ext cx="2400000" cy="4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r>
              <a:rPr lang="fr-FR" sz="1600" b="1" dirty="0">
                <a:solidFill>
                  <a:srgbClr val="007DC3"/>
                </a:solidFill>
                <a:latin typeface="Calibri"/>
              </a:rPr>
              <a:t>Installation</a:t>
            </a:r>
            <a:r>
              <a:rPr lang="fr-FR" sz="1600" dirty="0">
                <a:solidFill>
                  <a:srgbClr val="6D6D6D"/>
                </a:solidFill>
                <a:latin typeface="Calibri"/>
              </a:rPr>
              <a:t> : confirmation installation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259DD556-5538-4F02-82D9-D6030B94486E}"/>
              </a:ext>
            </a:extLst>
          </p:cNvPr>
          <p:cNvCxnSpPr>
            <a:stCxn id="6" idx="2"/>
            <a:endCxn id="37" idx="0"/>
          </p:cNvCxnSpPr>
          <p:nvPr/>
        </p:nvCxnSpPr>
        <p:spPr>
          <a:xfrm>
            <a:off x="2208548" y="2086117"/>
            <a:ext cx="0" cy="262268"/>
          </a:xfrm>
          <a:prstGeom prst="straightConnector1">
            <a:avLst/>
          </a:prstGeom>
          <a:ln w="9525"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ED31EDAC-C865-4592-9B64-0B20EFC83EEA}"/>
              </a:ext>
            </a:extLst>
          </p:cNvPr>
          <p:cNvCxnSpPr>
            <a:cxnSpLocks/>
            <a:stCxn id="37" idx="2"/>
            <a:endCxn id="38" idx="0"/>
          </p:cNvCxnSpPr>
          <p:nvPr/>
        </p:nvCxnSpPr>
        <p:spPr>
          <a:xfrm>
            <a:off x="2208548" y="2828385"/>
            <a:ext cx="0" cy="262268"/>
          </a:xfrm>
          <a:prstGeom prst="straightConnector1">
            <a:avLst/>
          </a:prstGeom>
          <a:ln w="9525"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5ACA9E40-53C0-4BBE-B781-C5A65B3E126E}"/>
              </a:ext>
            </a:extLst>
          </p:cNvPr>
          <p:cNvCxnSpPr>
            <a:cxnSpLocks/>
            <a:stCxn id="38" idx="2"/>
            <a:endCxn id="39" idx="0"/>
          </p:cNvCxnSpPr>
          <p:nvPr/>
        </p:nvCxnSpPr>
        <p:spPr>
          <a:xfrm>
            <a:off x="2208548" y="3570653"/>
            <a:ext cx="0" cy="262268"/>
          </a:xfrm>
          <a:prstGeom prst="straightConnector1">
            <a:avLst/>
          </a:prstGeom>
          <a:ln w="9525"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4E8DF1B8-B042-4105-AF75-9672CF28B6AC}"/>
              </a:ext>
            </a:extLst>
          </p:cNvPr>
          <p:cNvCxnSpPr>
            <a:cxnSpLocks/>
            <a:stCxn id="39" idx="2"/>
            <a:endCxn id="42" idx="0"/>
          </p:cNvCxnSpPr>
          <p:nvPr/>
        </p:nvCxnSpPr>
        <p:spPr>
          <a:xfrm>
            <a:off x="2208548" y="4312921"/>
            <a:ext cx="0" cy="286889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282B8439-C24C-4ECF-9D1C-526D51BB050C}"/>
              </a:ext>
            </a:extLst>
          </p:cNvPr>
          <p:cNvCxnSpPr>
            <a:cxnSpLocks/>
            <a:stCxn id="39" idx="3"/>
            <a:endCxn id="41" idx="0"/>
          </p:cNvCxnSpPr>
          <p:nvPr/>
        </p:nvCxnSpPr>
        <p:spPr>
          <a:xfrm flipV="1">
            <a:off x="3408548" y="1948653"/>
            <a:ext cx="2687875" cy="2124268"/>
          </a:xfrm>
          <a:prstGeom prst="bentConnector4">
            <a:avLst>
              <a:gd name="adj1" fmla="val 13793"/>
              <a:gd name="adj2" fmla="val 114348"/>
            </a:avLst>
          </a:prstGeom>
          <a:ln w="9525"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FFD45311-414B-4195-A9BB-9FB607C7500A}"/>
              </a:ext>
            </a:extLst>
          </p:cNvPr>
          <p:cNvCxnSpPr>
            <a:cxnSpLocks/>
            <a:stCxn id="41" idx="2"/>
            <a:endCxn id="43" idx="0"/>
          </p:cNvCxnSpPr>
          <p:nvPr/>
        </p:nvCxnSpPr>
        <p:spPr>
          <a:xfrm>
            <a:off x="6096423" y="2428652"/>
            <a:ext cx="0" cy="311856"/>
          </a:xfrm>
          <a:prstGeom prst="straightConnector1">
            <a:avLst/>
          </a:prstGeom>
          <a:ln w="9525"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0932C7B5-EC79-48E7-8581-E502472AA57E}"/>
              </a:ext>
            </a:extLst>
          </p:cNvPr>
          <p:cNvCxnSpPr>
            <a:cxnSpLocks/>
            <a:stCxn id="43" idx="2"/>
            <a:endCxn id="45" idx="0"/>
          </p:cNvCxnSpPr>
          <p:nvPr/>
        </p:nvCxnSpPr>
        <p:spPr>
          <a:xfrm>
            <a:off x="6096423" y="3220508"/>
            <a:ext cx="0" cy="311856"/>
          </a:xfrm>
          <a:prstGeom prst="straightConnector1">
            <a:avLst/>
          </a:prstGeom>
          <a:ln w="9525"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avec flèche 63">
            <a:extLst>
              <a:ext uri="{FF2B5EF4-FFF2-40B4-BE49-F238E27FC236}">
                <a16:creationId xmlns:a16="http://schemas.microsoft.com/office/drawing/2014/main" id="{267860CC-899E-4F97-BA6C-D74C5B6E9650}"/>
              </a:ext>
            </a:extLst>
          </p:cNvPr>
          <p:cNvCxnSpPr>
            <a:cxnSpLocks/>
            <a:stCxn id="45" idx="3"/>
            <a:endCxn id="87" idx="0"/>
          </p:cNvCxnSpPr>
          <p:nvPr/>
        </p:nvCxnSpPr>
        <p:spPr>
          <a:xfrm flipV="1">
            <a:off x="7296423" y="1944711"/>
            <a:ext cx="2687876" cy="1827653"/>
          </a:xfrm>
          <a:prstGeom prst="bentConnector4">
            <a:avLst>
              <a:gd name="adj1" fmla="val 15181"/>
              <a:gd name="adj2" fmla="val 116677"/>
            </a:avLst>
          </a:prstGeom>
          <a:ln w="9525"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EEA9927E-90BF-49B9-AC50-0EB0C200FC4E}"/>
              </a:ext>
            </a:extLst>
          </p:cNvPr>
          <p:cNvCxnSpPr>
            <a:cxnSpLocks/>
            <a:stCxn id="41" idx="1"/>
            <a:endCxn id="42" idx="3"/>
          </p:cNvCxnSpPr>
          <p:nvPr/>
        </p:nvCxnSpPr>
        <p:spPr>
          <a:xfrm rot="10800000" flipV="1">
            <a:off x="3408548" y="2188652"/>
            <a:ext cx="1487875" cy="2651157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Connecteur droit avec flèche 66">
            <a:extLst>
              <a:ext uri="{FF2B5EF4-FFF2-40B4-BE49-F238E27FC236}">
                <a16:creationId xmlns:a16="http://schemas.microsoft.com/office/drawing/2014/main" id="{484D0EDE-50C3-49C9-92D5-03A50F29397B}"/>
              </a:ext>
            </a:extLst>
          </p:cNvPr>
          <p:cNvCxnSpPr>
            <a:cxnSpLocks/>
            <a:stCxn id="43" idx="1"/>
            <a:endCxn id="42" idx="3"/>
          </p:cNvCxnSpPr>
          <p:nvPr/>
        </p:nvCxnSpPr>
        <p:spPr>
          <a:xfrm rot="10800000" flipV="1">
            <a:off x="3408548" y="2980508"/>
            <a:ext cx="1487875" cy="1859301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Connecteur droit avec flèche 66">
            <a:extLst>
              <a:ext uri="{FF2B5EF4-FFF2-40B4-BE49-F238E27FC236}">
                <a16:creationId xmlns:a16="http://schemas.microsoft.com/office/drawing/2014/main" id="{C25E6EED-CD11-47EA-BE48-9E12D6965560}"/>
              </a:ext>
            </a:extLst>
          </p:cNvPr>
          <p:cNvCxnSpPr>
            <a:cxnSpLocks/>
            <a:stCxn id="45" idx="1"/>
            <a:endCxn id="42" idx="3"/>
          </p:cNvCxnSpPr>
          <p:nvPr/>
        </p:nvCxnSpPr>
        <p:spPr>
          <a:xfrm rot="10800000" flipV="1">
            <a:off x="3408548" y="3772364"/>
            <a:ext cx="1487875" cy="1067445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7" name="Connecteur droit avec flèche 66">
            <a:extLst>
              <a:ext uri="{FF2B5EF4-FFF2-40B4-BE49-F238E27FC236}">
                <a16:creationId xmlns:a16="http://schemas.microsoft.com/office/drawing/2014/main" id="{5A2F9909-2A70-4D43-82C2-851076E8A5C5}"/>
              </a:ext>
            </a:extLst>
          </p:cNvPr>
          <p:cNvCxnSpPr>
            <a:cxnSpLocks/>
            <a:stCxn id="47" idx="1"/>
            <a:endCxn id="120" idx="3"/>
          </p:cNvCxnSpPr>
          <p:nvPr/>
        </p:nvCxnSpPr>
        <p:spPr>
          <a:xfrm rot="10800000" flipV="1">
            <a:off x="3408547" y="5758466"/>
            <a:ext cx="1453205" cy="1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0F51ED9E-9B66-49E3-BFA8-EE48F427A6A1}"/>
              </a:ext>
            </a:extLst>
          </p:cNvPr>
          <p:cNvSpPr/>
          <p:nvPr/>
        </p:nvSpPr>
        <p:spPr>
          <a:xfrm>
            <a:off x="8784299" y="1944711"/>
            <a:ext cx="2400000" cy="4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r>
              <a:rPr lang="fr-FR" sz="1600" dirty="0">
                <a:solidFill>
                  <a:srgbClr val="6D6D6D"/>
                </a:solidFill>
                <a:latin typeface="Calibri"/>
              </a:rPr>
              <a:t>Prise de </a:t>
            </a:r>
            <a:r>
              <a:rPr lang="fr-FR" sz="1600" b="1" dirty="0">
                <a:solidFill>
                  <a:srgbClr val="C42327"/>
                </a:solidFill>
                <a:latin typeface="Calibri"/>
              </a:rPr>
              <a:t>RDV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D434584-E386-4D4E-94D8-E22D86E846CC}"/>
              </a:ext>
            </a:extLst>
          </p:cNvPr>
          <p:cNvSpPr/>
          <p:nvPr/>
        </p:nvSpPr>
        <p:spPr>
          <a:xfrm>
            <a:off x="8784299" y="2801408"/>
            <a:ext cx="2400000" cy="4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r>
              <a:rPr lang="fr-FR" sz="1600" b="1" dirty="0">
                <a:solidFill>
                  <a:srgbClr val="C42327"/>
                </a:solidFill>
                <a:latin typeface="Calibri"/>
              </a:rPr>
              <a:t>Installation </a:t>
            </a:r>
            <a:r>
              <a:rPr lang="fr-FR" sz="1600" dirty="0">
                <a:solidFill>
                  <a:srgbClr val="6D6D6D"/>
                </a:solidFill>
                <a:latin typeface="Calibri"/>
              </a:rPr>
              <a:t>chez l’abonné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9117DAB-B344-45C8-AC8F-EFF8BF891A31}"/>
              </a:ext>
            </a:extLst>
          </p:cNvPr>
          <p:cNvSpPr/>
          <p:nvPr/>
        </p:nvSpPr>
        <p:spPr>
          <a:xfrm>
            <a:off x="8784299" y="3690919"/>
            <a:ext cx="2400000" cy="4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r>
              <a:rPr lang="fr-FR" sz="1600" b="1" dirty="0">
                <a:solidFill>
                  <a:srgbClr val="C42327"/>
                </a:solidFill>
                <a:latin typeface="Calibri"/>
              </a:rPr>
              <a:t>Validation</a:t>
            </a:r>
            <a:r>
              <a:rPr lang="fr-FR" sz="1600" dirty="0">
                <a:solidFill>
                  <a:srgbClr val="6D6D6D"/>
                </a:solidFill>
                <a:latin typeface="Calibri"/>
              </a:rPr>
              <a:t> de l’intervention</a:t>
            </a:r>
          </a:p>
        </p:txBody>
      </p:sp>
      <p:cxnSp>
        <p:nvCxnSpPr>
          <p:cNvPr id="90" name="Connecteur droit avec flèche 66">
            <a:extLst>
              <a:ext uri="{FF2B5EF4-FFF2-40B4-BE49-F238E27FC236}">
                <a16:creationId xmlns:a16="http://schemas.microsoft.com/office/drawing/2014/main" id="{386FDE66-C37D-43C8-92DE-F146EE308C75}"/>
              </a:ext>
            </a:extLst>
          </p:cNvPr>
          <p:cNvCxnSpPr>
            <a:cxnSpLocks/>
            <a:stCxn id="87" idx="1"/>
            <a:endCxn id="42" idx="3"/>
          </p:cNvCxnSpPr>
          <p:nvPr/>
        </p:nvCxnSpPr>
        <p:spPr>
          <a:xfrm rot="10800000" flipV="1">
            <a:off x="3408550" y="2184711"/>
            <a:ext cx="5375751" cy="2655099"/>
          </a:xfrm>
          <a:prstGeom prst="bentConnector3">
            <a:avLst>
              <a:gd name="adj1" fmla="val 16876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3" name="Connecteur droit avec flèche 66">
            <a:extLst>
              <a:ext uri="{FF2B5EF4-FFF2-40B4-BE49-F238E27FC236}">
                <a16:creationId xmlns:a16="http://schemas.microsoft.com/office/drawing/2014/main" id="{199B8357-7188-402B-8AA3-4FFC67CA8B95}"/>
              </a:ext>
            </a:extLst>
          </p:cNvPr>
          <p:cNvCxnSpPr>
            <a:cxnSpLocks/>
            <a:stCxn id="89" idx="2"/>
            <a:endCxn id="47" idx="3"/>
          </p:cNvCxnSpPr>
          <p:nvPr/>
        </p:nvCxnSpPr>
        <p:spPr>
          <a:xfrm rot="5400000">
            <a:off x="7829253" y="3603419"/>
            <a:ext cx="1587548" cy="2722547"/>
          </a:xfrm>
          <a:prstGeom prst="bentConnector2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60B4B664-6EC6-405E-AD0F-DB29E83CE0F1}"/>
              </a:ext>
            </a:extLst>
          </p:cNvPr>
          <p:cNvSpPr/>
          <p:nvPr/>
        </p:nvSpPr>
        <p:spPr>
          <a:xfrm>
            <a:off x="1008547" y="5589973"/>
            <a:ext cx="2400000" cy="33699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r>
              <a:rPr lang="fr-FR" sz="1600" dirty="0">
                <a:solidFill>
                  <a:srgbClr val="6D6D6D"/>
                </a:solidFill>
                <a:latin typeface="Calibri"/>
              </a:rPr>
              <a:t>Début </a:t>
            </a:r>
            <a:r>
              <a:rPr lang="fr-FR" sz="1600" b="1" dirty="0">
                <a:solidFill>
                  <a:srgbClr val="042C8F"/>
                </a:solidFill>
                <a:latin typeface="Calibri"/>
              </a:rPr>
              <a:t>facturation</a:t>
            </a:r>
          </a:p>
        </p:txBody>
      </p:sp>
      <p:pic>
        <p:nvPicPr>
          <p:cNvPr id="135" name="Image 134">
            <a:extLst>
              <a:ext uri="{FF2B5EF4-FFF2-40B4-BE49-F238E27FC236}">
                <a16:creationId xmlns:a16="http://schemas.microsoft.com/office/drawing/2014/main" id="{38372918-5E04-449C-A686-47FDEB944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015" y="1202387"/>
            <a:ext cx="1195064" cy="302749"/>
          </a:xfrm>
          <a:prstGeom prst="rect">
            <a:avLst/>
          </a:prstGeom>
        </p:spPr>
      </p:pic>
      <p:pic>
        <p:nvPicPr>
          <p:cNvPr id="137" name="Picture 19">
            <a:extLst>
              <a:ext uri="{FF2B5EF4-FFF2-40B4-BE49-F238E27FC236}">
                <a16:creationId xmlns:a16="http://schemas.microsoft.com/office/drawing/2014/main" id="{91AB4C33-2CC6-4C30-9F47-DA69F5452E7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08235" y="1188017"/>
            <a:ext cx="1574984" cy="331492"/>
          </a:xfrm>
          <a:prstGeom prst="rect">
            <a:avLst/>
          </a:prstGeom>
        </p:spPr>
      </p:pic>
      <p:pic>
        <p:nvPicPr>
          <p:cNvPr id="138" name="Picture 2" descr="Afficher l'image d'origine">
            <a:extLst>
              <a:ext uri="{FF2B5EF4-FFF2-40B4-BE49-F238E27FC236}">
                <a16:creationId xmlns:a16="http://schemas.microsoft.com/office/drawing/2014/main" id="{721E18E2-B118-4084-91AF-CC7F4EC83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266" y="1188885"/>
            <a:ext cx="1458257" cy="329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6" name="Connecteur droit avec flèche 185">
            <a:extLst>
              <a:ext uri="{FF2B5EF4-FFF2-40B4-BE49-F238E27FC236}">
                <a16:creationId xmlns:a16="http://schemas.microsoft.com/office/drawing/2014/main" id="{7326BAE3-0DA4-4F53-848D-E3F0660D352B}"/>
              </a:ext>
            </a:extLst>
          </p:cNvPr>
          <p:cNvCxnSpPr>
            <a:cxnSpLocks/>
            <a:stCxn id="87" idx="2"/>
            <a:endCxn id="88" idx="0"/>
          </p:cNvCxnSpPr>
          <p:nvPr/>
        </p:nvCxnSpPr>
        <p:spPr>
          <a:xfrm>
            <a:off x="9984299" y="2424712"/>
            <a:ext cx="0" cy="376697"/>
          </a:xfrm>
          <a:prstGeom prst="straightConnector1">
            <a:avLst/>
          </a:prstGeom>
          <a:ln w="9525"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necteur droit avec flèche 186">
            <a:extLst>
              <a:ext uri="{FF2B5EF4-FFF2-40B4-BE49-F238E27FC236}">
                <a16:creationId xmlns:a16="http://schemas.microsoft.com/office/drawing/2014/main" id="{FECB39C1-E0D8-40A2-85E1-2D82D68EC034}"/>
              </a:ext>
            </a:extLst>
          </p:cNvPr>
          <p:cNvCxnSpPr>
            <a:cxnSpLocks/>
            <a:stCxn id="88" idx="2"/>
            <a:endCxn id="89" idx="0"/>
          </p:cNvCxnSpPr>
          <p:nvPr/>
        </p:nvCxnSpPr>
        <p:spPr>
          <a:xfrm>
            <a:off x="9984299" y="3281409"/>
            <a:ext cx="0" cy="409511"/>
          </a:xfrm>
          <a:prstGeom prst="straightConnector1">
            <a:avLst/>
          </a:prstGeom>
          <a:ln w="9525"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Freeform 51">
            <a:extLst>
              <a:ext uri="{FF2B5EF4-FFF2-40B4-BE49-F238E27FC236}">
                <a16:creationId xmlns:a16="http://schemas.microsoft.com/office/drawing/2014/main" id="{A89CEE71-E0F6-45AE-BB02-32CBD24ECF81}"/>
              </a:ext>
            </a:extLst>
          </p:cNvPr>
          <p:cNvSpPr>
            <a:spLocks noEditPoints="1"/>
          </p:cNvSpPr>
          <p:nvPr/>
        </p:nvSpPr>
        <p:spPr bwMode="auto">
          <a:xfrm>
            <a:off x="10001929" y="452670"/>
            <a:ext cx="236979" cy="335495"/>
          </a:xfrm>
          <a:custGeom>
            <a:avLst/>
            <a:gdLst/>
            <a:ahLst/>
            <a:cxnLst>
              <a:cxn ang="0">
                <a:pos x="30" y="24"/>
              </a:cxn>
              <a:cxn ang="0">
                <a:pos x="30" y="54"/>
              </a:cxn>
              <a:cxn ang="0">
                <a:pos x="26" y="58"/>
              </a:cxn>
              <a:cxn ang="0">
                <a:pos x="22" y="54"/>
              </a:cxn>
              <a:cxn ang="0">
                <a:pos x="22" y="40"/>
              </a:cxn>
              <a:cxn ang="0">
                <a:pos x="19" y="40"/>
              </a:cxn>
              <a:cxn ang="0">
                <a:pos x="19" y="54"/>
              </a:cxn>
              <a:cxn ang="0">
                <a:pos x="15" y="58"/>
              </a:cxn>
              <a:cxn ang="0">
                <a:pos x="11" y="54"/>
              </a:cxn>
              <a:cxn ang="0">
                <a:pos x="11" y="24"/>
              </a:cxn>
              <a:cxn ang="0">
                <a:pos x="1" y="14"/>
              </a:cxn>
              <a:cxn ang="0">
                <a:pos x="1" y="9"/>
              </a:cxn>
              <a:cxn ang="0">
                <a:pos x="6" y="9"/>
              </a:cxn>
              <a:cxn ang="0">
                <a:pos x="14" y="17"/>
              </a:cxn>
              <a:cxn ang="0">
                <a:pos x="27" y="17"/>
              </a:cxn>
              <a:cxn ang="0">
                <a:pos x="35" y="9"/>
              </a:cxn>
              <a:cxn ang="0">
                <a:pos x="40" y="9"/>
              </a:cxn>
              <a:cxn ang="0">
                <a:pos x="40" y="14"/>
              </a:cxn>
              <a:cxn ang="0">
                <a:pos x="30" y="24"/>
              </a:cxn>
              <a:cxn ang="0">
                <a:pos x="21" y="16"/>
              </a:cxn>
              <a:cxn ang="0">
                <a:pos x="13" y="8"/>
              </a:cxn>
              <a:cxn ang="0">
                <a:pos x="21" y="0"/>
              </a:cxn>
              <a:cxn ang="0">
                <a:pos x="29" y="8"/>
              </a:cxn>
              <a:cxn ang="0">
                <a:pos x="21" y="16"/>
              </a:cxn>
            </a:cxnLst>
            <a:rect l="0" t="0" r="r" b="b"/>
            <a:pathLst>
              <a:path w="41" h="58">
                <a:moveTo>
                  <a:pt x="30" y="24"/>
                </a:moveTo>
                <a:cubicBezTo>
                  <a:pt x="30" y="54"/>
                  <a:pt x="30" y="54"/>
                  <a:pt x="30" y="54"/>
                </a:cubicBezTo>
                <a:cubicBezTo>
                  <a:pt x="30" y="56"/>
                  <a:pt x="28" y="58"/>
                  <a:pt x="26" y="58"/>
                </a:cubicBezTo>
                <a:cubicBezTo>
                  <a:pt x="24" y="58"/>
                  <a:pt x="22" y="56"/>
                  <a:pt x="22" y="54"/>
                </a:cubicBezTo>
                <a:cubicBezTo>
                  <a:pt x="22" y="40"/>
                  <a:pt x="22" y="40"/>
                  <a:pt x="22" y="40"/>
                </a:cubicBezTo>
                <a:cubicBezTo>
                  <a:pt x="19" y="40"/>
                  <a:pt x="19" y="40"/>
                  <a:pt x="19" y="40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6"/>
                  <a:pt x="18" y="58"/>
                  <a:pt x="15" y="58"/>
                </a:cubicBezTo>
                <a:cubicBezTo>
                  <a:pt x="13" y="58"/>
                  <a:pt x="11" y="56"/>
                  <a:pt x="11" y="54"/>
                </a:cubicBezTo>
                <a:cubicBezTo>
                  <a:pt x="11" y="24"/>
                  <a:pt x="11" y="24"/>
                  <a:pt x="11" y="24"/>
                </a:cubicBezTo>
                <a:cubicBezTo>
                  <a:pt x="1" y="14"/>
                  <a:pt x="1" y="14"/>
                  <a:pt x="1" y="14"/>
                </a:cubicBezTo>
                <a:cubicBezTo>
                  <a:pt x="0" y="13"/>
                  <a:pt x="0" y="10"/>
                  <a:pt x="1" y="9"/>
                </a:cubicBezTo>
                <a:cubicBezTo>
                  <a:pt x="2" y="8"/>
                  <a:pt x="5" y="8"/>
                  <a:pt x="6" y="9"/>
                </a:cubicBezTo>
                <a:cubicBezTo>
                  <a:pt x="14" y="17"/>
                  <a:pt x="14" y="17"/>
                  <a:pt x="14" y="17"/>
                </a:cubicBezTo>
                <a:cubicBezTo>
                  <a:pt x="27" y="17"/>
                  <a:pt x="27" y="17"/>
                  <a:pt x="27" y="17"/>
                </a:cubicBezTo>
                <a:cubicBezTo>
                  <a:pt x="35" y="9"/>
                  <a:pt x="35" y="9"/>
                  <a:pt x="35" y="9"/>
                </a:cubicBezTo>
                <a:cubicBezTo>
                  <a:pt x="37" y="8"/>
                  <a:pt x="39" y="8"/>
                  <a:pt x="40" y="9"/>
                </a:cubicBezTo>
                <a:cubicBezTo>
                  <a:pt x="41" y="10"/>
                  <a:pt x="41" y="13"/>
                  <a:pt x="40" y="14"/>
                </a:cubicBezTo>
                <a:lnTo>
                  <a:pt x="30" y="24"/>
                </a:lnTo>
                <a:close/>
                <a:moveTo>
                  <a:pt x="21" y="16"/>
                </a:moveTo>
                <a:cubicBezTo>
                  <a:pt x="16" y="16"/>
                  <a:pt x="13" y="12"/>
                  <a:pt x="13" y="8"/>
                </a:cubicBezTo>
                <a:cubicBezTo>
                  <a:pt x="13" y="4"/>
                  <a:pt x="16" y="0"/>
                  <a:pt x="21" y="0"/>
                </a:cubicBezTo>
                <a:cubicBezTo>
                  <a:pt x="25" y="0"/>
                  <a:pt x="29" y="4"/>
                  <a:pt x="29" y="8"/>
                </a:cubicBezTo>
                <a:cubicBezTo>
                  <a:pt x="29" y="12"/>
                  <a:pt x="25" y="16"/>
                  <a:pt x="21" y="1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  <a:headEnd/>
            <a:tailEnd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206" name="Group 126">
            <a:extLst>
              <a:ext uri="{FF2B5EF4-FFF2-40B4-BE49-F238E27FC236}">
                <a16:creationId xmlns:a16="http://schemas.microsoft.com/office/drawing/2014/main" id="{C869A045-CE63-447F-AEB2-9D16D0AA3D09}"/>
              </a:ext>
            </a:extLst>
          </p:cNvPr>
          <p:cNvGrpSpPr/>
          <p:nvPr/>
        </p:nvGrpSpPr>
        <p:grpSpPr>
          <a:xfrm>
            <a:off x="9936427" y="112429"/>
            <a:ext cx="367983" cy="253953"/>
            <a:chOff x="1616075" y="463551"/>
            <a:chExt cx="1173163" cy="809625"/>
          </a:xfrm>
          <a:solidFill>
            <a:schemeClr val="accent1">
              <a:lumMod val="75000"/>
            </a:schemeClr>
          </a:solidFill>
        </p:grpSpPr>
        <p:sp>
          <p:nvSpPr>
            <p:cNvPr id="207" name="Freeform 17">
              <a:extLst>
                <a:ext uri="{FF2B5EF4-FFF2-40B4-BE49-F238E27FC236}">
                  <a16:creationId xmlns:a16="http://schemas.microsoft.com/office/drawing/2014/main" id="{4D4EB96C-D9BE-49C5-8799-B1A39897AB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16075" y="463551"/>
              <a:ext cx="814388" cy="804863"/>
            </a:xfrm>
            <a:custGeom>
              <a:avLst/>
              <a:gdLst/>
              <a:ahLst/>
              <a:cxnLst>
                <a:cxn ang="0">
                  <a:pos x="215" y="95"/>
                </a:cxn>
                <a:cxn ang="0">
                  <a:pos x="190" y="38"/>
                </a:cxn>
                <a:cxn ang="0">
                  <a:pos x="165" y="19"/>
                </a:cxn>
                <a:cxn ang="0">
                  <a:pos x="117" y="0"/>
                </a:cxn>
                <a:cxn ang="0">
                  <a:pos x="75" y="28"/>
                </a:cxn>
                <a:cxn ang="0">
                  <a:pos x="38" y="24"/>
                </a:cxn>
                <a:cxn ang="0">
                  <a:pos x="28" y="74"/>
                </a:cxn>
                <a:cxn ang="0">
                  <a:pos x="0" y="116"/>
                </a:cxn>
                <a:cxn ang="0">
                  <a:pos x="25" y="174"/>
                </a:cxn>
                <a:cxn ang="0">
                  <a:pos x="50" y="192"/>
                </a:cxn>
                <a:cxn ang="0">
                  <a:pos x="98" y="212"/>
                </a:cxn>
                <a:cxn ang="0">
                  <a:pos x="141" y="183"/>
                </a:cxn>
                <a:cxn ang="0">
                  <a:pos x="177" y="187"/>
                </a:cxn>
                <a:cxn ang="0">
                  <a:pos x="187" y="138"/>
                </a:cxn>
                <a:cxn ang="0">
                  <a:pos x="165" y="174"/>
                </a:cxn>
                <a:cxn ang="0">
                  <a:pos x="140" y="164"/>
                </a:cxn>
                <a:cxn ang="0">
                  <a:pos x="126" y="173"/>
                </a:cxn>
                <a:cxn ang="0">
                  <a:pos x="99" y="194"/>
                </a:cxn>
                <a:cxn ang="0">
                  <a:pos x="88" y="170"/>
                </a:cxn>
                <a:cxn ang="0">
                  <a:pos x="72" y="166"/>
                </a:cxn>
                <a:cxn ang="0">
                  <a:pos x="38" y="162"/>
                </a:cxn>
                <a:cxn ang="0">
                  <a:pos x="48" y="138"/>
                </a:cxn>
                <a:cxn ang="0">
                  <a:pos x="39" y="123"/>
                </a:cxn>
                <a:cxn ang="0">
                  <a:pos x="17" y="97"/>
                </a:cxn>
                <a:cxn ang="0">
                  <a:pos x="42" y="87"/>
                </a:cxn>
                <a:cxn ang="0">
                  <a:pos x="46" y="71"/>
                </a:cxn>
                <a:cxn ang="0">
                  <a:pos x="50" y="38"/>
                </a:cxn>
                <a:cxn ang="0">
                  <a:pos x="75" y="47"/>
                </a:cxn>
                <a:cxn ang="0">
                  <a:pos x="90" y="38"/>
                </a:cxn>
                <a:cxn ang="0">
                  <a:pos x="116" y="18"/>
                </a:cxn>
                <a:cxn ang="0">
                  <a:pos x="127" y="42"/>
                </a:cxn>
                <a:cxn ang="0">
                  <a:pos x="144" y="46"/>
                </a:cxn>
                <a:cxn ang="0">
                  <a:pos x="177" y="49"/>
                </a:cxn>
                <a:cxn ang="0">
                  <a:pos x="167" y="74"/>
                </a:cxn>
                <a:cxn ang="0">
                  <a:pos x="177" y="88"/>
                </a:cxn>
                <a:cxn ang="0">
                  <a:pos x="198" y="114"/>
                </a:cxn>
                <a:cxn ang="0">
                  <a:pos x="173" y="125"/>
                </a:cxn>
                <a:cxn ang="0">
                  <a:pos x="169" y="141"/>
                </a:cxn>
                <a:cxn ang="0">
                  <a:pos x="165" y="174"/>
                </a:cxn>
                <a:cxn ang="0">
                  <a:pos x="165" y="174"/>
                </a:cxn>
              </a:cxnLst>
              <a:rect l="0" t="0" r="r" b="b"/>
              <a:pathLst>
                <a:path w="215" h="212">
                  <a:moveTo>
                    <a:pt x="215" y="115"/>
                  </a:moveTo>
                  <a:cubicBezTo>
                    <a:pt x="215" y="95"/>
                    <a:pt x="215" y="95"/>
                    <a:pt x="215" y="95"/>
                  </a:cubicBezTo>
                  <a:cubicBezTo>
                    <a:pt x="215" y="84"/>
                    <a:pt x="209" y="81"/>
                    <a:pt x="187" y="73"/>
                  </a:cubicBezTo>
                  <a:cubicBezTo>
                    <a:pt x="196" y="52"/>
                    <a:pt x="198" y="45"/>
                    <a:pt x="190" y="38"/>
                  </a:cubicBezTo>
                  <a:cubicBezTo>
                    <a:pt x="176" y="24"/>
                    <a:pt x="176" y="24"/>
                    <a:pt x="176" y="24"/>
                  </a:cubicBezTo>
                  <a:cubicBezTo>
                    <a:pt x="173" y="21"/>
                    <a:pt x="169" y="19"/>
                    <a:pt x="165" y="19"/>
                  </a:cubicBezTo>
                  <a:cubicBezTo>
                    <a:pt x="163" y="19"/>
                    <a:pt x="160" y="19"/>
                    <a:pt x="140" y="28"/>
                  </a:cubicBezTo>
                  <a:cubicBezTo>
                    <a:pt x="131" y="7"/>
                    <a:pt x="128" y="0"/>
                    <a:pt x="117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86" y="0"/>
                    <a:pt x="83" y="6"/>
                    <a:pt x="75" y="28"/>
                  </a:cubicBezTo>
                  <a:cubicBezTo>
                    <a:pt x="55" y="20"/>
                    <a:pt x="52" y="20"/>
                    <a:pt x="49" y="20"/>
                  </a:cubicBezTo>
                  <a:cubicBezTo>
                    <a:pt x="45" y="20"/>
                    <a:pt x="41" y="22"/>
                    <a:pt x="38" y="24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16" y="46"/>
                    <a:pt x="19" y="54"/>
                    <a:pt x="28" y="74"/>
                  </a:cubicBezTo>
                  <a:cubicBezTo>
                    <a:pt x="6" y="82"/>
                    <a:pt x="0" y="85"/>
                    <a:pt x="0" y="96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27"/>
                    <a:pt x="7" y="130"/>
                    <a:pt x="28" y="138"/>
                  </a:cubicBezTo>
                  <a:cubicBezTo>
                    <a:pt x="19" y="159"/>
                    <a:pt x="17" y="166"/>
                    <a:pt x="25" y="174"/>
                  </a:cubicBezTo>
                  <a:cubicBezTo>
                    <a:pt x="39" y="188"/>
                    <a:pt x="39" y="188"/>
                    <a:pt x="39" y="188"/>
                  </a:cubicBezTo>
                  <a:cubicBezTo>
                    <a:pt x="42" y="191"/>
                    <a:pt x="46" y="192"/>
                    <a:pt x="50" y="192"/>
                  </a:cubicBezTo>
                  <a:cubicBezTo>
                    <a:pt x="53" y="192"/>
                    <a:pt x="55" y="192"/>
                    <a:pt x="75" y="184"/>
                  </a:cubicBezTo>
                  <a:cubicBezTo>
                    <a:pt x="84" y="205"/>
                    <a:pt x="87" y="212"/>
                    <a:pt x="98" y="212"/>
                  </a:cubicBezTo>
                  <a:cubicBezTo>
                    <a:pt x="118" y="212"/>
                    <a:pt x="118" y="212"/>
                    <a:pt x="118" y="212"/>
                  </a:cubicBezTo>
                  <a:cubicBezTo>
                    <a:pt x="129" y="212"/>
                    <a:pt x="132" y="206"/>
                    <a:pt x="141" y="183"/>
                  </a:cubicBezTo>
                  <a:cubicBezTo>
                    <a:pt x="161" y="192"/>
                    <a:pt x="164" y="192"/>
                    <a:pt x="166" y="192"/>
                  </a:cubicBezTo>
                  <a:cubicBezTo>
                    <a:pt x="170" y="192"/>
                    <a:pt x="174" y="190"/>
                    <a:pt x="177" y="187"/>
                  </a:cubicBezTo>
                  <a:cubicBezTo>
                    <a:pt x="191" y="173"/>
                    <a:pt x="191" y="173"/>
                    <a:pt x="191" y="173"/>
                  </a:cubicBezTo>
                  <a:cubicBezTo>
                    <a:pt x="199" y="165"/>
                    <a:pt x="196" y="158"/>
                    <a:pt x="187" y="138"/>
                  </a:cubicBezTo>
                  <a:cubicBezTo>
                    <a:pt x="209" y="130"/>
                    <a:pt x="215" y="126"/>
                    <a:pt x="215" y="115"/>
                  </a:cubicBezTo>
                  <a:close/>
                  <a:moveTo>
                    <a:pt x="165" y="174"/>
                  </a:moveTo>
                  <a:cubicBezTo>
                    <a:pt x="163" y="174"/>
                    <a:pt x="158" y="172"/>
                    <a:pt x="144" y="166"/>
                  </a:cubicBezTo>
                  <a:cubicBezTo>
                    <a:pt x="140" y="164"/>
                    <a:pt x="140" y="164"/>
                    <a:pt x="140" y="164"/>
                  </a:cubicBezTo>
                  <a:cubicBezTo>
                    <a:pt x="127" y="170"/>
                    <a:pt x="127" y="170"/>
                    <a:pt x="127" y="170"/>
                  </a:cubicBezTo>
                  <a:cubicBezTo>
                    <a:pt x="126" y="173"/>
                    <a:pt x="126" y="173"/>
                    <a:pt x="126" y="173"/>
                  </a:cubicBezTo>
                  <a:cubicBezTo>
                    <a:pt x="124" y="178"/>
                    <a:pt x="119" y="190"/>
                    <a:pt x="117" y="194"/>
                  </a:cubicBezTo>
                  <a:cubicBezTo>
                    <a:pt x="99" y="194"/>
                    <a:pt x="99" y="194"/>
                    <a:pt x="99" y="194"/>
                  </a:cubicBezTo>
                  <a:cubicBezTo>
                    <a:pt x="97" y="190"/>
                    <a:pt x="92" y="178"/>
                    <a:pt x="90" y="173"/>
                  </a:cubicBezTo>
                  <a:cubicBezTo>
                    <a:pt x="88" y="170"/>
                    <a:pt x="88" y="170"/>
                    <a:pt x="88" y="170"/>
                  </a:cubicBezTo>
                  <a:cubicBezTo>
                    <a:pt x="75" y="164"/>
                    <a:pt x="75" y="164"/>
                    <a:pt x="75" y="164"/>
                  </a:cubicBezTo>
                  <a:cubicBezTo>
                    <a:pt x="72" y="166"/>
                    <a:pt x="72" y="166"/>
                    <a:pt x="72" y="166"/>
                  </a:cubicBezTo>
                  <a:cubicBezTo>
                    <a:pt x="57" y="172"/>
                    <a:pt x="52" y="174"/>
                    <a:pt x="51" y="175"/>
                  </a:cubicBezTo>
                  <a:cubicBezTo>
                    <a:pt x="38" y="162"/>
                    <a:pt x="38" y="162"/>
                    <a:pt x="38" y="162"/>
                  </a:cubicBezTo>
                  <a:cubicBezTo>
                    <a:pt x="39" y="158"/>
                    <a:pt x="44" y="146"/>
                    <a:pt x="46" y="141"/>
                  </a:cubicBezTo>
                  <a:cubicBezTo>
                    <a:pt x="48" y="138"/>
                    <a:pt x="48" y="138"/>
                    <a:pt x="48" y="138"/>
                  </a:cubicBezTo>
                  <a:cubicBezTo>
                    <a:pt x="42" y="125"/>
                    <a:pt x="42" y="125"/>
                    <a:pt x="42" y="125"/>
                  </a:cubicBezTo>
                  <a:cubicBezTo>
                    <a:pt x="39" y="123"/>
                    <a:pt x="39" y="123"/>
                    <a:pt x="39" y="123"/>
                  </a:cubicBezTo>
                  <a:cubicBezTo>
                    <a:pt x="34" y="122"/>
                    <a:pt x="22" y="117"/>
                    <a:pt x="17" y="115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22" y="95"/>
                    <a:pt x="33" y="91"/>
                    <a:pt x="39" y="88"/>
                  </a:cubicBezTo>
                  <a:cubicBezTo>
                    <a:pt x="42" y="87"/>
                    <a:pt x="42" y="87"/>
                    <a:pt x="42" y="87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46" y="71"/>
                    <a:pt x="46" y="71"/>
                    <a:pt x="46" y="71"/>
                  </a:cubicBezTo>
                  <a:cubicBezTo>
                    <a:pt x="44" y="66"/>
                    <a:pt x="39" y="55"/>
                    <a:pt x="37" y="50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2" y="38"/>
                    <a:pt x="57" y="40"/>
                    <a:pt x="72" y="46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90" y="38"/>
                    <a:pt x="90" y="38"/>
                    <a:pt x="90" y="38"/>
                  </a:cubicBezTo>
                  <a:cubicBezTo>
                    <a:pt x="91" y="34"/>
                    <a:pt x="96" y="22"/>
                    <a:pt x="98" y="18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9" y="22"/>
                    <a:pt x="124" y="34"/>
                    <a:pt x="125" y="39"/>
                  </a:cubicBezTo>
                  <a:cubicBezTo>
                    <a:pt x="127" y="42"/>
                    <a:pt x="127" y="42"/>
                    <a:pt x="127" y="42"/>
                  </a:cubicBezTo>
                  <a:cubicBezTo>
                    <a:pt x="140" y="47"/>
                    <a:pt x="140" y="47"/>
                    <a:pt x="140" y="47"/>
                  </a:cubicBezTo>
                  <a:cubicBezTo>
                    <a:pt x="144" y="46"/>
                    <a:pt x="144" y="46"/>
                    <a:pt x="144" y="46"/>
                  </a:cubicBezTo>
                  <a:cubicBezTo>
                    <a:pt x="158" y="39"/>
                    <a:pt x="163" y="37"/>
                    <a:pt x="165" y="37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6" y="54"/>
                    <a:pt x="171" y="66"/>
                    <a:pt x="169" y="70"/>
                  </a:cubicBezTo>
                  <a:cubicBezTo>
                    <a:pt x="167" y="74"/>
                    <a:pt x="167" y="74"/>
                    <a:pt x="167" y="74"/>
                  </a:cubicBezTo>
                  <a:cubicBezTo>
                    <a:pt x="173" y="87"/>
                    <a:pt x="173" y="87"/>
                    <a:pt x="173" y="87"/>
                  </a:cubicBezTo>
                  <a:cubicBezTo>
                    <a:pt x="177" y="88"/>
                    <a:pt x="177" y="88"/>
                    <a:pt x="177" y="88"/>
                  </a:cubicBezTo>
                  <a:cubicBezTo>
                    <a:pt x="181" y="90"/>
                    <a:pt x="193" y="94"/>
                    <a:pt x="198" y="97"/>
                  </a:cubicBezTo>
                  <a:cubicBezTo>
                    <a:pt x="198" y="114"/>
                    <a:pt x="198" y="114"/>
                    <a:pt x="198" y="114"/>
                  </a:cubicBezTo>
                  <a:cubicBezTo>
                    <a:pt x="194" y="117"/>
                    <a:pt x="181" y="121"/>
                    <a:pt x="176" y="123"/>
                  </a:cubicBezTo>
                  <a:cubicBezTo>
                    <a:pt x="173" y="125"/>
                    <a:pt x="173" y="125"/>
                    <a:pt x="173" y="125"/>
                  </a:cubicBezTo>
                  <a:cubicBezTo>
                    <a:pt x="167" y="138"/>
                    <a:pt x="167" y="138"/>
                    <a:pt x="167" y="138"/>
                  </a:cubicBezTo>
                  <a:cubicBezTo>
                    <a:pt x="169" y="141"/>
                    <a:pt x="169" y="141"/>
                    <a:pt x="169" y="141"/>
                  </a:cubicBezTo>
                  <a:cubicBezTo>
                    <a:pt x="171" y="145"/>
                    <a:pt x="177" y="157"/>
                    <a:pt x="178" y="162"/>
                  </a:cubicBezTo>
                  <a:lnTo>
                    <a:pt x="165" y="174"/>
                  </a:lnTo>
                  <a:close/>
                  <a:moveTo>
                    <a:pt x="165" y="174"/>
                  </a:moveTo>
                  <a:cubicBezTo>
                    <a:pt x="165" y="174"/>
                    <a:pt x="165" y="174"/>
                    <a:pt x="165" y="174"/>
                  </a:cubicBezTo>
                </a:path>
              </a:pathLst>
            </a:custGeom>
            <a:grpFill/>
            <a:ln>
              <a:solidFill>
                <a:schemeClr val="accent2"/>
              </a:solidFill>
              <a:headEnd/>
              <a:tailEnd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8" name="Freeform 18">
              <a:extLst>
                <a:ext uri="{FF2B5EF4-FFF2-40B4-BE49-F238E27FC236}">
                  <a16:creationId xmlns:a16="http://schemas.microsoft.com/office/drawing/2014/main" id="{6D0B3AA3-1FC1-45CE-9A9C-BBD91F3124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03413" y="744538"/>
              <a:ext cx="242888" cy="239713"/>
            </a:xfrm>
            <a:custGeom>
              <a:avLst/>
              <a:gdLst/>
              <a:ahLst/>
              <a:cxnLst>
                <a:cxn ang="0">
                  <a:pos x="32" y="0"/>
                </a:cxn>
                <a:cxn ang="0">
                  <a:pos x="0" y="32"/>
                </a:cxn>
                <a:cxn ang="0">
                  <a:pos x="32" y="63"/>
                </a:cxn>
                <a:cxn ang="0">
                  <a:pos x="64" y="32"/>
                </a:cxn>
                <a:cxn ang="0">
                  <a:pos x="32" y="0"/>
                </a:cxn>
                <a:cxn ang="0">
                  <a:pos x="32" y="46"/>
                </a:cxn>
                <a:cxn ang="0">
                  <a:pos x="17" y="32"/>
                </a:cxn>
                <a:cxn ang="0">
                  <a:pos x="32" y="18"/>
                </a:cxn>
                <a:cxn ang="0">
                  <a:pos x="46" y="32"/>
                </a:cxn>
                <a:cxn ang="0">
                  <a:pos x="32" y="46"/>
                </a:cxn>
                <a:cxn ang="0">
                  <a:pos x="32" y="46"/>
                </a:cxn>
                <a:cxn ang="0">
                  <a:pos x="32" y="46"/>
                </a:cxn>
              </a:cxnLst>
              <a:rect l="0" t="0" r="r" b="b"/>
              <a:pathLst>
                <a:path w="64" h="63">
                  <a:moveTo>
                    <a:pt x="32" y="0"/>
                  </a:moveTo>
                  <a:cubicBezTo>
                    <a:pt x="14" y="0"/>
                    <a:pt x="0" y="15"/>
                    <a:pt x="0" y="32"/>
                  </a:cubicBezTo>
                  <a:cubicBezTo>
                    <a:pt x="0" y="49"/>
                    <a:pt x="14" y="63"/>
                    <a:pt x="32" y="63"/>
                  </a:cubicBezTo>
                  <a:cubicBezTo>
                    <a:pt x="49" y="63"/>
                    <a:pt x="64" y="49"/>
                    <a:pt x="64" y="32"/>
                  </a:cubicBezTo>
                  <a:cubicBezTo>
                    <a:pt x="64" y="15"/>
                    <a:pt x="49" y="0"/>
                    <a:pt x="32" y="0"/>
                  </a:cubicBezTo>
                  <a:close/>
                  <a:moveTo>
                    <a:pt x="32" y="46"/>
                  </a:moveTo>
                  <a:cubicBezTo>
                    <a:pt x="24" y="46"/>
                    <a:pt x="17" y="40"/>
                    <a:pt x="17" y="32"/>
                  </a:cubicBezTo>
                  <a:cubicBezTo>
                    <a:pt x="17" y="24"/>
                    <a:pt x="24" y="18"/>
                    <a:pt x="32" y="18"/>
                  </a:cubicBezTo>
                  <a:cubicBezTo>
                    <a:pt x="40" y="18"/>
                    <a:pt x="46" y="24"/>
                    <a:pt x="46" y="32"/>
                  </a:cubicBezTo>
                  <a:cubicBezTo>
                    <a:pt x="46" y="40"/>
                    <a:pt x="40" y="46"/>
                    <a:pt x="32" y="46"/>
                  </a:cubicBezTo>
                  <a:close/>
                  <a:moveTo>
                    <a:pt x="32" y="46"/>
                  </a:moveTo>
                  <a:cubicBezTo>
                    <a:pt x="32" y="46"/>
                    <a:pt x="32" y="46"/>
                    <a:pt x="32" y="46"/>
                  </a:cubicBezTo>
                </a:path>
              </a:pathLst>
            </a:custGeom>
            <a:grpFill/>
            <a:ln>
              <a:solidFill>
                <a:schemeClr val="accent2"/>
              </a:solidFill>
              <a:headEnd/>
              <a:tailEnd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9" name="Freeform 19">
              <a:extLst>
                <a:ext uri="{FF2B5EF4-FFF2-40B4-BE49-F238E27FC236}">
                  <a16:creationId xmlns:a16="http://schemas.microsoft.com/office/drawing/2014/main" id="{93AA0655-38A8-428C-8EA8-556F060B80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14588" y="903288"/>
              <a:ext cx="374650" cy="369888"/>
            </a:xfrm>
            <a:custGeom>
              <a:avLst/>
              <a:gdLst/>
              <a:ahLst/>
              <a:cxnLst>
                <a:cxn ang="0">
                  <a:pos x="87" y="17"/>
                </a:cxn>
                <a:cxn ang="0">
                  <a:pos x="76" y="9"/>
                </a:cxn>
                <a:cxn ang="0">
                  <a:pos x="54" y="0"/>
                </a:cxn>
                <a:cxn ang="0">
                  <a:pos x="34" y="13"/>
                </a:cxn>
                <a:cxn ang="0">
                  <a:pos x="18" y="11"/>
                </a:cxn>
                <a:cxn ang="0">
                  <a:pos x="13" y="34"/>
                </a:cxn>
                <a:cxn ang="0">
                  <a:pos x="0" y="53"/>
                </a:cxn>
                <a:cxn ang="0">
                  <a:pos x="11" y="80"/>
                </a:cxn>
                <a:cxn ang="0">
                  <a:pos x="23" y="88"/>
                </a:cxn>
                <a:cxn ang="0">
                  <a:pos x="45" y="97"/>
                </a:cxn>
                <a:cxn ang="0">
                  <a:pos x="64" y="84"/>
                </a:cxn>
                <a:cxn ang="0">
                  <a:pos x="81" y="86"/>
                </a:cxn>
                <a:cxn ang="0">
                  <a:pos x="86" y="63"/>
                </a:cxn>
                <a:cxn ang="0">
                  <a:pos x="99" y="44"/>
                </a:cxn>
                <a:cxn ang="0">
                  <a:pos x="91" y="52"/>
                </a:cxn>
                <a:cxn ang="0">
                  <a:pos x="79" y="57"/>
                </a:cxn>
                <a:cxn ang="0">
                  <a:pos x="78" y="65"/>
                </a:cxn>
                <a:cxn ang="0">
                  <a:pos x="76" y="80"/>
                </a:cxn>
                <a:cxn ang="0">
                  <a:pos x="64" y="75"/>
                </a:cxn>
                <a:cxn ang="0">
                  <a:pos x="58" y="79"/>
                </a:cxn>
                <a:cxn ang="0">
                  <a:pos x="45" y="89"/>
                </a:cxn>
                <a:cxn ang="0">
                  <a:pos x="41" y="78"/>
                </a:cxn>
                <a:cxn ang="0">
                  <a:pos x="33" y="76"/>
                </a:cxn>
                <a:cxn ang="0">
                  <a:pos x="17" y="74"/>
                </a:cxn>
                <a:cxn ang="0">
                  <a:pos x="22" y="63"/>
                </a:cxn>
                <a:cxn ang="0">
                  <a:pos x="18" y="57"/>
                </a:cxn>
                <a:cxn ang="0">
                  <a:pos x="8" y="45"/>
                </a:cxn>
                <a:cxn ang="0">
                  <a:pos x="19" y="40"/>
                </a:cxn>
                <a:cxn ang="0">
                  <a:pos x="21" y="32"/>
                </a:cxn>
                <a:cxn ang="0">
                  <a:pos x="23" y="17"/>
                </a:cxn>
                <a:cxn ang="0">
                  <a:pos x="34" y="22"/>
                </a:cxn>
                <a:cxn ang="0">
                  <a:pos x="41" y="18"/>
                </a:cxn>
                <a:cxn ang="0">
                  <a:pos x="53" y="8"/>
                </a:cxn>
                <a:cxn ang="0">
                  <a:pos x="58" y="19"/>
                </a:cxn>
                <a:cxn ang="0">
                  <a:pos x="66" y="21"/>
                </a:cxn>
                <a:cxn ang="0">
                  <a:pos x="81" y="23"/>
                </a:cxn>
                <a:cxn ang="0">
                  <a:pos x="77" y="34"/>
                </a:cxn>
                <a:cxn ang="0">
                  <a:pos x="81" y="41"/>
                </a:cxn>
                <a:cxn ang="0">
                  <a:pos x="91" y="52"/>
                </a:cxn>
                <a:cxn ang="0">
                  <a:pos x="91" y="52"/>
                </a:cxn>
              </a:cxnLst>
              <a:rect l="0" t="0" r="r" b="b"/>
              <a:pathLst>
                <a:path w="99" h="97">
                  <a:moveTo>
                    <a:pt x="86" y="34"/>
                  </a:moveTo>
                  <a:cubicBezTo>
                    <a:pt x="90" y="24"/>
                    <a:pt x="91" y="21"/>
                    <a:pt x="87" y="17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79" y="10"/>
                    <a:pt x="78" y="9"/>
                    <a:pt x="76" y="9"/>
                  </a:cubicBezTo>
                  <a:cubicBezTo>
                    <a:pt x="75" y="9"/>
                    <a:pt x="73" y="9"/>
                    <a:pt x="64" y="13"/>
                  </a:cubicBezTo>
                  <a:cubicBezTo>
                    <a:pt x="60" y="3"/>
                    <a:pt x="59" y="0"/>
                    <a:pt x="54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38" y="3"/>
                    <a:pt x="34" y="13"/>
                  </a:cubicBezTo>
                  <a:cubicBezTo>
                    <a:pt x="25" y="9"/>
                    <a:pt x="24" y="9"/>
                    <a:pt x="23" y="9"/>
                  </a:cubicBezTo>
                  <a:cubicBezTo>
                    <a:pt x="21" y="9"/>
                    <a:pt x="19" y="10"/>
                    <a:pt x="18" y="11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7" y="21"/>
                    <a:pt x="9" y="25"/>
                    <a:pt x="13" y="34"/>
                  </a:cubicBezTo>
                  <a:cubicBezTo>
                    <a:pt x="3" y="38"/>
                    <a:pt x="0" y="39"/>
                    <a:pt x="0" y="44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9"/>
                    <a:pt x="3" y="60"/>
                    <a:pt x="13" y="64"/>
                  </a:cubicBezTo>
                  <a:cubicBezTo>
                    <a:pt x="9" y="73"/>
                    <a:pt x="8" y="76"/>
                    <a:pt x="11" y="80"/>
                  </a:cubicBezTo>
                  <a:cubicBezTo>
                    <a:pt x="18" y="86"/>
                    <a:pt x="18" y="86"/>
                    <a:pt x="18" y="86"/>
                  </a:cubicBezTo>
                  <a:cubicBezTo>
                    <a:pt x="19" y="87"/>
                    <a:pt x="21" y="88"/>
                    <a:pt x="23" y="88"/>
                  </a:cubicBezTo>
                  <a:cubicBezTo>
                    <a:pt x="24" y="88"/>
                    <a:pt x="25" y="88"/>
                    <a:pt x="35" y="84"/>
                  </a:cubicBezTo>
                  <a:cubicBezTo>
                    <a:pt x="38" y="94"/>
                    <a:pt x="40" y="97"/>
                    <a:pt x="45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9" y="97"/>
                    <a:pt x="61" y="94"/>
                    <a:pt x="64" y="84"/>
                  </a:cubicBezTo>
                  <a:cubicBezTo>
                    <a:pt x="74" y="88"/>
                    <a:pt x="75" y="88"/>
                    <a:pt x="76" y="88"/>
                  </a:cubicBezTo>
                  <a:cubicBezTo>
                    <a:pt x="78" y="88"/>
                    <a:pt x="80" y="87"/>
                    <a:pt x="81" y="86"/>
                  </a:cubicBezTo>
                  <a:cubicBezTo>
                    <a:pt x="88" y="79"/>
                    <a:pt x="88" y="79"/>
                    <a:pt x="88" y="79"/>
                  </a:cubicBezTo>
                  <a:cubicBezTo>
                    <a:pt x="91" y="76"/>
                    <a:pt x="90" y="72"/>
                    <a:pt x="86" y="63"/>
                  </a:cubicBezTo>
                  <a:cubicBezTo>
                    <a:pt x="95" y="59"/>
                    <a:pt x="99" y="58"/>
                    <a:pt x="99" y="53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39"/>
                    <a:pt x="95" y="37"/>
                    <a:pt x="86" y="34"/>
                  </a:cubicBezTo>
                  <a:close/>
                  <a:moveTo>
                    <a:pt x="91" y="52"/>
                  </a:moveTo>
                  <a:cubicBezTo>
                    <a:pt x="89" y="54"/>
                    <a:pt x="83" y="56"/>
                    <a:pt x="81" y="57"/>
                  </a:cubicBezTo>
                  <a:cubicBezTo>
                    <a:pt x="79" y="57"/>
                    <a:pt x="79" y="57"/>
                    <a:pt x="79" y="57"/>
                  </a:cubicBezTo>
                  <a:cubicBezTo>
                    <a:pt x="77" y="63"/>
                    <a:pt x="77" y="63"/>
                    <a:pt x="77" y="63"/>
                  </a:cubicBezTo>
                  <a:cubicBezTo>
                    <a:pt x="78" y="65"/>
                    <a:pt x="78" y="65"/>
                    <a:pt x="78" y="65"/>
                  </a:cubicBezTo>
                  <a:cubicBezTo>
                    <a:pt x="78" y="67"/>
                    <a:pt x="81" y="72"/>
                    <a:pt x="82" y="74"/>
                  </a:cubicBezTo>
                  <a:cubicBezTo>
                    <a:pt x="76" y="80"/>
                    <a:pt x="76" y="80"/>
                    <a:pt x="76" y="80"/>
                  </a:cubicBezTo>
                  <a:cubicBezTo>
                    <a:pt x="75" y="80"/>
                    <a:pt x="72" y="79"/>
                    <a:pt x="66" y="76"/>
                  </a:cubicBezTo>
                  <a:cubicBezTo>
                    <a:pt x="64" y="75"/>
                    <a:pt x="64" y="75"/>
                    <a:pt x="64" y="75"/>
                  </a:cubicBezTo>
                  <a:cubicBezTo>
                    <a:pt x="58" y="78"/>
                    <a:pt x="58" y="78"/>
                    <a:pt x="58" y="78"/>
                  </a:cubicBezTo>
                  <a:cubicBezTo>
                    <a:pt x="58" y="79"/>
                    <a:pt x="58" y="79"/>
                    <a:pt x="58" y="79"/>
                  </a:cubicBezTo>
                  <a:cubicBezTo>
                    <a:pt x="57" y="81"/>
                    <a:pt x="55" y="87"/>
                    <a:pt x="54" y="89"/>
                  </a:cubicBezTo>
                  <a:cubicBezTo>
                    <a:pt x="45" y="89"/>
                    <a:pt x="45" y="89"/>
                    <a:pt x="45" y="89"/>
                  </a:cubicBezTo>
                  <a:cubicBezTo>
                    <a:pt x="44" y="87"/>
                    <a:pt x="42" y="82"/>
                    <a:pt x="41" y="79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26" y="79"/>
                    <a:pt x="24" y="80"/>
                    <a:pt x="23" y="80"/>
                  </a:cubicBezTo>
                  <a:cubicBezTo>
                    <a:pt x="17" y="74"/>
                    <a:pt x="17" y="74"/>
                    <a:pt x="17" y="74"/>
                  </a:cubicBezTo>
                  <a:cubicBezTo>
                    <a:pt x="18" y="72"/>
                    <a:pt x="20" y="67"/>
                    <a:pt x="21" y="65"/>
                  </a:cubicBezTo>
                  <a:cubicBezTo>
                    <a:pt x="22" y="63"/>
                    <a:pt x="22" y="63"/>
                    <a:pt x="22" y="63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6" y="56"/>
                    <a:pt x="10" y="54"/>
                    <a:pt x="8" y="53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10" y="44"/>
                    <a:pt x="15" y="42"/>
                    <a:pt x="18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0" y="31"/>
                    <a:pt x="18" y="25"/>
                    <a:pt x="17" y="23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4" y="18"/>
                    <a:pt x="26" y="18"/>
                    <a:pt x="33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41" y="18"/>
                    <a:pt x="41" y="18"/>
                    <a:pt x="41" y="18"/>
                  </a:cubicBezTo>
                  <a:cubicBezTo>
                    <a:pt x="42" y="16"/>
                    <a:pt x="44" y="10"/>
                    <a:pt x="45" y="8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4" y="10"/>
                    <a:pt x="57" y="16"/>
                    <a:pt x="58" y="18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64" y="22"/>
                    <a:pt x="64" y="22"/>
                    <a:pt x="64" y="22"/>
                  </a:cubicBezTo>
                  <a:cubicBezTo>
                    <a:pt x="66" y="21"/>
                    <a:pt x="66" y="21"/>
                    <a:pt x="66" y="21"/>
                  </a:cubicBezTo>
                  <a:cubicBezTo>
                    <a:pt x="72" y="18"/>
                    <a:pt x="75" y="17"/>
                    <a:pt x="75" y="17"/>
                  </a:cubicBezTo>
                  <a:cubicBezTo>
                    <a:pt x="81" y="23"/>
                    <a:pt x="81" y="23"/>
                    <a:pt x="81" y="23"/>
                  </a:cubicBezTo>
                  <a:cubicBezTo>
                    <a:pt x="81" y="25"/>
                    <a:pt x="78" y="30"/>
                    <a:pt x="77" y="32"/>
                  </a:cubicBezTo>
                  <a:cubicBezTo>
                    <a:pt x="77" y="34"/>
                    <a:pt x="77" y="34"/>
                    <a:pt x="77" y="34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81" y="41"/>
                    <a:pt x="81" y="41"/>
                    <a:pt x="81" y="41"/>
                  </a:cubicBezTo>
                  <a:cubicBezTo>
                    <a:pt x="83" y="41"/>
                    <a:pt x="89" y="43"/>
                    <a:pt x="91" y="44"/>
                  </a:cubicBezTo>
                  <a:lnTo>
                    <a:pt x="91" y="52"/>
                  </a:lnTo>
                  <a:close/>
                  <a:moveTo>
                    <a:pt x="91" y="52"/>
                  </a:moveTo>
                  <a:cubicBezTo>
                    <a:pt x="91" y="52"/>
                    <a:pt x="91" y="52"/>
                    <a:pt x="91" y="52"/>
                  </a:cubicBezTo>
                </a:path>
              </a:pathLst>
            </a:custGeom>
            <a:grpFill/>
            <a:ln>
              <a:solidFill>
                <a:schemeClr val="accent2"/>
              </a:solidFill>
              <a:headEnd/>
              <a:tailEnd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0" name="Freeform 20">
              <a:extLst>
                <a:ext uri="{FF2B5EF4-FFF2-40B4-BE49-F238E27FC236}">
                  <a16:creationId xmlns:a16="http://schemas.microsoft.com/office/drawing/2014/main" id="{6CF49B0A-761F-4865-B6CC-4C68B34E00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47938" y="1033463"/>
              <a:ext cx="109538" cy="10953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5"/>
                </a:cxn>
                <a:cxn ang="0">
                  <a:pos x="14" y="29"/>
                </a:cxn>
                <a:cxn ang="0">
                  <a:pos x="29" y="15"/>
                </a:cxn>
                <a:cxn ang="0">
                  <a:pos x="14" y="0"/>
                </a:cxn>
                <a:cxn ang="0">
                  <a:pos x="14" y="21"/>
                </a:cxn>
                <a:cxn ang="0">
                  <a:pos x="8" y="15"/>
                </a:cxn>
                <a:cxn ang="0">
                  <a:pos x="14" y="8"/>
                </a:cxn>
                <a:cxn ang="0">
                  <a:pos x="21" y="15"/>
                </a:cxn>
                <a:cxn ang="0">
                  <a:pos x="14" y="21"/>
                </a:cxn>
                <a:cxn ang="0">
                  <a:pos x="14" y="21"/>
                </a:cxn>
                <a:cxn ang="0">
                  <a:pos x="14" y="21"/>
                </a:cxn>
              </a:cxnLst>
              <a:rect l="0" t="0" r="r" b="b"/>
              <a:pathLst>
                <a:path w="29" h="29">
                  <a:moveTo>
                    <a:pt x="14" y="0"/>
                  </a:moveTo>
                  <a:cubicBezTo>
                    <a:pt x="6" y="0"/>
                    <a:pt x="0" y="7"/>
                    <a:pt x="0" y="15"/>
                  </a:cubicBezTo>
                  <a:cubicBezTo>
                    <a:pt x="0" y="23"/>
                    <a:pt x="6" y="29"/>
                    <a:pt x="14" y="29"/>
                  </a:cubicBezTo>
                  <a:cubicBezTo>
                    <a:pt x="22" y="29"/>
                    <a:pt x="29" y="23"/>
                    <a:pt x="29" y="15"/>
                  </a:cubicBezTo>
                  <a:cubicBezTo>
                    <a:pt x="29" y="7"/>
                    <a:pt x="22" y="0"/>
                    <a:pt x="14" y="0"/>
                  </a:cubicBezTo>
                  <a:close/>
                  <a:moveTo>
                    <a:pt x="14" y="21"/>
                  </a:moveTo>
                  <a:cubicBezTo>
                    <a:pt x="11" y="21"/>
                    <a:pt x="8" y="18"/>
                    <a:pt x="8" y="15"/>
                  </a:cubicBezTo>
                  <a:cubicBezTo>
                    <a:pt x="8" y="11"/>
                    <a:pt x="11" y="8"/>
                    <a:pt x="14" y="8"/>
                  </a:cubicBezTo>
                  <a:cubicBezTo>
                    <a:pt x="18" y="8"/>
                    <a:pt x="21" y="11"/>
                    <a:pt x="21" y="15"/>
                  </a:cubicBezTo>
                  <a:cubicBezTo>
                    <a:pt x="21" y="18"/>
                    <a:pt x="18" y="21"/>
                    <a:pt x="14" y="21"/>
                  </a:cubicBezTo>
                  <a:close/>
                  <a:moveTo>
                    <a:pt x="14" y="21"/>
                  </a:moveTo>
                  <a:cubicBezTo>
                    <a:pt x="14" y="21"/>
                    <a:pt x="14" y="21"/>
                    <a:pt x="14" y="21"/>
                  </a:cubicBezTo>
                </a:path>
              </a:pathLst>
            </a:custGeom>
            <a:grpFill/>
            <a:ln>
              <a:solidFill>
                <a:schemeClr val="accent2"/>
              </a:solidFill>
              <a:headEnd/>
              <a:tailEnd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B4FFA71-6CB8-4888-A41B-B434FF1BFCFE}"/>
              </a:ext>
            </a:extLst>
          </p:cNvPr>
          <p:cNvSpPr/>
          <p:nvPr/>
        </p:nvSpPr>
        <p:spPr>
          <a:xfrm>
            <a:off x="10359091" y="92024"/>
            <a:ext cx="1401539" cy="316673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1219170"/>
            <a:r>
              <a:rPr lang="fr-FR" sz="1600" dirty="0">
                <a:solidFill>
                  <a:srgbClr val="6D6D6D"/>
                </a:solidFill>
                <a:latin typeface="Calibri"/>
              </a:rPr>
              <a:t>Automatique</a:t>
            </a:r>
            <a:endParaRPr lang="fr-FR" sz="1600" b="1" dirty="0">
              <a:solidFill>
                <a:srgbClr val="80276C"/>
              </a:solidFill>
              <a:latin typeface="Calibri"/>
            </a:endParaRP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8EFD1388-D6B0-4151-A825-CD4D29AB1D95}"/>
              </a:ext>
            </a:extLst>
          </p:cNvPr>
          <p:cNvSpPr/>
          <p:nvPr/>
        </p:nvSpPr>
        <p:spPr>
          <a:xfrm>
            <a:off x="10359091" y="462080"/>
            <a:ext cx="1401539" cy="316673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1219170"/>
            <a:r>
              <a:rPr lang="fr-FR" sz="1600" dirty="0">
                <a:solidFill>
                  <a:srgbClr val="6D6D6D"/>
                </a:solidFill>
                <a:latin typeface="Calibri"/>
              </a:rPr>
              <a:t>Intervention manuelle</a:t>
            </a:r>
            <a:endParaRPr lang="fr-FR" sz="1600" b="1" dirty="0">
              <a:solidFill>
                <a:srgbClr val="80276C"/>
              </a:solidFill>
              <a:latin typeface="Calibri"/>
            </a:endParaRPr>
          </a:p>
        </p:txBody>
      </p:sp>
      <p:grpSp>
        <p:nvGrpSpPr>
          <p:cNvPr id="216" name="Group 126">
            <a:extLst>
              <a:ext uri="{FF2B5EF4-FFF2-40B4-BE49-F238E27FC236}">
                <a16:creationId xmlns:a16="http://schemas.microsoft.com/office/drawing/2014/main" id="{AD4291AE-D6B6-4C0F-9137-6CE3449964A6}"/>
              </a:ext>
            </a:extLst>
          </p:cNvPr>
          <p:cNvGrpSpPr/>
          <p:nvPr/>
        </p:nvGrpSpPr>
        <p:grpSpPr>
          <a:xfrm>
            <a:off x="7073339" y="2239950"/>
            <a:ext cx="367983" cy="253953"/>
            <a:chOff x="1616075" y="463551"/>
            <a:chExt cx="1173163" cy="809625"/>
          </a:xfrm>
          <a:solidFill>
            <a:schemeClr val="accent1">
              <a:lumMod val="75000"/>
            </a:schemeClr>
          </a:solidFill>
        </p:grpSpPr>
        <p:sp>
          <p:nvSpPr>
            <p:cNvPr id="217" name="Freeform 17">
              <a:extLst>
                <a:ext uri="{FF2B5EF4-FFF2-40B4-BE49-F238E27FC236}">
                  <a16:creationId xmlns:a16="http://schemas.microsoft.com/office/drawing/2014/main" id="{86EBB918-B7BD-456B-9DE2-296B7B2FC6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16075" y="463551"/>
              <a:ext cx="814388" cy="804863"/>
            </a:xfrm>
            <a:custGeom>
              <a:avLst/>
              <a:gdLst/>
              <a:ahLst/>
              <a:cxnLst>
                <a:cxn ang="0">
                  <a:pos x="215" y="95"/>
                </a:cxn>
                <a:cxn ang="0">
                  <a:pos x="190" y="38"/>
                </a:cxn>
                <a:cxn ang="0">
                  <a:pos x="165" y="19"/>
                </a:cxn>
                <a:cxn ang="0">
                  <a:pos x="117" y="0"/>
                </a:cxn>
                <a:cxn ang="0">
                  <a:pos x="75" y="28"/>
                </a:cxn>
                <a:cxn ang="0">
                  <a:pos x="38" y="24"/>
                </a:cxn>
                <a:cxn ang="0">
                  <a:pos x="28" y="74"/>
                </a:cxn>
                <a:cxn ang="0">
                  <a:pos x="0" y="116"/>
                </a:cxn>
                <a:cxn ang="0">
                  <a:pos x="25" y="174"/>
                </a:cxn>
                <a:cxn ang="0">
                  <a:pos x="50" y="192"/>
                </a:cxn>
                <a:cxn ang="0">
                  <a:pos x="98" y="212"/>
                </a:cxn>
                <a:cxn ang="0">
                  <a:pos x="141" y="183"/>
                </a:cxn>
                <a:cxn ang="0">
                  <a:pos x="177" y="187"/>
                </a:cxn>
                <a:cxn ang="0">
                  <a:pos x="187" y="138"/>
                </a:cxn>
                <a:cxn ang="0">
                  <a:pos x="165" y="174"/>
                </a:cxn>
                <a:cxn ang="0">
                  <a:pos x="140" y="164"/>
                </a:cxn>
                <a:cxn ang="0">
                  <a:pos x="126" y="173"/>
                </a:cxn>
                <a:cxn ang="0">
                  <a:pos x="99" y="194"/>
                </a:cxn>
                <a:cxn ang="0">
                  <a:pos x="88" y="170"/>
                </a:cxn>
                <a:cxn ang="0">
                  <a:pos x="72" y="166"/>
                </a:cxn>
                <a:cxn ang="0">
                  <a:pos x="38" y="162"/>
                </a:cxn>
                <a:cxn ang="0">
                  <a:pos x="48" y="138"/>
                </a:cxn>
                <a:cxn ang="0">
                  <a:pos x="39" y="123"/>
                </a:cxn>
                <a:cxn ang="0">
                  <a:pos x="17" y="97"/>
                </a:cxn>
                <a:cxn ang="0">
                  <a:pos x="42" y="87"/>
                </a:cxn>
                <a:cxn ang="0">
                  <a:pos x="46" y="71"/>
                </a:cxn>
                <a:cxn ang="0">
                  <a:pos x="50" y="38"/>
                </a:cxn>
                <a:cxn ang="0">
                  <a:pos x="75" y="47"/>
                </a:cxn>
                <a:cxn ang="0">
                  <a:pos x="90" y="38"/>
                </a:cxn>
                <a:cxn ang="0">
                  <a:pos x="116" y="18"/>
                </a:cxn>
                <a:cxn ang="0">
                  <a:pos x="127" y="42"/>
                </a:cxn>
                <a:cxn ang="0">
                  <a:pos x="144" y="46"/>
                </a:cxn>
                <a:cxn ang="0">
                  <a:pos x="177" y="49"/>
                </a:cxn>
                <a:cxn ang="0">
                  <a:pos x="167" y="74"/>
                </a:cxn>
                <a:cxn ang="0">
                  <a:pos x="177" y="88"/>
                </a:cxn>
                <a:cxn ang="0">
                  <a:pos x="198" y="114"/>
                </a:cxn>
                <a:cxn ang="0">
                  <a:pos x="173" y="125"/>
                </a:cxn>
                <a:cxn ang="0">
                  <a:pos x="169" y="141"/>
                </a:cxn>
                <a:cxn ang="0">
                  <a:pos x="165" y="174"/>
                </a:cxn>
                <a:cxn ang="0">
                  <a:pos x="165" y="174"/>
                </a:cxn>
              </a:cxnLst>
              <a:rect l="0" t="0" r="r" b="b"/>
              <a:pathLst>
                <a:path w="215" h="212">
                  <a:moveTo>
                    <a:pt x="215" y="115"/>
                  </a:moveTo>
                  <a:cubicBezTo>
                    <a:pt x="215" y="95"/>
                    <a:pt x="215" y="95"/>
                    <a:pt x="215" y="95"/>
                  </a:cubicBezTo>
                  <a:cubicBezTo>
                    <a:pt x="215" y="84"/>
                    <a:pt x="209" y="81"/>
                    <a:pt x="187" y="73"/>
                  </a:cubicBezTo>
                  <a:cubicBezTo>
                    <a:pt x="196" y="52"/>
                    <a:pt x="198" y="45"/>
                    <a:pt x="190" y="38"/>
                  </a:cubicBezTo>
                  <a:cubicBezTo>
                    <a:pt x="176" y="24"/>
                    <a:pt x="176" y="24"/>
                    <a:pt x="176" y="24"/>
                  </a:cubicBezTo>
                  <a:cubicBezTo>
                    <a:pt x="173" y="21"/>
                    <a:pt x="169" y="19"/>
                    <a:pt x="165" y="19"/>
                  </a:cubicBezTo>
                  <a:cubicBezTo>
                    <a:pt x="163" y="19"/>
                    <a:pt x="160" y="19"/>
                    <a:pt x="140" y="28"/>
                  </a:cubicBezTo>
                  <a:cubicBezTo>
                    <a:pt x="131" y="7"/>
                    <a:pt x="128" y="0"/>
                    <a:pt x="117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86" y="0"/>
                    <a:pt x="83" y="6"/>
                    <a:pt x="75" y="28"/>
                  </a:cubicBezTo>
                  <a:cubicBezTo>
                    <a:pt x="55" y="20"/>
                    <a:pt x="52" y="20"/>
                    <a:pt x="49" y="20"/>
                  </a:cubicBezTo>
                  <a:cubicBezTo>
                    <a:pt x="45" y="20"/>
                    <a:pt x="41" y="22"/>
                    <a:pt x="38" y="24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16" y="46"/>
                    <a:pt x="19" y="54"/>
                    <a:pt x="28" y="74"/>
                  </a:cubicBezTo>
                  <a:cubicBezTo>
                    <a:pt x="6" y="82"/>
                    <a:pt x="0" y="85"/>
                    <a:pt x="0" y="96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27"/>
                    <a:pt x="7" y="130"/>
                    <a:pt x="28" y="138"/>
                  </a:cubicBezTo>
                  <a:cubicBezTo>
                    <a:pt x="19" y="159"/>
                    <a:pt x="17" y="166"/>
                    <a:pt x="25" y="174"/>
                  </a:cubicBezTo>
                  <a:cubicBezTo>
                    <a:pt x="39" y="188"/>
                    <a:pt x="39" y="188"/>
                    <a:pt x="39" y="188"/>
                  </a:cubicBezTo>
                  <a:cubicBezTo>
                    <a:pt x="42" y="191"/>
                    <a:pt x="46" y="192"/>
                    <a:pt x="50" y="192"/>
                  </a:cubicBezTo>
                  <a:cubicBezTo>
                    <a:pt x="53" y="192"/>
                    <a:pt x="55" y="192"/>
                    <a:pt x="75" y="184"/>
                  </a:cubicBezTo>
                  <a:cubicBezTo>
                    <a:pt x="84" y="205"/>
                    <a:pt x="87" y="212"/>
                    <a:pt x="98" y="212"/>
                  </a:cubicBezTo>
                  <a:cubicBezTo>
                    <a:pt x="118" y="212"/>
                    <a:pt x="118" y="212"/>
                    <a:pt x="118" y="212"/>
                  </a:cubicBezTo>
                  <a:cubicBezTo>
                    <a:pt x="129" y="212"/>
                    <a:pt x="132" y="206"/>
                    <a:pt x="141" y="183"/>
                  </a:cubicBezTo>
                  <a:cubicBezTo>
                    <a:pt x="161" y="192"/>
                    <a:pt x="164" y="192"/>
                    <a:pt x="166" y="192"/>
                  </a:cubicBezTo>
                  <a:cubicBezTo>
                    <a:pt x="170" y="192"/>
                    <a:pt x="174" y="190"/>
                    <a:pt x="177" y="187"/>
                  </a:cubicBezTo>
                  <a:cubicBezTo>
                    <a:pt x="191" y="173"/>
                    <a:pt x="191" y="173"/>
                    <a:pt x="191" y="173"/>
                  </a:cubicBezTo>
                  <a:cubicBezTo>
                    <a:pt x="199" y="165"/>
                    <a:pt x="196" y="158"/>
                    <a:pt x="187" y="138"/>
                  </a:cubicBezTo>
                  <a:cubicBezTo>
                    <a:pt x="209" y="130"/>
                    <a:pt x="215" y="126"/>
                    <a:pt x="215" y="115"/>
                  </a:cubicBezTo>
                  <a:close/>
                  <a:moveTo>
                    <a:pt x="165" y="174"/>
                  </a:moveTo>
                  <a:cubicBezTo>
                    <a:pt x="163" y="174"/>
                    <a:pt x="158" y="172"/>
                    <a:pt x="144" y="166"/>
                  </a:cubicBezTo>
                  <a:cubicBezTo>
                    <a:pt x="140" y="164"/>
                    <a:pt x="140" y="164"/>
                    <a:pt x="140" y="164"/>
                  </a:cubicBezTo>
                  <a:cubicBezTo>
                    <a:pt x="127" y="170"/>
                    <a:pt x="127" y="170"/>
                    <a:pt x="127" y="170"/>
                  </a:cubicBezTo>
                  <a:cubicBezTo>
                    <a:pt x="126" y="173"/>
                    <a:pt x="126" y="173"/>
                    <a:pt x="126" y="173"/>
                  </a:cubicBezTo>
                  <a:cubicBezTo>
                    <a:pt x="124" y="178"/>
                    <a:pt x="119" y="190"/>
                    <a:pt x="117" y="194"/>
                  </a:cubicBezTo>
                  <a:cubicBezTo>
                    <a:pt x="99" y="194"/>
                    <a:pt x="99" y="194"/>
                    <a:pt x="99" y="194"/>
                  </a:cubicBezTo>
                  <a:cubicBezTo>
                    <a:pt x="97" y="190"/>
                    <a:pt x="92" y="178"/>
                    <a:pt x="90" y="173"/>
                  </a:cubicBezTo>
                  <a:cubicBezTo>
                    <a:pt x="88" y="170"/>
                    <a:pt x="88" y="170"/>
                    <a:pt x="88" y="170"/>
                  </a:cubicBezTo>
                  <a:cubicBezTo>
                    <a:pt x="75" y="164"/>
                    <a:pt x="75" y="164"/>
                    <a:pt x="75" y="164"/>
                  </a:cubicBezTo>
                  <a:cubicBezTo>
                    <a:pt x="72" y="166"/>
                    <a:pt x="72" y="166"/>
                    <a:pt x="72" y="166"/>
                  </a:cubicBezTo>
                  <a:cubicBezTo>
                    <a:pt x="57" y="172"/>
                    <a:pt x="52" y="174"/>
                    <a:pt x="51" y="175"/>
                  </a:cubicBezTo>
                  <a:cubicBezTo>
                    <a:pt x="38" y="162"/>
                    <a:pt x="38" y="162"/>
                    <a:pt x="38" y="162"/>
                  </a:cubicBezTo>
                  <a:cubicBezTo>
                    <a:pt x="39" y="158"/>
                    <a:pt x="44" y="146"/>
                    <a:pt x="46" y="141"/>
                  </a:cubicBezTo>
                  <a:cubicBezTo>
                    <a:pt x="48" y="138"/>
                    <a:pt x="48" y="138"/>
                    <a:pt x="48" y="138"/>
                  </a:cubicBezTo>
                  <a:cubicBezTo>
                    <a:pt x="42" y="125"/>
                    <a:pt x="42" y="125"/>
                    <a:pt x="42" y="125"/>
                  </a:cubicBezTo>
                  <a:cubicBezTo>
                    <a:pt x="39" y="123"/>
                    <a:pt x="39" y="123"/>
                    <a:pt x="39" y="123"/>
                  </a:cubicBezTo>
                  <a:cubicBezTo>
                    <a:pt x="34" y="122"/>
                    <a:pt x="22" y="117"/>
                    <a:pt x="17" y="115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22" y="95"/>
                    <a:pt x="33" y="91"/>
                    <a:pt x="39" y="88"/>
                  </a:cubicBezTo>
                  <a:cubicBezTo>
                    <a:pt x="42" y="87"/>
                    <a:pt x="42" y="87"/>
                    <a:pt x="42" y="87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46" y="71"/>
                    <a:pt x="46" y="71"/>
                    <a:pt x="46" y="71"/>
                  </a:cubicBezTo>
                  <a:cubicBezTo>
                    <a:pt x="44" y="66"/>
                    <a:pt x="39" y="55"/>
                    <a:pt x="37" y="50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2" y="38"/>
                    <a:pt x="57" y="40"/>
                    <a:pt x="72" y="46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90" y="38"/>
                    <a:pt x="90" y="38"/>
                    <a:pt x="90" y="38"/>
                  </a:cubicBezTo>
                  <a:cubicBezTo>
                    <a:pt x="91" y="34"/>
                    <a:pt x="96" y="22"/>
                    <a:pt x="98" y="18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9" y="22"/>
                    <a:pt x="124" y="34"/>
                    <a:pt x="125" y="39"/>
                  </a:cubicBezTo>
                  <a:cubicBezTo>
                    <a:pt x="127" y="42"/>
                    <a:pt x="127" y="42"/>
                    <a:pt x="127" y="42"/>
                  </a:cubicBezTo>
                  <a:cubicBezTo>
                    <a:pt x="140" y="47"/>
                    <a:pt x="140" y="47"/>
                    <a:pt x="140" y="47"/>
                  </a:cubicBezTo>
                  <a:cubicBezTo>
                    <a:pt x="144" y="46"/>
                    <a:pt x="144" y="46"/>
                    <a:pt x="144" y="46"/>
                  </a:cubicBezTo>
                  <a:cubicBezTo>
                    <a:pt x="158" y="39"/>
                    <a:pt x="163" y="37"/>
                    <a:pt x="165" y="37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6" y="54"/>
                    <a:pt x="171" y="66"/>
                    <a:pt x="169" y="70"/>
                  </a:cubicBezTo>
                  <a:cubicBezTo>
                    <a:pt x="167" y="74"/>
                    <a:pt x="167" y="74"/>
                    <a:pt x="167" y="74"/>
                  </a:cubicBezTo>
                  <a:cubicBezTo>
                    <a:pt x="173" y="87"/>
                    <a:pt x="173" y="87"/>
                    <a:pt x="173" y="87"/>
                  </a:cubicBezTo>
                  <a:cubicBezTo>
                    <a:pt x="177" y="88"/>
                    <a:pt x="177" y="88"/>
                    <a:pt x="177" y="88"/>
                  </a:cubicBezTo>
                  <a:cubicBezTo>
                    <a:pt x="181" y="90"/>
                    <a:pt x="193" y="94"/>
                    <a:pt x="198" y="97"/>
                  </a:cubicBezTo>
                  <a:cubicBezTo>
                    <a:pt x="198" y="114"/>
                    <a:pt x="198" y="114"/>
                    <a:pt x="198" y="114"/>
                  </a:cubicBezTo>
                  <a:cubicBezTo>
                    <a:pt x="194" y="117"/>
                    <a:pt x="181" y="121"/>
                    <a:pt x="176" y="123"/>
                  </a:cubicBezTo>
                  <a:cubicBezTo>
                    <a:pt x="173" y="125"/>
                    <a:pt x="173" y="125"/>
                    <a:pt x="173" y="125"/>
                  </a:cubicBezTo>
                  <a:cubicBezTo>
                    <a:pt x="167" y="138"/>
                    <a:pt x="167" y="138"/>
                    <a:pt x="167" y="138"/>
                  </a:cubicBezTo>
                  <a:cubicBezTo>
                    <a:pt x="169" y="141"/>
                    <a:pt x="169" y="141"/>
                    <a:pt x="169" y="141"/>
                  </a:cubicBezTo>
                  <a:cubicBezTo>
                    <a:pt x="171" y="145"/>
                    <a:pt x="177" y="157"/>
                    <a:pt x="178" y="162"/>
                  </a:cubicBezTo>
                  <a:lnTo>
                    <a:pt x="165" y="174"/>
                  </a:lnTo>
                  <a:close/>
                  <a:moveTo>
                    <a:pt x="165" y="174"/>
                  </a:moveTo>
                  <a:cubicBezTo>
                    <a:pt x="165" y="174"/>
                    <a:pt x="165" y="174"/>
                    <a:pt x="165" y="174"/>
                  </a:cubicBezTo>
                </a:path>
              </a:pathLst>
            </a:custGeom>
            <a:grpFill/>
            <a:ln>
              <a:solidFill>
                <a:schemeClr val="accent2"/>
              </a:solidFill>
              <a:headEnd/>
              <a:tailEnd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8" name="Freeform 18">
              <a:extLst>
                <a:ext uri="{FF2B5EF4-FFF2-40B4-BE49-F238E27FC236}">
                  <a16:creationId xmlns:a16="http://schemas.microsoft.com/office/drawing/2014/main" id="{3C01C6E9-10E8-4B3B-82B3-CBFFE564D2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03413" y="744538"/>
              <a:ext cx="242888" cy="239713"/>
            </a:xfrm>
            <a:custGeom>
              <a:avLst/>
              <a:gdLst/>
              <a:ahLst/>
              <a:cxnLst>
                <a:cxn ang="0">
                  <a:pos x="32" y="0"/>
                </a:cxn>
                <a:cxn ang="0">
                  <a:pos x="0" y="32"/>
                </a:cxn>
                <a:cxn ang="0">
                  <a:pos x="32" y="63"/>
                </a:cxn>
                <a:cxn ang="0">
                  <a:pos x="64" y="32"/>
                </a:cxn>
                <a:cxn ang="0">
                  <a:pos x="32" y="0"/>
                </a:cxn>
                <a:cxn ang="0">
                  <a:pos x="32" y="46"/>
                </a:cxn>
                <a:cxn ang="0">
                  <a:pos x="17" y="32"/>
                </a:cxn>
                <a:cxn ang="0">
                  <a:pos x="32" y="18"/>
                </a:cxn>
                <a:cxn ang="0">
                  <a:pos x="46" y="32"/>
                </a:cxn>
                <a:cxn ang="0">
                  <a:pos x="32" y="46"/>
                </a:cxn>
                <a:cxn ang="0">
                  <a:pos x="32" y="46"/>
                </a:cxn>
                <a:cxn ang="0">
                  <a:pos x="32" y="46"/>
                </a:cxn>
              </a:cxnLst>
              <a:rect l="0" t="0" r="r" b="b"/>
              <a:pathLst>
                <a:path w="64" h="63">
                  <a:moveTo>
                    <a:pt x="32" y="0"/>
                  </a:moveTo>
                  <a:cubicBezTo>
                    <a:pt x="14" y="0"/>
                    <a:pt x="0" y="15"/>
                    <a:pt x="0" y="32"/>
                  </a:cubicBezTo>
                  <a:cubicBezTo>
                    <a:pt x="0" y="49"/>
                    <a:pt x="14" y="63"/>
                    <a:pt x="32" y="63"/>
                  </a:cubicBezTo>
                  <a:cubicBezTo>
                    <a:pt x="49" y="63"/>
                    <a:pt x="64" y="49"/>
                    <a:pt x="64" y="32"/>
                  </a:cubicBezTo>
                  <a:cubicBezTo>
                    <a:pt x="64" y="15"/>
                    <a:pt x="49" y="0"/>
                    <a:pt x="32" y="0"/>
                  </a:cubicBezTo>
                  <a:close/>
                  <a:moveTo>
                    <a:pt x="32" y="46"/>
                  </a:moveTo>
                  <a:cubicBezTo>
                    <a:pt x="24" y="46"/>
                    <a:pt x="17" y="40"/>
                    <a:pt x="17" y="32"/>
                  </a:cubicBezTo>
                  <a:cubicBezTo>
                    <a:pt x="17" y="24"/>
                    <a:pt x="24" y="18"/>
                    <a:pt x="32" y="18"/>
                  </a:cubicBezTo>
                  <a:cubicBezTo>
                    <a:pt x="40" y="18"/>
                    <a:pt x="46" y="24"/>
                    <a:pt x="46" y="32"/>
                  </a:cubicBezTo>
                  <a:cubicBezTo>
                    <a:pt x="46" y="40"/>
                    <a:pt x="40" y="46"/>
                    <a:pt x="32" y="46"/>
                  </a:cubicBezTo>
                  <a:close/>
                  <a:moveTo>
                    <a:pt x="32" y="46"/>
                  </a:moveTo>
                  <a:cubicBezTo>
                    <a:pt x="32" y="46"/>
                    <a:pt x="32" y="46"/>
                    <a:pt x="32" y="46"/>
                  </a:cubicBezTo>
                </a:path>
              </a:pathLst>
            </a:custGeom>
            <a:grpFill/>
            <a:ln>
              <a:solidFill>
                <a:schemeClr val="accent2"/>
              </a:solidFill>
              <a:headEnd/>
              <a:tailEnd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9" name="Freeform 19">
              <a:extLst>
                <a:ext uri="{FF2B5EF4-FFF2-40B4-BE49-F238E27FC236}">
                  <a16:creationId xmlns:a16="http://schemas.microsoft.com/office/drawing/2014/main" id="{D3FE2285-3069-45AA-A564-459BB63748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14588" y="903288"/>
              <a:ext cx="374650" cy="369888"/>
            </a:xfrm>
            <a:custGeom>
              <a:avLst/>
              <a:gdLst/>
              <a:ahLst/>
              <a:cxnLst>
                <a:cxn ang="0">
                  <a:pos x="87" y="17"/>
                </a:cxn>
                <a:cxn ang="0">
                  <a:pos x="76" y="9"/>
                </a:cxn>
                <a:cxn ang="0">
                  <a:pos x="54" y="0"/>
                </a:cxn>
                <a:cxn ang="0">
                  <a:pos x="34" y="13"/>
                </a:cxn>
                <a:cxn ang="0">
                  <a:pos x="18" y="11"/>
                </a:cxn>
                <a:cxn ang="0">
                  <a:pos x="13" y="34"/>
                </a:cxn>
                <a:cxn ang="0">
                  <a:pos x="0" y="53"/>
                </a:cxn>
                <a:cxn ang="0">
                  <a:pos x="11" y="80"/>
                </a:cxn>
                <a:cxn ang="0">
                  <a:pos x="23" y="88"/>
                </a:cxn>
                <a:cxn ang="0">
                  <a:pos x="45" y="97"/>
                </a:cxn>
                <a:cxn ang="0">
                  <a:pos x="64" y="84"/>
                </a:cxn>
                <a:cxn ang="0">
                  <a:pos x="81" y="86"/>
                </a:cxn>
                <a:cxn ang="0">
                  <a:pos x="86" y="63"/>
                </a:cxn>
                <a:cxn ang="0">
                  <a:pos x="99" y="44"/>
                </a:cxn>
                <a:cxn ang="0">
                  <a:pos x="91" y="52"/>
                </a:cxn>
                <a:cxn ang="0">
                  <a:pos x="79" y="57"/>
                </a:cxn>
                <a:cxn ang="0">
                  <a:pos x="78" y="65"/>
                </a:cxn>
                <a:cxn ang="0">
                  <a:pos x="76" y="80"/>
                </a:cxn>
                <a:cxn ang="0">
                  <a:pos x="64" y="75"/>
                </a:cxn>
                <a:cxn ang="0">
                  <a:pos x="58" y="79"/>
                </a:cxn>
                <a:cxn ang="0">
                  <a:pos x="45" y="89"/>
                </a:cxn>
                <a:cxn ang="0">
                  <a:pos x="41" y="78"/>
                </a:cxn>
                <a:cxn ang="0">
                  <a:pos x="33" y="76"/>
                </a:cxn>
                <a:cxn ang="0">
                  <a:pos x="17" y="74"/>
                </a:cxn>
                <a:cxn ang="0">
                  <a:pos x="22" y="63"/>
                </a:cxn>
                <a:cxn ang="0">
                  <a:pos x="18" y="57"/>
                </a:cxn>
                <a:cxn ang="0">
                  <a:pos x="8" y="45"/>
                </a:cxn>
                <a:cxn ang="0">
                  <a:pos x="19" y="40"/>
                </a:cxn>
                <a:cxn ang="0">
                  <a:pos x="21" y="32"/>
                </a:cxn>
                <a:cxn ang="0">
                  <a:pos x="23" y="17"/>
                </a:cxn>
                <a:cxn ang="0">
                  <a:pos x="34" y="22"/>
                </a:cxn>
                <a:cxn ang="0">
                  <a:pos x="41" y="18"/>
                </a:cxn>
                <a:cxn ang="0">
                  <a:pos x="53" y="8"/>
                </a:cxn>
                <a:cxn ang="0">
                  <a:pos x="58" y="19"/>
                </a:cxn>
                <a:cxn ang="0">
                  <a:pos x="66" y="21"/>
                </a:cxn>
                <a:cxn ang="0">
                  <a:pos x="81" y="23"/>
                </a:cxn>
                <a:cxn ang="0">
                  <a:pos x="77" y="34"/>
                </a:cxn>
                <a:cxn ang="0">
                  <a:pos x="81" y="41"/>
                </a:cxn>
                <a:cxn ang="0">
                  <a:pos x="91" y="52"/>
                </a:cxn>
                <a:cxn ang="0">
                  <a:pos x="91" y="52"/>
                </a:cxn>
              </a:cxnLst>
              <a:rect l="0" t="0" r="r" b="b"/>
              <a:pathLst>
                <a:path w="99" h="97">
                  <a:moveTo>
                    <a:pt x="86" y="34"/>
                  </a:moveTo>
                  <a:cubicBezTo>
                    <a:pt x="90" y="24"/>
                    <a:pt x="91" y="21"/>
                    <a:pt x="87" y="17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79" y="10"/>
                    <a:pt x="78" y="9"/>
                    <a:pt x="76" y="9"/>
                  </a:cubicBezTo>
                  <a:cubicBezTo>
                    <a:pt x="75" y="9"/>
                    <a:pt x="73" y="9"/>
                    <a:pt x="64" y="13"/>
                  </a:cubicBezTo>
                  <a:cubicBezTo>
                    <a:pt x="60" y="3"/>
                    <a:pt x="59" y="0"/>
                    <a:pt x="54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38" y="3"/>
                    <a:pt x="34" y="13"/>
                  </a:cubicBezTo>
                  <a:cubicBezTo>
                    <a:pt x="25" y="9"/>
                    <a:pt x="24" y="9"/>
                    <a:pt x="23" y="9"/>
                  </a:cubicBezTo>
                  <a:cubicBezTo>
                    <a:pt x="21" y="9"/>
                    <a:pt x="19" y="10"/>
                    <a:pt x="18" y="11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7" y="21"/>
                    <a:pt x="9" y="25"/>
                    <a:pt x="13" y="34"/>
                  </a:cubicBezTo>
                  <a:cubicBezTo>
                    <a:pt x="3" y="38"/>
                    <a:pt x="0" y="39"/>
                    <a:pt x="0" y="44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9"/>
                    <a:pt x="3" y="60"/>
                    <a:pt x="13" y="64"/>
                  </a:cubicBezTo>
                  <a:cubicBezTo>
                    <a:pt x="9" y="73"/>
                    <a:pt x="8" y="76"/>
                    <a:pt x="11" y="80"/>
                  </a:cubicBezTo>
                  <a:cubicBezTo>
                    <a:pt x="18" y="86"/>
                    <a:pt x="18" y="86"/>
                    <a:pt x="18" y="86"/>
                  </a:cubicBezTo>
                  <a:cubicBezTo>
                    <a:pt x="19" y="87"/>
                    <a:pt x="21" y="88"/>
                    <a:pt x="23" y="88"/>
                  </a:cubicBezTo>
                  <a:cubicBezTo>
                    <a:pt x="24" y="88"/>
                    <a:pt x="25" y="88"/>
                    <a:pt x="35" y="84"/>
                  </a:cubicBezTo>
                  <a:cubicBezTo>
                    <a:pt x="38" y="94"/>
                    <a:pt x="40" y="97"/>
                    <a:pt x="45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9" y="97"/>
                    <a:pt x="61" y="94"/>
                    <a:pt x="64" y="84"/>
                  </a:cubicBezTo>
                  <a:cubicBezTo>
                    <a:pt x="74" y="88"/>
                    <a:pt x="75" y="88"/>
                    <a:pt x="76" y="88"/>
                  </a:cubicBezTo>
                  <a:cubicBezTo>
                    <a:pt x="78" y="88"/>
                    <a:pt x="80" y="87"/>
                    <a:pt x="81" y="86"/>
                  </a:cubicBezTo>
                  <a:cubicBezTo>
                    <a:pt x="88" y="79"/>
                    <a:pt x="88" y="79"/>
                    <a:pt x="88" y="79"/>
                  </a:cubicBezTo>
                  <a:cubicBezTo>
                    <a:pt x="91" y="76"/>
                    <a:pt x="90" y="72"/>
                    <a:pt x="86" y="63"/>
                  </a:cubicBezTo>
                  <a:cubicBezTo>
                    <a:pt x="95" y="59"/>
                    <a:pt x="99" y="58"/>
                    <a:pt x="99" y="53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39"/>
                    <a:pt x="95" y="37"/>
                    <a:pt x="86" y="34"/>
                  </a:cubicBezTo>
                  <a:close/>
                  <a:moveTo>
                    <a:pt x="91" y="52"/>
                  </a:moveTo>
                  <a:cubicBezTo>
                    <a:pt x="89" y="54"/>
                    <a:pt x="83" y="56"/>
                    <a:pt x="81" y="57"/>
                  </a:cubicBezTo>
                  <a:cubicBezTo>
                    <a:pt x="79" y="57"/>
                    <a:pt x="79" y="57"/>
                    <a:pt x="79" y="57"/>
                  </a:cubicBezTo>
                  <a:cubicBezTo>
                    <a:pt x="77" y="63"/>
                    <a:pt x="77" y="63"/>
                    <a:pt x="77" y="63"/>
                  </a:cubicBezTo>
                  <a:cubicBezTo>
                    <a:pt x="78" y="65"/>
                    <a:pt x="78" y="65"/>
                    <a:pt x="78" y="65"/>
                  </a:cubicBezTo>
                  <a:cubicBezTo>
                    <a:pt x="78" y="67"/>
                    <a:pt x="81" y="72"/>
                    <a:pt x="82" y="74"/>
                  </a:cubicBezTo>
                  <a:cubicBezTo>
                    <a:pt x="76" y="80"/>
                    <a:pt x="76" y="80"/>
                    <a:pt x="76" y="80"/>
                  </a:cubicBezTo>
                  <a:cubicBezTo>
                    <a:pt x="75" y="80"/>
                    <a:pt x="72" y="79"/>
                    <a:pt x="66" y="76"/>
                  </a:cubicBezTo>
                  <a:cubicBezTo>
                    <a:pt x="64" y="75"/>
                    <a:pt x="64" y="75"/>
                    <a:pt x="64" y="75"/>
                  </a:cubicBezTo>
                  <a:cubicBezTo>
                    <a:pt x="58" y="78"/>
                    <a:pt x="58" y="78"/>
                    <a:pt x="58" y="78"/>
                  </a:cubicBezTo>
                  <a:cubicBezTo>
                    <a:pt x="58" y="79"/>
                    <a:pt x="58" y="79"/>
                    <a:pt x="58" y="79"/>
                  </a:cubicBezTo>
                  <a:cubicBezTo>
                    <a:pt x="57" y="81"/>
                    <a:pt x="55" y="87"/>
                    <a:pt x="54" y="89"/>
                  </a:cubicBezTo>
                  <a:cubicBezTo>
                    <a:pt x="45" y="89"/>
                    <a:pt x="45" y="89"/>
                    <a:pt x="45" y="89"/>
                  </a:cubicBezTo>
                  <a:cubicBezTo>
                    <a:pt x="44" y="87"/>
                    <a:pt x="42" y="82"/>
                    <a:pt x="41" y="79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26" y="79"/>
                    <a:pt x="24" y="80"/>
                    <a:pt x="23" y="80"/>
                  </a:cubicBezTo>
                  <a:cubicBezTo>
                    <a:pt x="17" y="74"/>
                    <a:pt x="17" y="74"/>
                    <a:pt x="17" y="74"/>
                  </a:cubicBezTo>
                  <a:cubicBezTo>
                    <a:pt x="18" y="72"/>
                    <a:pt x="20" y="67"/>
                    <a:pt x="21" y="65"/>
                  </a:cubicBezTo>
                  <a:cubicBezTo>
                    <a:pt x="22" y="63"/>
                    <a:pt x="22" y="63"/>
                    <a:pt x="22" y="63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6" y="56"/>
                    <a:pt x="10" y="54"/>
                    <a:pt x="8" y="53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10" y="44"/>
                    <a:pt x="15" y="42"/>
                    <a:pt x="18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0" y="31"/>
                    <a:pt x="18" y="25"/>
                    <a:pt x="17" y="23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4" y="18"/>
                    <a:pt x="26" y="18"/>
                    <a:pt x="33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41" y="18"/>
                    <a:pt x="41" y="18"/>
                    <a:pt x="41" y="18"/>
                  </a:cubicBezTo>
                  <a:cubicBezTo>
                    <a:pt x="42" y="16"/>
                    <a:pt x="44" y="10"/>
                    <a:pt x="45" y="8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4" y="10"/>
                    <a:pt x="57" y="16"/>
                    <a:pt x="58" y="18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64" y="22"/>
                    <a:pt x="64" y="22"/>
                    <a:pt x="64" y="22"/>
                  </a:cubicBezTo>
                  <a:cubicBezTo>
                    <a:pt x="66" y="21"/>
                    <a:pt x="66" y="21"/>
                    <a:pt x="66" y="21"/>
                  </a:cubicBezTo>
                  <a:cubicBezTo>
                    <a:pt x="72" y="18"/>
                    <a:pt x="75" y="17"/>
                    <a:pt x="75" y="17"/>
                  </a:cubicBezTo>
                  <a:cubicBezTo>
                    <a:pt x="81" y="23"/>
                    <a:pt x="81" y="23"/>
                    <a:pt x="81" y="23"/>
                  </a:cubicBezTo>
                  <a:cubicBezTo>
                    <a:pt x="81" y="25"/>
                    <a:pt x="78" y="30"/>
                    <a:pt x="77" y="32"/>
                  </a:cubicBezTo>
                  <a:cubicBezTo>
                    <a:pt x="77" y="34"/>
                    <a:pt x="77" y="34"/>
                    <a:pt x="77" y="34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81" y="41"/>
                    <a:pt x="81" y="41"/>
                    <a:pt x="81" y="41"/>
                  </a:cubicBezTo>
                  <a:cubicBezTo>
                    <a:pt x="83" y="41"/>
                    <a:pt x="89" y="43"/>
                    <a:pt x="91" y="44"/>
                  </a:cubicBezTo>
                  <a:lnTo>
                    <a:pt x="91" y="52"/>
                  </a:lnTo>
                  <a:close/>
                  <a:moveTo>
                    <a:pt x="91" y="52"/>
                  </a:moveTo>
                  <a:cubicBezTo>
                    <a:pt x="91" y="52"/>
                    <a:pt x="91" y="52"/>
                    <a:pt x="91" y="52"/>
                  </a:cubicBezTo>
                </a:path>
              </a:pathLst>
            </a:custGeom>
            <a:grpFill/>
            <a:ln>
              <a:solidFill>
                <a:schemeClr val="accent2"/>
              </a:solidFill>
              <a:headEnd/>
              <a:tailEnd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0" name="Freeform 20">
              <a:extLst>
                <a:ext uri="{FF2B5EF4-FFF2-40B4-BE49-F238E27FC236}">
                  <a16:creationId xmlns:a16="http://schemas.microsoft.com/office/drawing/2014/main" id="{0FA2724E-8238-432A-9F91-B03907579C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47938" y="1033463"/>
              <a:ext cx="109538" cy="10953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5"/>
                </a:cxn>
                <a:cxn ang="0">
                  <a:pos x="14" y="29"/>
                </a:cxn>
                <a:cxn ang="0">
                  <a:pos x="29" y="15"/>
                </a:cxn>
                <a:cxn ang="0">
                  <a:pos x="14" y="0"/>
                </a:cxn>
                <a:cxn ang="0">
                  <a:pos x="14" y="21"/>
                </a:cxn>
                <a:cxn ang="0">
                  <a:pos x="8" y="15"/>
                </a:cxn>
                <a:cxn ang="0">
                  <a:pos x="14" y="8"/>
                </a:cxn>
                <a:cxn ang="0">
                  <a:pos x="21" y="15"/>
                </a:cxn>
                <a:cxn ang="0">
                  <a:pos x="14" y="21"/>
                </a:cxn>
                <a:cxn ang="0">
                  <a:pos x="14" y="21"/>
                </a:cxn>
                <a:cxn ang="0">
                  <a:pos x="14" y="21"/>
                </a:cxn>
              </a:cxnLst>
              <a:rect l="0" t="0" r="r" b="b"/>
              <a:pathLst>
                <a:path w="29" h="29">
                  <a:moveTo>
                    <a:pt x="14" y="0"/>
                  </a:moveTo>
                  <a:cubicBezTo>
                    <a:pt x="6" y="0"/>
                    <a:pt x="0" y="7"/>
                    <a:pt x="0" y="15"/>
                  </a:cubicBezTo>
                  <a:cubicBezTo>
                    <a:pt x="0" y="23"/>
                    <a:pt x="6" y="29"/>
                    <a:pt x="14" y="29"/>
                  </a:cubicBezTo>
                  <a:cubicBezTo>
                    <a:pt x="22" y="29"/>
                    <a:pt x="29" y="23"/>
                    <a:pt x="29" y="15"/>
                  </a:cubicBezTo>
                  <a:cubicBezTo>
                    <a:pt x="29" y="7"/>
                    <a:pt x="22" y="0"/>
                    <a:pt x="14" y="0"/>
                  </a:cubicBezTo>
                  <a:close/>
                  <a:moveTo>
                    <a:pt x="14" y="21"/>
                  </a:moveTo>
                  <a:cubicBezTo>
                    <a:pt x="11" y="21"/>
                    <a:pt x="8" y="18"/>
                    <a:pt x="8" y="15"/>
                  </a:cubicBezTo>
                  <a:cubicBezTo>
                    <a:pt x="8" y="11"/>
                    <a:pt x="11" y="8"/>
                    <a:pt x="14" y="8"/>
                  </a:cubicBezTo>
                  <a:cubicBezTo>
                    <a:pt x="18" y="8"/>
                    <a:pt x="21" y="11"/>
                    <a:pt x="21" y="15"/>
                  </a:cubicBezTo>
                  <a:cubicBezTo>
                    <a:pt x="21" y="18"/>
                    <a:pt x="18" y="21"/>
                    <a:pt x="14" y="21"/>
                  </a:cubicBezTo>
                  <a:close/>
                  <a:moveTo>
                    <a:pt x="14" y="21"/>
                  </a:moveTo>
                  <a:cubicBezTo>
                    <a:pt x="14" y="21"/>
                    <a:pt x="14" y="21"/>
                    <a:pt x="14" y="21"/>
                  </a:cubicBezTo>
                </a:path>
              </a:pathLst>
            </a:custGeom>
            <a:grpFill/>
            <a:ln>
              <a:solidFill>
                <a:schemeClr val="accent2"/>
              </a:solidFill>
              <a:headEnd/>
              <a:tailEnd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21" name="Group 126">
            <a:extLst>
              <a:ext uri="{FF2B5EF4-FFF2-40B4-BE49-F238E27FC236}">
                <a16:creationId xmlns:a16="http://schemas.microsoft.com/office/drawing/2014/main" id="{0A350DE0-81FF-4CA2-93FC-A28A4740DA7A}"/>
              </a:ext>
            </a:extLst>
          </p:cNvPr>
          <p:cNvGrpSpPr/>
          <p:nvPr/>
        </p:nvGrpSpPr>
        <p:grpSpPr>
          <a:xfrm>
            <a:off x="7073339" y="3077357"/>
            <a:ext cx="367983" cy="253953"/>
            <a:chOff x="1616075" y="463551"/>
            <a:chExt cx="1173163" cy="809625"/>
          </a:xfrm>
          <a:solidFill>
            <a:schemeClr val="accent1">
              <a:lumMod val="75000"/>
            </a:schemeClr>
          </a:solidFill>
        </p:grpSpPr>
        <p:sp>
          <p:nvSpPr>
            <p:cNvPr id="222" name="Freeform 17">
              <a:extLst>
                <a:ext uri="{FF2B5EF4-FFF2-40B4-BE49-F238E27FC236}">
                  <a16:creationId xmlns:a16="http://schemas.microsoft.com/office/drawing/2014/main" id="{162DDBB9-F42F-44CF-B182-C6AEC32286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16075" y="463551"/>
              <a:ext cx="814388" cy="804863"/>
            </a:xfrm>
            <a:custGeom>
              <a:avLst/>
              <a:gdLst/>
              <a:ahLst/>
              <a:cxnLst>
                <a:cxn ang="0">
                  <a:pos x="215" y="95"/>
                </a:cxn>
                <a:cxn ang="0">
                  <a:pos x="190" y="38"/>
                </a:cxn>
                <a:cxn ang="0">
                  <a:pos x="165" y="19"/>
                </a:cxn>
                <a:cxn ang="0">
                  <a:pos x="117" y="0"/>
                </a:cxn>
                <a:cxn ang="0">
                  <a:pos x="75" y="28"/>
                </a:cxn>
                <a:cxn ang="0">
                  <a:pos x="38" y="24"/>
                </a:cxn>
                <a:cxn ang="0">
                  <a:pos x="28" y="74"/>
                </a:cxn>
                <a:cxn ang="0">
                  <a:pos x="0" y="116"/>
                </a:cxn>
                <a:cxn ang="0">
                  <a:pos x="25" y="174"/>
                </a:cxn>
                <a:cxn ang="0">
                  <a:pos x="50" y="192"/>
                </a:cxn>
                <a:cxn ang="0">
                  <a:pos x="98" y="212"/>
                </a:cxn>
                <a:cxn ang="0">
                  <a:pos x="141" y="183"/>
                </a:cxn>
                <a:cxn ang="0">
                  <a:pos x="177" y="187"/>
                </a:cxn>
                <a:cxn ang="0">
                  <a:pos x="187" y="138"/>
                </a:cxn>
                <a:cxn ang="0">
                  <a:pos x="165" y="174"/>
                </a:cxn>
                <a:cxn ang="0">
                  <a:pos x="140" y="164"/>
                </a:cxn>
                <a:cxn ang="0">
                  <a:pos x="126" y="173"/>
                </a:cxn>
                <a:cxn ang="0">
                  <a:pos x="99" y="194"/>
                </a:cxn>
                <a:cxn ang="0">
                  <a:pos x="88" y="170"/>
                </a:cxn>
                <a:cxn ang="0">
                  <a:pos x="72" y="166"/>
                </a:cxn>
                <a:cxn ang="0">
                  <a:pos x="38" y="162"/>
                </a:cxn>
                <a:cxn ang="0">
                  <a:pos x="48" y="138"/>
                </a:cxn>
                <a:cxn ang="0">
                  <a:pos x="39" y="123"/>
                </a:cxn>
                <a:cxn ang="0">
                  <a:pos x="17" y="97"/>
                </a:cxn>
                <a:cxn ang="0">
                  <a:pos x="42" y="87"/>
                </a:cxn>
                <a:cxn ang="0">
                  <a:pos x="46" y="71"/>
                </a:cxn>
                <a:cxn ang="0">
                  <a:pos x="50" y="38"/>
                </a:cxn>
                <a:cxn ang="0">
                  <a:pos x="75" y="47"/>
                </a:cxn>
                <a:cxn ang="0">
                  <a:pos x="90" y="38"/>
                </a:cxn>
                <a:cxn ang="0">
                  <a:pos x="116" y="18"/>
                </a:cxn>
                <a:cxn ang="0">
                  <a:pos x="127" y="42"/>
                </a:cxn>
                <a:cxn ang="0">
                  <a:pos x="144" y="46"/>
                </a:cxn>
                <a:cxn ang="0">
                  <a:pos x="177" y="49"/>
                </a:cxn>
                <a:cxn ang="0">
                  <a:pos x="167" y="74"/>
                </a:cxn>
                <a:cxn ang="0">
                  <a:pos x="177" y="88"/>
                </a:cxn>
                <a:cxn ang="0">
                  <a:pos x="198" y="114"/>
                </a:cxn>
                <a:cxn ang="0">
                  <a:pos x="173" y="125"/>
                </a:cxn>
                <a:cxn ang="0">
                  <a:pos x="169" y="141"/>
                </a:cxn>
                <a:cxn ang="0">
                  <a:pos x="165" y="174"/>
                </a:cxn>
                <a:cxn ang="0">
                  <a:pos x="165" y="174"/>
                </a:cxn>
              </a:cxnLst>
              <a:rect l="0" t="0" r="r" b="b"/>
              <a:pathLst>
                <a:path w="215" h="212">
                  <a:moveTo>
                    <a:pt x="215" y="115"/>
                  </a:moveTo>
                  <a:cubicBezTo>
                    <a:pt x="215" y="95"/>
                    <a:pt x="215" y="95"/>
                    <a:pt x="215" y="95"/>
                  </a:cubicBezTo>
                  <a:cubicBezTo>
                    <a:pt x="215" y="84"/>
                    <a:pt x="209" y="81"/>
                    <a:pt x="187" y="73"/>
                  </a:cubicBezTo>
                  <a:cubicBezTo>
                    <a:pt x="196" y="52"/>
                    <a:pt x="198" y="45"/>
                    <a:pt x="190" y="38"/>
                  </a:cubicBezTo>
                  <a:cubicBezTo>
                    <a:pt x="176" y="24"/>
                    <a:pt x="176" y="24"/>
                    <a:pt x="176" y="24"/>
                  </a:cubicBezTo>
                  <a:cubicBezTo>
                    <a:pt x="173" y="21"/>
                    <a:pt x="169" y="19"/>
                    <a:pt x="165" y="19"/>
                  </a:cubicBezTo>
                  <a:cubicBezTo>
                    <a:pt x="163" y="19"/>
                    <a:pt x="160" y="19"/>
                    <a:pt x="140" y="28"/>
                  </a:cubicBezTo>
                  <a:cubicBezTo>
                    <a:pt x="131" y="7"/>
                    <a:pt x="128" y="0"/>
                    <a:pt x="117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86" y="0"/>
                    <a:pt x="83" y="6"/>
                    <a:pt x="75" y="28"/>
                  </a:cubicBezTo>
                  <a:cubicBezTo>
                    <a:pt x="55" y="20"/>
                    <a:pt x="52" y="20"/>
                    <a:pt x="49" y="20"/>
                  </a:cubicBezTo>
                  <a:cubicBezTo>
                    <a:pt x="45" y="20"/>
                    <a:pt x="41" y="22"/>
                    <a:pt x="38" y="24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16" y="46"/>
                    <a:pt x="19" y="54"/>
                    <a:pt x="28" y="74"/>
                  </a:cubicBezTo>
                  <a:cubicBezTo>
                    <a:pt x="6" y="82"/>
                    <a:pt x="0" y="85"/>
                    <a:pt x="0" y="96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27"/>
                    <a:pt x="7" y="130"/>
                    <a:pt x="28" y="138"/>
                  </a:cubicBezTo>
                  <a:cubicBezTo>
                    <a:pt x="19" y="159"/>
                    <a:pt x="17" y="166"/>
                    <a:pt x="25" y="174"/>
                  </a:cubicBezTo>
                  <a:cubicBezTo>
                    <a:pt x="39" y="188"/>
                    <a:pt x="39" y="188"/>
                    <a:pt x="39" y="188"/>
                  </a:cubicBezTo>
                  <a:cubicBezTo>
                    <a:pt x="42" y="191"/>
                    <a:pt x="46" y="192"/>
                    <a:pt x="50" y="192"/>
                  </a:cubicBezTo>
                  <a:cubicBezTo>
                    <a:pt x="53" y="192"/>
                    <a:pt x="55" y="192"/>
                    <a:pt x="75" y="184"/>
                  </a:cubicBezTo>
                  <a:cubicBezTo>
                    <a:pt x="84" y="205"/>
                    <a:pt x="87" y="212"/>
                    <a:pt x="98" y="212"/>
                  </a:cubicBezTo>
                  <a:cubicBezTo>
                    <a:pt x="118" y="212"/>
                    <a:pt x="118" y="212"/>
                    <a:pt x="118" y="212"/>
                  </a:cubicBezTo>
                  <a:cubicBezTo>
                    <a:pt x="129" y="212"/>
                    <a:pt x="132" y="206"/>
                    <a:pt x="141" y="183"/>
                  </a:cubicBezTo>
                  <a:cubicBezTo>
                    <a:pt x="161" y="192"/>
                    <a:pt x="164" y="192"/>
                    <a:pt x="166" y="192"/>
                  </a:cubicBezTo>
                  <a:cubicBezTo>
                    <a:pt x="170" y="192"/>
                    <a:pt x="174" y="190"/>
                    <a:pt x="177" y="187"/>
                  </a:cubicBezTo>
                  <a:cubicBezTo>
                    <a:pt x="191" y="173"/>
                    <a:pt x="191" y="173"/>
                    <a:pt x="191" y="173"/>
                  </a:cubicBezTo>
                  <a:cubicBezTo>
                    <a:pt x="199" y="165"/>
                    <a:pt x="196" y="158"/>
                    <a:pt x="187" y="138"/>
                  </a:cubicBezTo>
                  <a:cubicBezTo>
                    <a:pt x="209" y="130"/>
                    <a:pt x="215" y="126"/>
                    <a:pt x="215" y="115"/>
                  </a:cubicBezTo>
                  <a:close/>
                  <a:moveTo>
                    <a:pt x="165" y="174"/>
                  </a:moveTo>
                  <a:cubicBezTo>
                    <a:pt x="163" y="174"/>
                    <a:pt x="158" y="172"/>
                    <a:pt x="144" y="166"/>
                  </a:cubicBezTo>
                  <a:cubicBezTo>
                    <a:pt x="140" y="164"/>
                    <a:pt x="140" y="164"/>
                    <a:pt x="140" y="164"/>
                  </a:cubicBezTo>
                  <a:cubicBezTo>
                    <a:pt x="127" y="170"/>
                    <a:pt x="127" y="170"/>
                    <a:pt x="127" y="170"/>
                  </a:cubicBezTo>
                  <a:cubicBezTo>
                    <a:pt x="126" y="173"/>
                    <a:pt x="126" y="173"/>
                    <a:pt x="126" y="173"/>
                  </a:cubicBezTo>
                  <a:cubicBezTo>
                    <a:pt x="124" y="178"/>
                    <a:pt x="119" y="190"/>
                    <a:pt x="117" y="194"/>
                  </a:cubicBezTo>
                  <a:cubicBezTo>
                    <a:pt x="99" y="194"/>
                    <a:pt x="99" y="194"/>
                    <a:pt x="99" y="194"/>
                  </a:cubicBezTo>
                  <a:cubicBezTo>
                    <a:pt x="97" y="190"/>
                    <a:pt x="92" y="178"/>
                    <a:pt x="90" y="173"/>
                  </a:cubicBezTo>
                  <a:cubicBezTo>
                    <a:pt x="88" y="170"/>
                    <a:pt x="88" y="170"/>
                    <a:pt x="88" y="170"/>
                  </a:cubicBezTo>
                  <a:cubicBezTo>
                    <a:pt x="75" y="164"/>
                    <a:pt x="75" y="164"/>
                    <a:pt x="75" y="164"/>
                  </a:cubicBezTo>
                  <a:cubicBezTo>
                    <a:pt x="72" y="166"/>
                    <a:pt x="72" y="166"/>
                    <a:pt x="72" y="166"/>
                  </a:cubicBezTo>
                  <a:cubicBezTo>
                    <a:pt x="57" y="172"/>
                    <a:pt x="52" y="174"/>
                    <a:pt x="51" y="175"/>
                  </a:cubicBezTo>
                  <a:cubicBezTo>
                    <a:pt x="38" y="162"/>
                    <a:pt x="38" y="162"/>
                    <a:pt x="38" y="162"/>
                  </a:cubicBezTo>
                  <a:cubicBezTo>
                    <a:pt x="39" y="158"/>
                    <a:pt x="44" y="146"/>
                    <a:pt x="46" y="141"/>
                  </a:cubicBezTo>
                  <a:cubicBezTo>
                    <a:pt x="48" y="138"/>
                    <a:pt x="48" y="138"/>
                    <a:pt x="48" y="138"/>
                  </a:cubicBezTo>
                  <a:cubicBezTo>
                    <a:pt x="42" y="125"/>
                    <a:pt x="42" y="125"/>
                    <a:pt x="42" y="125"/>
                  </a:cubicBezTo>
                  <a:cubicBezTo>
                    <a:pt x="39" y="123"/>
                    <a:pt x="39" y="123"/>
                    <a:pt x="39" y="123"/>
                  </a:cubicBezTo>
                  <a:cubicBezTo>
                    <a:pt x="34" y="122"/>
                    <a:pt x="22" y="117"/>
                    <a:pt x="17" y="115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22" y="95"/>
                    <a:pt x="33" y="91"/>
                    <a:pt x="39" y="88"/>
                  </a:cubicBezTo>
                  <a:cubicBezTo>
                    <a:pt x="42" y="87"/>
                    <a:pt x="42" y="87"/>
                    <a:pt x="42" y="87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46" y="71"/>
                    <a:pt x="46" y="71"/>
                    <a:pt x="46" y="71"/>
                  </a:cubicBezTo>
                  <a:cubicBezTo>
                    <a:pt x="44" y="66"/>
                    <a:pt x="39" y="55"/>
                    <a:pt x="37" y="50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2" y="38"/>
                    <a:pt x="57" y="40"/>
                    <a:pt x="72" y="46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90" y="38"/>
                    <a:pt x="90" y="38"/>
                    <a:pt x="90" y="38"/>
                  </a:cubicBezTo>
                  <a:cubicBezTo>
                    <a:pt x="91" y="34"/>
                    <a:pt x="96" y="22"/>
                    <a:pt x="98" y="18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9" y="22"/>
                    <a:pt x="124" y="34"/>
                    <a:pt x="125" y="39"/>
                  </a:cubicBezTo>
                  <a:cubicBezTo>
                    <a:pt x="127" y="42"/>
                    <a:pt x="127" y="42"/>
                    <a:pt x="127" y="42"/>
                  </a:cubicBezTo>
                  <a:cubicBezTo>
                    <a:pt x="140" y="47"/>
                    <a:pt x="140" y="47"/>
                    <a:pt x="140" y="47"/>
                  </a:cubicBezTo>
                  <a:cubicBezTo>
                    <a:pt x="144" y="46"/>
                    <a:pt x="144" y="46"/>
                    <a:pt x="144" y="46"/>
                  </a:cubicBezTo>
                  <a:cubicBezTo>
                    <a:pt x="158" y="39"/>
                    <a:pt x="163" y="37"/>
                    <a:pt x="165" y="37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6" y="54"/>
                    <a:pt x="171" y="66"/>
                    <a:pt x="169" y="70"/>
                  </a:cubicBezTo>
                  <a:cubicBezTo>
                    <a:pt x="167" y="74"/>
                    <a:pt x="167" y="74"/>
                    <a:pt x="167" y="74"/>
                  </a:cubicBezTo>
                  <a:cubicBezTo>
                    <a:pt x="173" y="87"/>
                    <a:pt x="173" y="87"/>
                    <a:pt x="173" y="87"/>
                  </a:cubicBezTo>
                  <a:cubicBezTo>
                    <a:pt x="177" y="88"/>
                    <a:pt x="177" y="88"/>
                    <a:pt x="177" y="88"/>
                  </a:cubicBezTo>
                  <a:cubicBezTo>
                    <a:pt x="181" y="90"/>
                    <a:pt x="193" y="94"/>
                    <a:pt x="198" y="97"/>
                  </a:cubicBezTo>
                  <a:cubicBezTo>
                    <a:pt x="198" y="114"/>
                    <a:pt x="198" y="114"/>
                    <a:pt x="198" y="114"/>
                  </a:cubicBezTo>
                  <a:cubicBezTo>
                    <a:pt x="194" y="117"/>
                    <a:pt x="181" y="121"/>
                    <a:pt x="176" y="123"/>
                  </a:cubicBezTo>
                  <a:cubicBezTo>
                    <a:pt x="173" y="125"/>
                    <a:pt x="173" y="125"/>
                    <a:pt x="173" y="125"/>
                  </a:cubicBezTo>
                  <a:cubicBezTo>
                    <a:pt x="167" y="138"/>
                    <a:pt x="167" y="138"/>
                    <a:pt x="167" y="138"/>
                  </a:cubicBezTo>
                  <a:cubicBezTo>
                    <a:pt x="169" y="141"/>
                    <a:pt x="169" y="141"/>
                    <a:pt x="169" y="141"/>
                  </a:cubicBezTo>
                  <a:cubicBezTo>
                    <a:pt x="171" y="145"/>
                    <a:pt x="177" y="157"/>
                    <a:pt x="178" y="162"/>
                  </a:cubicBezTo>
                  <a:lnTo>
                    <a:pt x="165" y="174"/>
                  </a:lnTo>
                  <a:close/>
                  <a:moveTo>
                    <a:pt x="165" y="174"/>
                  </a:moveTo>
                  <a:cubicBezTo>
                    <a:pt x="165" y="174"/>
                    <a:pt x="165" y="174"/>
                    <a:pt x="165" y="174"/>
                  </a:cubicBezTo>
                </a:path>
              </a:pathLst>
            </a:custGeom>
            <a:grpFill/>
            <a:ln>
              <a:solidFill>
                <a:schemeClr val="accent2"/>
              </a:solidFill>
              <a:headEnd/>
              <a:tailEnd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3" name="Freeform 18">
              <a:extLst>
                <a:ext uri="{FF2B5EF4-FFF2-40B4-BE49-F238E27FC236}">
                  <a16:creationId xmlns:a16="http://schemas.microsoft.com/office/drawing/2014/main" id="{64ADD3D4-0E39-48E9-BBF3-DE42F83450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03413" y="744538"/>
              <a:ext cx="242888" cy="239713"/>
            </a:xfrm>
            <a:custGeom>
              <a:avLst/>
              <a:gdLst/>
              <a:ahLst/>
              <a:cxnLst>
                <a:cxn ang="0">
                  <a:pos x="32" y="0"/>
                </a:cxn>
                <a:cxn ang="0">
                  <a:pos x="0" y="32"/>
                </a:cxn>
                <a:cxn ang="0">
                  <a:pos x="32" y="63"/>
                </a:cxn>
                <a:cxn ang="0">
                  <a:pos x="64" y="32"/>
                </a:cxn>
                <a:cxn ang="0">
                  <a:pos x="32" y="0"/>
                </a:cxn>
                <a:cxn ang="0">
                  <a:pos x="32" y="46"/>
                </a:cxn>
                <a:cxn ang="0">
                  <a:pos x="17" y="32"/>
                </a:cxn>
                <a:cxn ang="0">
                  <a:pos x="32" y="18"/>
                </a:cxn>
                <a:cxn ang="0">
                  <a:pos x="46" y="32"/>
                </a:cxn>
                <a:cxn ang="0">
                  <a:pos x="32" y="46"/>
                </a:cxn>
                <a:cxn ang="0">
                  <a:pos x="32" y="46"/>
                </a:cxn>
                <a:cxn ang="0">
                  <a:pos x="32" y="46"/>
                </a:cxn>
              </a:cxnLst>
              <a:rect l="0" t="0" r="r" b="b"/>
              <a:pathLst>
                <a:path w="64" h="63">
                  <a:moveTo>
                    <a:pt x="32" y="0"/>
                  </a:moveTo>
                  <a:cubicBezTo>
                    <a:pt x="14" y="0"/>
                    <a:pt x="0" y="15"/>
                    <a:pt x="0" y="32"/>
                  </a:cubicBezTo>
                  <a:cubicBezTo>
                    <a:pt x="0" y="49"/>
                    <a:pt x="14" y="63"/>
                    <a:pt x="32" y="63"/>
                  </a:cubicBezTo>
                  <a:cubicBezTo>
                    <a:pt x="49" y="63"/>
                    <a:pt x="64" y="49"/>
                    <a:pt x="64" y="32"/>
                  </a:cubicBezTo>
                  <a:cubicBezTo>
                    <a:pt x="64" y="15"/>
                    <a:pt x="49" y="0"/>
                    <a:pt x="32" y="0"/>
                  </a:cubicBezTo>
                  <a:close/>
                  <a:moveTo>
                    <a:pt x="32" y="46"/>
                  </a:moveTo>
                  <a:cubicBezTo>
                    <a:pt x="24" y="46"/>
                    <a:pt x="17" y="40"/>
                    <a:pt x="17" y="32"/>
                  </a:cubicBezTo>
                  <a:cubicBezTo>
                    <a:pt x="17" y="24"/>
                    <a:pt x="24" y="18"/>
                    <a:pt x="32" y="18"/>
                  </a:cubicBezTo>
                  <a:cubicBezTo>
                    <a:pt x="40" y="18"/>
                    <a:pt x="46" y="24"/>
                    <a:pt x="46" y="32"/>
                  </a:cubicBezTo>
                  <a:cubicBezTo>
                    <a:pt x="46" y="40"/>
                    <a:pt x="40" y="46"/>
                    <a:pt x="32" y="46"/>
                  </a:cubicBezTo>
                  <a:close/>
                  <a:moveTo>
                    <a:pt x="32" y="46"/>
                  </a:moveTo>
                  <a:cubicBezTo>
                    <a:pt x="32" y="46"/>
                    <a:pt x="32" y="46"/>
                    <a:pt x="32" y="46"/>
                  </a:cubicBezTo>
                </a:path>
              </a:pathLst>
            </a:custGeom>
            <a:grpFill/>
            <a:ln>
              <a:solidFill>
                <a:schemeClr val="accent2"/>
              </a:solidFill>
              <a:headEnd/>
              <a:tailEnd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4" name="Freeform 19">
              <a:extLst>
                <a:ext uri="{FF2B5EF4-FFF2-40B4-BE49-F238E27FC236}">
                  <a16:creationId xmlns:a16="http://schemas.microsoft.com/office/drawing/2014/main" id="{8BF47E62-CB37-4AB6-8AAB-7C0C255A00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14588" y="903288"/>
              <a:ext cx="374650" cy="369888"/>
            </a:xfrm>
            <a:custGeom>
              <a:avLst/>
              <a:gdLst/>
              <a:ahLst/>
              <a:cxnLst>
                <a:cxn ang="0">
                  <a:pos x="87" y="17"/>
                </a:cxn>
                <a:cxn ang="0">
                  <a:pos x="76" y="9"/>
                </a:cxn>
                <a:cxn ang="0">
                  <a:pos x="54" y="0"/>
                </a:cxn>
                <a:cxn ang="0">
                  <a:pos x="34" y="13"/>
                </a:cxn>
                <a:cxn ang="0">
                  <a:pos x="18" y="11"/>
                </a:cxn>
                <a:cxn ang="0">
                  <a:pos x="13" y="34"/>
                </a:cxn>
                <a:cxn ang="0">
                  <a:pos x="0" y="53"/>
                </a:cxn>
                <a:cxn ang="0">
                  <a:pos x="11" y="80"/>
                </a:cxn>
                <a:cxn ang="0">
                  <a:pos x="23" y="88"/>
                </a:cxn>
                <a:cxn ang="0">
                  <a:pos x="45" y="97"/>
                </a:cxn>
                <a:cxn ang="0">
                  <a:pos x="64" y="84"/>
                </a:cxn>
                <a:cxn ang="0">
                  <a:pos x="81" y="86"/>
                </a:cxn>
                <a:cxn ang="0">
                  <a:pos x="86" y="63"/>
                </a:cxn>
                <a:cxn ang="0">
                  <a:pos x="99" y="44"/>
                </a:cxn>
                <a:cxn ang="0">
                  <a:pos x="91" y="52"/>
                </a:cxn>
                <a:cxn ang="0">
                  <a:pos x="79" y="57"/>
                </a:cxn>
                <a:cxn ang="0">
                  <a:pos x="78" y="65"/>
                </a:cxn>
                <a:cxn ang="0">
                  <a:pos x="76" y="80"/>
                </a:cxn>
                <a:cxn ang="0">
                  <a:pos x="64" y="75"/>
                </a:cxn>
                <a:cxn ang="0">
                  <a:pos x="58" y="79"/>
                </a:cxn>
                <a:cxn ang="0">
                  <a:pos x="45" y="89"/>
                </a:cxn>
                <a:cxn ang="0">
                  <a:pos x="41" y="78"/>
                </a:cxn>
                <a:cxn ang="0">
                  <a:pos x="33" y="76"/>
                </a:cxn>
                <a:cxn ang="0">
                  <a:pos x="17" y="74"/>
                </a:cxn>
                <a:cxn ang="0">
                  <a:pos x="22" y="63"/>
                </a:cxn>
                <a:cxn ang="0">
                  <a:pos x="18" y="57"/>
                </a:cxn>
                <a:cxn ang="0">
                  <a:pos x="8" y="45"/>
                </a:cxn>
                <a:cxn ang="0">
                  <a:pos x="19" y="40"/>
                </a:cxn>
                <a:cxn ang="0">
                  <a:pos x="21" y="32"/>
                </a:cxn>
                <a:cxn ang="0">
                  <a:pos x="23" y="17"/>
                </a:cxn>
                <a:cxn ang="0">
                  <a:pos x="34" y="22"/>
                </a:cxn>
                <a:cxn ang="0">
                  <a:pos x="41" y="18"/>
                </a:cxn>
                <a:cxn ang="0">
                  <a:pos x="53" y="8"/>
                </a:cxn>
                <a:cxn ang="0">
                  <a:pos x="58" y="19"/>
                </a:cxn>
                <a:cxn ang="0">
                  <a:pos x="66" y="21"/>
                </a:cxn>
                <a:cxn ang="0">
                  <a:pos x="81" y="23"/>
                </a:cxn>
                <a:cxn ang="0">
                  <a:pos x="77" y="34"/>
                </a:cxn>
                <a:cxn ang="0">
                  <a:pos x="81" y="41"/>
                </a:cxn>
                <a:cxn ang="0">
                  <a:pos x="91" y="52"/>
                </a:cxn>
                <a:cxn ang="0">
                  <a:pos x="91" y="52"/>
                </a:cxn>
              </a:cxnLst>
              <a:rect l="0" t="0" r="r" b="b"/>
              <a:pathLst>
                <a:path w="99" h="97">
                  <a:moveTo>
                    <a:pt x="86" y="34"/>
                  </a:moveTo>
                  <a:cubicBezTo>
                    <a:pt x="90" y="24"/>
                    <a:pt x="91" y="21"/>
                    <a:pt x="87" y="17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79" y="10"/>
                    <a:pt x="78" y="9"/>
                    <a:pt x="76" y="9"/>
                  </a:cubicBezTo>
                  <a:cubicBezTo>
                    <a:pt x="75" y="9"/>
                    <a:pt x="73" y="9"/>
                    <a:pt x="64" y="13"/>
                  </a:cubicBezTo>
                  <a:cubicBezTo>
                    <a:pt x="60" y="3"/>
                    <a:pt x="59" y="0"/>
                    <a:pt x="54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38" y="3"/>
                    <a:pt x="34" y="13"/>
                  </a:cubicBezTo>
                  <a:cubicBezTo>
                    <a:pt x="25" y="9"/>
                    <a:pt x="24" y="9"/>
                    <a:pt x="23" y="9"/>
                  </a:cubicBezTo>
                  <a:cubicBezTo>
                    <a:pt x="21" y="9"/>
                    <a:pt x="19" y="10"/>
                    <a:pt x="18" y="11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7" y="21"/>
                    <a:pt x="9" y="25"/>
                    <a:pt x="13" y="34"/>
                  </a:cubicBezTo>
                  <a:cubicBezTo>
                    <a:pt x="3" y="38"/>
                    <a:pt x="0" y="39"/>
                    <a:pt x="0" y="44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9"/>
                    <a:pt x="3" y="60"/>
                    <a:pt x="13" y="64"/>
                  </a:cubicBezTo>
                  <a:cubicBezTo>
                    <a:pt x="9" y="73"/>
                    <a:pt x="8" y="76"/>
                    <a:pt x="11" y="80"/>
                  </a:cubicBezTo>
                  <a:cubicBezTo>
                    <a:pt x="18" y="86"/>
                    <a:pt x="18" y="86"/>
                    <a:pt x="18" y="86"/>
                  </a:cubicBezTo>
                  <a:cubicBezTo>
                    <a:pt x="19" y="87"/>
                    <a:pt x="21" y="88"/>
                    <a:pt x="23" y="88"/>
                  </a:cubicBezTo>
                  <a:cubicBezTo>
                    <a:pt x="24" y="88"/>
                    <a:pt x="25" y="88"/>
                    <a:pt x="35" y="84"/>
                  </a:cubicBezTo>
                  <a:cubicBezTo>
                    <a:pt x="38" y="94"/>
                    <a:pt x="40" y="97"/>
                    <a:pt x="45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9" y="97"/>
                    <a:pt x="61" y="94"/>
                    <a:pt x="64" y="84"/>
                  </a:cubicBezTo>
                  <a:cubicBezTo>
                    <a:pt x="74" y="88"/>
                    <a:pt x="75" y="88"/>
                    <a:pt x="76" y="88"/>
                  </a:cubicBezTo>
                  <a:cubicBezTo>
                    <a:pt x="78" y="88"/>
                    <a:pt x="80" y="87"/>
                    <a:pt x="81" y="86"/>
                  </a:cubicBezTo>
                  <a:cubicBezTo>
                    <a:pt x="88" y="79"/>
                    <a:pt x="88" y="79"/>
                    <a:pt x="88" y="79"/>
                  </a:cubicBezTo>
                  <a:cubicBezTo>
                    <a:pt x="91" y="76"/>
                    <a:pt x="90" y="72"/>
                    <a:pt x="86" y="63"/>
                  </a:cubicBezTo>
                  <a:cubicBezTo>
                    <a:pt x="95" y="59"/>
                    <a:pt x="99" y="58"/>
                    <a:pt x="99" y="53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39"/>
                    <a:pt x="95" y="37"/>
                    <a:pt x="86" y="34"/>
                  </a:cubicBezTo>
                  <a:close/>
                  <a:moveTo>
                    <a:pt x="91" y="52"/>
                  </a:moveTo>
                  <a:cubicBezTo>
                    <a:pt x="89" y="54"/>
                    <a:pt x="83" y="56"/>
                    <a:pt x="81" y="57"/>
                  </a:cubicBezTo>
                  <a:cubicBezTo>
                    <a:pt x="79" y="57"/>
                    <a:pt x="79" y="57"/>
                    <a:pt x="79" y="57"/>
                  </a:cubicBezTo>
                  <a:cubicBezTo>
                    <a:pt x="77" y="63"/>
                    <a:pt x="77" y="63"/>
                    <a:pt x="77" y="63"/>
                  </a:cubicBezTo>
                  <a:cubicBezTo>
                    <a:pt x="78" y="65"/>
                    <a:pt x="78" y="65"/>
                    <a:pt x="78" y="65"/>
                  </a:cubicBezTo>
                  <a:cubicBezTo>
                    <a:pt x="78" y="67"/>
                    <a:pt x="81" y="72"/>
                    <a:pt x="82" y="74"/>
                  </a:cubicBezTo>
                  <a:cubicBezTo>
                    <a:pt x="76" y="80"/>
                    <a:pt x="76" y="80"/>
                    <a:pt x="76" y="80"/>
                  </a:cubicBezTo>
                  <a:cubicBezTo>
                    <a:pt x="75" y="80"/>
                    <a:pt x="72" y="79"/>
                    <a:pt x="66" y="76"/>
                  </a:cubicBezTo>
                  <a:cubicBezTo>
                    <a:pt x="64" y="75"/>
                    <a:pt x="64" y="75"/>
                    <a:pt x="64" y="75"/>
                  </a:cubicBezTo>
                  <a:cubicBezTo>
                    <a:pt x="58" y="78"/>
                    <a:pt x="58" y="78"/>
                    <a:pt x="58" y="78"/>
                  </a:cubicBezTo>
                  <a:cubicBezTo>
                    <a:pt x="58" y="79"/>
                    <a:pt x="58" y="79"/>
                    <a:pt x="58" y="79"/>
                  </a:cubicBezTo>
                  <a:cubicBezTo>
                    <a:pt x="57" y="81"/>
                    <a:pt x="55" y="87"/>
                    <a:pt x="54" y="89"/>
                  </a:cubicBezTo>
                  <a:cubicBezTo>
                    <a:pt x="45" y="89"/>
                    <a:pt x="45" y="89"/>
                    <a:pt x="45" y="89"/>
                  </a:cubicBezTo>
                  <a:cubicBezTo>
                    <a:pt x="44" y="87"/>
                    <a:pt x="42" y="82"/>
                    <a:pt x="41" y="79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26" y="79"/>
                    <a:pt x="24" y="80"/>
                    <a:pt x="23" y="80"/>
                  </a:cubicBezTo>
                  <a:cubicBezTo>
                    <a:pt x="17" y="74"/>
                    <a:pt x="17" y="74"/>
                    <a:pt x="17" y="74"/>
                  </a:cubicBezTo>
                  <a:cubicBezTo>
                    <a:pt x="18" y="72"/>
                    <a:pt x="20" y="67"/>
                    <a:pt x="21" y="65"/>
                  </a:cubicBezTo>
                  <a:cubicBezTo>
                    <a:pt x="22" y="63"/>
                    <a:pt x="22" y="63"/>
                    <a:pt x="22" y="63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6" y="56"/>
                    <a:pt x="10" y="54"/>
                    <a:pt x="8" y="53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10" y="44"/>
                    <a:pt x="15" y="42"/>
                    <a:pt x="18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0" y="31"/>
                    <a:pt x="18" y="25"/>
                    <a:pt x="17" y="23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4" y="18"/>
                    <a:pt x="26" y="18"/>
                    <a:pt x="33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41" y="18"/>
                    <a:pt x="41" y="18"/>
                    <a:pt x="41" y="18"/>
                  </a:cubicBezTo>
                  <a:cubicBezTo>
                    <a:pt x="42" y="16"/>
                    <a:pt x="44" y="10"/>
                    <a:pt x="45" y="8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4" y="10"/>
                    <a:pt x="57" y="16"/>
                    <a:pt x="58" y="18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64" y="22"/>
                    <a:pt x="64" y="22"/>
                    <a:pt x="64" y="22"/>
                  </a:cubicBezTo>
                  <a:cubicBezTo>
                    <a:pt x="66" y="21"/>
                    <a:pt x="66" y="21"/>
                    <a:pt x="66" y="21"/>
                  </a:cubicBezTo>
                  <a:cubicBezTo>
                    <a:pt x="72" y="18"/>
                    <a:pt x="75" y="17"/>
                    <a:pt x="75" y="17"/>
                  </a:cubicBezTo>
                  <a:cubicBezTo>
                    <a:pt x="81" y="23"/>
                    <a:pt x="81" y="23"/>
                    <a:pt x="81" y="23"/>
                  </a:cubicBezTo>
                  <a:cubicBezTo>
                    <a:pt x="81" y="25"/>
                    <a:pt x="78" y="30"/>
                    <a:pt x="77" y="32"/>
                  </a:cubicBezTo>
                  <a:cubicBezTo>
                    <a:pt x="77" y="34"/>
                    <a:pt x="77" y="34"/>
                    <a:pt x="77" y="34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81" y="41"/>
                    <a:pt x="81" y="41"/>
                    <a:pt x="81" y="41"/>
                  </a:cubicBezTo>
                  <a:cubicBezTo>
                    <a:pt x="83" y="41"/>
                    <a:pt x="89" y="43"/>
                    <a:pt x="91" y="44"/>
                  </a:cubicBezTo>
                  <a:lnTo>
                    <a:pt x="91" y="52"/>
                  </a:lnTo>
                  <a:close/>
                  <a:moveTo>
                    <a:pt x="91" y="52"/>
                  </a:moveTo>
                  <a:cubicBezTo>
                    <a:pt x="91" y="52"/>
                    <a:pt x="91" y="52"/>
                    <a:pt x="91" y="52"/>
                  </a:cubicBezTo>
                </a:path>
              </a:pathLst>
            </a:custGeom>
            <a:grpFill/>
            <a:ln>
              <a:solidFill>
                <a:schemeClr val="accent2"/>
              </a:solidFill>
              <a:headEnd/>
              <a:tailEnd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5" name="Freeform 20">
              <a:extLst>
                <a:ext uri="{FF2B5EF4-FFF2-40B4-BE49-F238E27FC236}">
                  <a16:creationId xmlns:a16="http://schemas.microsoft.com/office/drawing/2014/main" id="{DE699B18-B38B-4393-ACA7-07EE888F69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47938" y="1033463"/>
              <a:ext cx="109538" cy="10953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5"/>
                </a:cxn>
                <a:cxn ang="0">
                  <a:pos x="14" y="29"/>
                </a:cxn>
                <a:cxn ang="0">
                  <a:pos x="29" y="15"/>
                </a:cxn>
                <a:cxn ang="0">
                  <a:pos x="14" y="0"/>
                </a:cxn>
                <a:cxn ang="0">
                  <a:pos x="14" y="21"/>
                </a:cxn>
                <a:cxn ang="0">
                  <a:pos x="8" y="15"/>
                </a:cxn>
                <a:cxn ang="0">
                  <a:pos x="14" y="8"/>
                </a:cxn>
                <a:cxn ang="0">
                  <a:pos x="21" y="15"/>
                </a:cxn>
                <a:cxn ang="0">
                  <a:pos x="14" y="21"/>
                </a:cxn>
                <a:cxn ang="0">
                  <a:pos x="14" y="21"/>
                </a:cxn>
                <a:cxn ang="0">
                  <a:pos x="14" y="21"/>
                </a:cxn>
              </a:cxnLst>
              <a:rect l="0" t="0" r="r" b="b"/>
              <a:pathLst>
                <a:path w="29" h="29">
                  <a:moveTo>
                    <a:pt x="14" y="0"/>
                  </a:moveTo>
                  <a:cubicBezTo>
                    <a:pt x="6" y="0"/>
                    <a:pt x="0" y="7"/>
                    <a:pt x="0" y="15"/>
                  </a:cubicBezTo>
                  <a:cubicBezTo>
                    <a:pt x="0" y="23"/>
                    <a:pt x="6" y="29"/>
                    <a:pt x="14" y="29"/>
                  </a:cubicBezTo>
                  <a:cubicBezTo>
                    <a:pt x="22" y="29"/>
                    <a:pt x="29" y="23"/>
                    <a:pt x="29" y="15"/>
                  </a:cubicBezTo>
                  <a:cubicBezTo>
                    <a:pt x="29" y="7"/>
                    <a:pt x="22" y="0"/>
                    <a:pt x="14" y="0"/>
                  </a:cubicBezTo>
                  <a:close/>
                  <a:moveTo>
                    <a:pt x="14" y="21"/>
                  </a:moveTo>
                  <a:cubicBezTo>
                    <a:pt x="11" y="21"/>
                    <a:pt x="8" y="18"/>
                    <a:pt x="8" y="15"/>
                  </a:cubicBezTo>
                  <a:cubicBezTo>
                    <a:pt x="8" y="11"/>
                    <a:pt x="11" y="8"/>
                    <a:pt x="14" y="8"/>
                  </a:cubicBezTo>
                  <a:cubicBezTo>
                    <a:pt x="18" y="8"/>
                    <a:pt x="21" y="11"/>
                    <a:pt x="21" y="15"/>
                  </a:cubicBezTo>
                  <a:cubicBezTo>
                    <a:pt x="21" y="18"/>
                    <a:pt x="18" y="21"/>
                    <a:pt x="14" y="21"/>
                  </a:cubicBezTo>
                  <a:close/>
                  <a:moveTo>
                    <a:pt x="14" y="21"/>
                  </a:moveTo>
                  <a:cubicBezTo>
                    <a:pt x="14" y="21"/>
                    <a:pt x="14" y="21"/>
                    <a:pt x="14" y="21"/>
                  </a:cubicBezTo>
                </a:path>
              </a:pathLst>
            </a:custGeom>
            <a:grpFill/>
            <a:ln>
              <a:solidFill>
                <a:schemeClr val="accent2"/>
              </a:solidFill>
              <a:headEnd/>
              <a:tailEnd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26" name="Group 126">
            <a:extLst>
              <a:ext uri="{FF2B5EF4-FFF2-40B4-BE49-F238E27FC236}">
                <a16:creationId xmlns:a16="http://schemas.microsoft.com/office/drawing/2014/main" id="{3B4985B4-A8A7-4A2F-8D9F-A79A84AE83E8}"/>
              </a:ext>
            </a:extLst>
          </p:cNvPr>
          <p:cNvGrpSpPr/>
          <p:nvPr/>
        </p:nvGrpSpPr>
        <p:grpSpPr>
          <a:xfrm>
            <a:off x="7073339" y="3889848"/>
            <a:ext cx="367983" cy="253953"/>
            <a:chOff x="1616075" y="463551"/>
            <a:chExt cx="1173163" cy="809625"/>
          </a:xfrm>
          <a:solidFill>
            <a:schemeClr val="accent1">
              <a:lumMod val="75000"/>
            </a:schemeClr>
          </a:solidFill>
        </p:grpSpPr>
        <p:sp>
          <p:nvSpPr>
            <p:cNvPr id="227" name="Freeform 17">
              <a:extLst>
                <a:ext uri="{FF2B5EF4-FFF2-40B4-BE49-F238E27FC236}">
                  <a16:creationId xmlns:a16="http://schemas.microsoft.com/office/drawing/2014/main" id="{EF8E5EC2-9654-4758-A3CA-617243A389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16075" y="463551"/>
              <a:ext cx="814388" cy="804863"/>
            </a:xfrm>
            <a:custGeom>
              <a:avLst/>
              <a:gdLst/>
              <a:ahLst/>
              <a:cxnLst>
                <a:cxn ang="0">
                  <a:pos x="215" y="95"/>
                </a:cxn>
                <a:cxn ang="0">
                  <a:pos x="190" y="38"/>
                </a:cxn>
                <a:cxn ang="0">
                  <a:pos x="165" y="19"/>
                </a:cxn>
                <a:cxn ang="0">
                  <a:pos x="117" y="0"/>
                </a:cxn>
                <a:cxn ang="0">
                  <a:pos x="75" y="28"/>
                </a:cxn>
                <a:cxn ang="0">
                  <a:pos x="38" y="24"/>
                </a:cxn>
                <a:cxn ang="0">
                  <a:pos x="28" y="74"/>
                </a:cxn>
                <a:cxn ang="0">
                  <a:pos x="0" y="116"/>
                </a:cxn>
                <a:cxn ang="0">
                  <a:pos x="25" y="174"/>
                </a:cxn>
                <a:cxn ang="0">
                  <a:pos x="50" y="192"/>
                </a:cxn>
                <a:cxn ang="0">
                  <a:pos x="98" y="212"/>
                </a:cxn>
                <a:cxn ang="0">
                  <a:pos x="141" y="183"/>
                </a:cxn>
                <a:cxn ang="0">
                  <a:pos x="177" y="187"/>
                </a:cxn>
                <a:cxn ang="0">
                  <a:pos x="187" y="138"/>
                </a:cxn>
                <a:cxn ang="0">
                  <a:pos x="165" y="174"/>
                </a:cxn>
                <a:cxn ang="0">
                  <a:pos x="140" y="164"/>
                </a:cxn>
                <a:cxn ang="0">
                  <a:pos x="126" y="173"/>
                </a:cxn>
                <a:cxn ang="0">
                  <a:pos x="99" y="194"/>
                </a:cxn>
                <a:cxn ang="0">
                  <a:pos x="88" y="170"/>
                </a:cxn>
                <a:cxn ang="0">
                  <a:pos x="72" y="166"/>
                </a:cxn>
                <a:cxn ang="0">
                  <a:pos x="38" y="162"/>
                </a:cxn>
                <a:cxn ang="0">
                  <a:pos x="48" y="138"/>
                </a:cxn>
                <a:cxn ang="0">
                  <a:pos x="39" y="123"/>
                </a:cxn>
                <a:cxn ang="0">
                  <a:pos x="17" y="97"/>
                </a:cxn>
                <a:cxn ang="0">
                  <a:pos x="42" y="87"/>
                </a:cxn>
                <a:cxn ang="0">
                  <a:pos x="46" y="71"/>
                </a:cxn>
                <a:cxn ang="0">
                  <a:pos x="50" y="38"/>
                </a:cxn>
                <a:cxn ang="0">
                  <a:pos x="75" y="47"/>
                </a:cxn>
                <a:cxn ang="0">
                  <a:pos x="90" y="38"/>
                </a:cxn>
                <a:cxn ang="0">
                  <a:pos x="116" y="18"/>
                </a:cxn>
                <a:cxn ang="0">
                  <a:pos x="127" y="42"/>
                </a:cxn>
                <a:cxn ang="0">
                  <a:pos x="144" y="46"/>
                </a:cxn>
                <a:cxn ang="0">
                  <a:pos x="177" y="49"/>
                </a:cxn>
                <a:cxn ang="0">
                  <a:pos x="167" y="74"/>
                </a:cxn>
                <a:cxn ang="0">
                  <a:pos x="177" y="88"/>
                </a:cxn>
                <a:cxn ang="0">
                  <a:pos x="198" y="114"/>
                </a:cxn>
                <a:cxn ang="0">
                  <a:pos x="173" y="125"/>
                </a:cxn>
                <a:cxn ang="0">
                  <a:pos x="169" y="141"/>
                </a:cxn>
                <a:cxn ang="0">
                  <a:pos x="165" y="174"/>
                </a:cxn>
                <a:cxn ang="0">
                  <a:pos x="165" y="174"/>
                </a:cxn>
              </a:cxnLst>
              <a:rect l="0" t="0" r="r" b="b"/>
              <a:pathLst>
                <a:path w="215" h="212">
                  <a:moveTo>
                    <a:pt x="215" y="115"/>
                  </a:moveTo>
                  <a:cubicBezTo>
                    <a:pt x="215" y="95"/>
                    <a:pt x="215" y="95"/>
                    <a:pt x="215" y="95"/>
                  </a:cubicBezTo>
                  <a:cubicBezTo>
                    <a:pt x="215" y="84"/>
                    <a:pt x="209" y="81"/>
                    <a:pt x="187" y="73"/>
                  </a:cubicBezTo>
                  <a:cubicBezTo>
                    <a:pt x="196" y="52"/>
                    <a:pt x="198" y="45"/>
                    <a:pt x="190" y="38"/>
                  </a:cubicBezTo>
                  <a:cubicBezTo>
                    <a:pt x="176" y="24"/>
                    <a:pt x="176" y="24"/>
                    <a:pt x="176" y="24"/>
                  </a:cubicBezTo>
                  <a:cubicBezTo>
                    <a:pt x="173" y="21"/>
                    <a:pt x="169" y="19"/>
                    <a:pt x="165" y="19"/>
                  </a:cubicBezTo>
                  <a:cubicBezTo>
                    <a:pt x="163" y="19"/>
                    <a:pt x="160" y="19"/>
                    <a:pt x="140" y="28"/>
                  </a:cubicBezTo>
                  <a:cubicBezTo>
                    <a:pt x="131" y="7"/>
                    <a:pt x="128" y="0"/>
                    <a:pt x="117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86" y="0"/>
                    <a:pt x="83" y="6"/>
                    <a:pt x="75" y="28"/>
                  </a:cubicBezTo>
                  <a:cubicBezTo>
                    <a:pt x="55" y="20"/>
                    <a:pt x="52" y="20"/>
                    <a:pt x="49" y="20"/>
                  </a:cubicBezTo>
                  <a:cubicBezTo>
                    <a:pt x="45" y="20"/>
                    <a:pt x="41" y="22"/>
                    <a:pt x="38" y="24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16" y="46"/>
                    <a:pt x="19" y="54"/>
                    <a:pt x="28" y="74"/>
                  </a:cubicBezTo>
                  <a:cubicBezTo>
                    <a:pt x="6" y="82"/>
                    <a:pt x="0" y="85"/>
                    <a:pt x="0" y="96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27"/>
                    <a:pt x="7" y="130"/>
                    <a:pt x="28" y="138"/>
                  </a:cubicBezTo>
                  <a:cubicBezTo>
                    <a:pt x="19" y="159"/>
                    <a:pt x="17" y="166"/>
                    <a:pt x="25" y="174"/>
                  </a:cubicBezTo>
                  <a:cubicBezTo>
                    <a:pt x="39" y="188"/>
                    <a:pt x="39" y="188"/>
                    <a:pt x="39" y="188"/>
                  </a:cubicBezTo>
                  <a:cubicBezTo>
                    <a:pt x="42" y="191"/>
                    <a:pt x="46" y="192"/>
                    <a:pt x="50" y="192"/>
                  </a:cubicBezTo>
                  <a:cubicBezTo>
                    <a:pt x="53" y="192"/>
                    <a:pt x="55" y="192"/>
                    <a:pt x="75" y="184"/>
                  </a:cubicBezTo>
                  <a:cubicBezTo>
                    <a:pt x="84" y="205"/>
                    <a:pt x="87" y="212"/>
                    <a:pt x="98" y="212"/>
                  </a:cubicBezTo>
                  <a:cubicBezTo>
                    <a:pt x="118" y="212"/>
                    <a:pt x="118" y="212"/>
                    <a:pt x="118" y="212"/>
                  </a:cubicBezTo>
                  <a:cubicBezTo>
                    <a:pt x="129" y="212"/>
                    <a:pt x="132" y="206"/>
                    <a:pt x="141" y="183"/>
                  </a:cubicBezTo>
                  <a:cubicBezTo>
                    <a:pt x="161" y="192"/>
                    <a:pt x="164" y="192"/>
                    <a:pt x="166" y="192"/>
                  </a:cubicBezTo>
                  <a:cubicBezTo>
                    <a:pt x="170" y="192"/>
                    <a:pt x="174" y="190"/>
                    <a:pt x="177" y="187"/>
                  </a:cubicBezTo>
                  <a:cubicBezTo>
                    <a:pt x="191" y="173"/>
                    <a:pt x="191" y="173"/>
                    <a:pt x="191" y="173"/>
                  </a:cubicBezTo>
                  <a:cubicBezTo>
                    <a:pt x="199" y="165"/>
                    <a:pt x="196" y="158"/>
                    <a:pt x="187" y="138"/>
                  </a:cubicBezTo>
                  <a:cubicBezTo>
                    <a:pt x="209" y="130"/>
                    <a:pt x="215" y="126"/>
                    <a:pt x="215" y="115"/>
                  </a:cubicBezTo>
                  <a:close/>
                  <a:moveTo>
                    <a:pt x="165" y="174"/>
                  </a:moveTo>
                  <a:cubicBezTo>
                    <a:pt x="163" y="174"/>
                    <a:pt x="158" y="172"/>
                    <a:pt x="144" y="166"/>
                  </a:cubicBezTo>
                  <a:cubicBezTo>
                    <a:pt x="140" y="164"/>
                    <a:pt x="140" y="164"/>
                    <a:pt x="140" y="164"/>
                  </a:cubicBezTo>
                  <a:cubicBezTo>
                    <a:pt x="127" y="170"/>
                    <a:pt x="127" y="170"/>
                    <a:pt x="127" y="170"/>
                  </a:cubicBezTo>
                  <a:cubicBezTo>
                    <a:pt x="126" y="173"/>
                    <a:pt x="126" y="173"/>
                    <a:pt x="126" y="173"/>
                  </a:cubicBezTo>
                  <a:cubicBezTo>
                    <a:pt x="124" y="178"/>
                    <a:pt x="119" y="190"/>
                    <a:pt x="117" y="194"/>
                  </a:cubicBezTo>
                  <a:cubicBezTo>
                    <a:pt x="99" y="194"/>
                    <a:pt x="99" y="194"/>
                    <a:pt x="99" y="194"/>
                  </a:cubicBezTo>
                  <a:cubicBezTo>
                    <a:pt x="97" y="190"/>
                    <a:pt x="92" y="178"/>
                    <a:pt x="90" y="173"/>
                  </a:cubicBezTo>
                  <a:cubicBezTo>
                    <a:pt x="88" y="170"/>
                    <a:pt x="88" y="170"/>
                    <a:pt x="88" y="170"/>
                  </a:cubicBezTo>
                  <a:cubicBezTo>
                    <a:pt x="75" y="164"/>
                    <a:pt x="75" y="164"/>
                    <a:pt x="75" y="164"/>
                  </a:cubicBezTo>
                  <a:cubicBezTo>
                    <a:pt x="72" y="166"/>
                    <a:pt x="72" y="166"/>
                    <a:pt x="72" y="166"/>
                  </a:cubicBezTo>
                  <a:cubicBezTo>
                    <a:pt x="57" y="172"/>
                    <a:pt x="52" y="174"/>
                    <a:pt x="51" y="175"/>
                  </a:cubicBezTo>
                  <a:cubicBezTo>
                    <a:pt x="38" y="162"/>
                    <a:pt x="38" y="162"/>
                    <a:pt x="38" y="162"/>
                  </a:cubicBezTo>
                  <a:cubicBezTo>
                    <a:pt x="39" y="158"/>
                    <a:pt x="44" y="146"/>
                    <a:pt x="46" y="141"/>
                  </a:cubicBezTo>
                  <a:cubicBezTo>
                    <a:pt x="48" y="138"/>
                    <a:pt x="48" y="138"/>
                    <a:pt x="48" y="138"/>
                  </a:cubicBezTo>
                  <a:cubicBezTo>
                    <a:pt x="42" y="125"/>
                    <a:pt x="42" y="125"/>
                    <a:pt x="42" y="125"/>
                  </a:cubicBezTo>
                  <a:cubicBezTo>
                    <a:pt x="39" y="123"/>
                    <a:pt x="39" y="123"/>
                    <a:pt x="39" y="123"/>
                  </a:cubicBezTo>
                  <a:cubicBezTo>
                    <a:pt x="34" y="122"/>
                    <a:pt x="22" y="117"/>
                    <a:pt x="17" y="115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22" y="95"/>
                    <a:pt x="33" y="91"/>
                    <a:pt x="39" y="88"/>
                  </a:cubicBezTo>
                  <a:cubicBezTo>
                    <a:pt x="42" y="87"/>
                    <a:pt x="42" y="87"/>
                    <a:pt x="42" y="87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46" y="71"/>
                    <a:pt x="46" y="71"/>
                    <a:pt x="46" y="71"/>
                  </a:cubicBezTo>
                  <a:cubicBezTo>
                    <a:pt x="44" y="66"/>
                    <a:pt x="39" y="55"/>
                    <a:pt x="37" y="50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2" y="38"/>
                    <a:pt x="57" y="40"/>
                    <a:pt x="72" y="46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90" y="38"/>
                    <a:pt x="90" y="38"/>
                    <a:pt x="90" y="38"/>
                  </a:cubicBezTo>
                  <a:cubicBezTo>
                    <a:pt x="91" y="34"/>
                    <a:pt x="96" y="22"/>
                    <a:pt x="98" y="18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9" y="22"/>
                    <a:pt x="124" y="34"/>
                    <a:pt x="125" y="39"/>
                  </a:cubicBezTo>
                  <a:cubicBezTo>
                    <a:pt x="127" y="42"/>
                    <a:pt x="127" y="42"/>
                    <a:pt x="127" y="42"/>
                  </a:cubicBezTo>
                  <a:cubicBezTo>
                    <a:pt x="140" y="47"/>
                    <a:pt x="140" y="47"/>
                    <a:pt x="140" y="47"/>
                  </a:cubicBezTo>
                  <a:cubicBezTo>
                    <a:pt x="144" y="46"/>
                    <a:pt x="144" y="46"/>
                    <a:pt x="144" y="46"/>
                  </a:cubicBezTo>
                  <a:cubicBezTo>
                    <a:pt x="158" y="39"/>
                    <a:pt x="163" y="37"/>
                    <a:pt x="165" y="37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6" y="54"/>
                    <a:pt x="171" y="66"/>
                    <a:pt x="169" y="70"/>
                  </a:cubicBezTo>
                  <a:cubicBezTo>
                    <a:pt x="167" y="74"/>
                    <a:pt x="167" y="74"/>
                    <a:pt x="167" y="74"/>
                  </a:cubicBezTo>
                  <a:cubicBezTo>
                    <a:pt x="173" y="87"/>
                    <a:pt x="173" y="87"/>
                    <a:pt x="173" y="87"/>
                  </a:cubicBezTo>
                  <a:cubicBezTo>
                    <a:pt x="177" y="88"/>
                    <a:pt x="177" y="88"/>
                    <a:pt x="177" y="88"/>
                  </a:cubicBezTo>
                  <a:cubicBezTo>
                    <a:pt x="181" y="90"/>
                    <a:pt x="193" y="94"/>
                    <a:pt x="198" y="97"/>
                  </a:cubicBezTo>
                  <a:cubicBezTo>
                    <a:pt x="198" y="114"/>
                    <a:pt x="198" y="114"/>
                    <a:pt x="198" y="114"/>
                  </a:cubicBezTo>
                  <a:cubicBezTo>
                    <a:pt x="194" y="117"/>
                    <a:pt x="181" y="121"/>
                    <a:pt x="176" y="123"/>
                  </a:cubicBezTo>
                  <a:cubicBezTo>
                    <a:pt x="173" y="125"/>
                    <a:pt x="173" y="125"/>
                    <a:pt x="173" y="125"/>
                  </a:cubicBezTo>
                  <a:cubicBezTo>
                    <a:pt x="167" y="138"/>
                    <a:pt x="167" y="138"/>
                    <a:pt x="167" y="138"/>
                  </a:cubicBezTo>
                  <a:cubicBezTo>
                    <a:pt x="169" y="141"/>
                    <a:pt x="169" y="141"/>
                    <a:pt x="169" y="141"/>
                  </a:cubicBezTo>
                  <a:cubicBezTo>
                    <a:pt x="171" y="145"/>
                    <a:pt x="177" y="157"/>
                    <a:pt x="178" y="162"/>
                  </a:cubicBezTo>
                  <a:lnTo>
                    <a:pt x="165" y="174"/>
                  </a:lnTo>
                  <a:close/>
                  <a:moveTo>
                    <a:pt x="165" y="174"/>
                  </a:moveTo>
                  <a:cubicBezTo>
                    <a:pt x="165" y="174"/>
                    <a:pt x="165" y="174"/>
                    <a:pt x="165" y="174"/>
                  </a:cubicBezTo>
                </a:path>
              </a:pathLst>
            </a:custGeom>
            <a:grpFill/>
            <a:ln>
              <a:solidFill>
                <a:schemeClr val="accent2"/>
              </a:solidFill>
              <a:headEnd/>
              <a:tailEnd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8" name="Freeform 18">
              <a:extLst>
                <a:ext uri="{FF2B5EF4-FFF2-40B4-BE49-F238E27FC236}">
                  <a16:creationId xmlns:a16="http://schemas.microsoft.com/office/drawing/2014/main" id="{DB560F38-8C83-4909-A1BB-43729B5983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03413" y="744538"/>
              <a:ext cx="242888" cy="239713"/>
            </a:xfrm>
            <a:custGeom>
              <a:avLst/>
              <a:gdLst/>
              <a:ahLst/>
              <a:cxnLst>
                <a:cxn ang="0">
                  <a:pos x="32" y="0"/>
                </a:cxn>
                <a:cxn ang="0">
                  <a:pos x="0" y="32"/>
                </a:cxn>
                <a:cxn ang="0">
                  <a:pos x="32" y="63"/>
                </a:cxn>
                <a:cxn ang="0">
                  <a:pos x="64" y="32"/>
                </a:cxn>
                <a:cxn ang="0">
                  <a:pos x="32" y="0"/>
                </a:cxn>
                <a:cxn ang="0">
                  <a:pos x="32" y="46"/>
                </a:cxn>
                <a:cxn ang="0">
                  <a:pos x="17" y="32"/>
                </a:cxn>
                <a:cxn ang="0">
                  <a:pos x="32" y="18"/>
                </a:cxn>
                <a:cxn ang="0">
                  <a:pos x="46" y="32"/>
                </a:cxn>
                <a:cxn ang="0">
                  <a:pos x="32" y="46"/>
                </a:cxn>
                <a:cxn ang="0">
                  <a:pos x="32" y="46"/>
                </a:cxn>
                <a:cxn ang="0">
                  <a:pos x="32" y="46"/>
                </a:cxn>
              </a:cxnLst>
              <a:rect l="0" t="0" r="r" b="b"/>
              <a:pathLst>
                <a:path w="64" h="63">
                  <a:moveTo>
                    <a:pt x="32" y="0"/>
                  </a:moveTo>
                  <a:cubicBezTo>
                    <a:pt x="14" y="0"/>
                    <a:pt x="0" y="15"/>
                    <a:pt x="0" y="32"/>
                  </a:cubicBezTo>
                  <a:cubicBezTo>
                    <a:pt x="0" y="49"/>
                    <a:pt x="14" y="63"/>
                    <a:pt x="32" y="63"/>
                  </a:cubicBezTo>
                  <a:cubicBezTo>
                    <a:pt x="49" y="63"/>
                    <a:pt x="64" y="49"/>
                    <a:pt x="64" y="32"/>
                  </a:cubicBezTo>
                  <a:cubicBezTo>
                    <a:pt x="64" y="15"/>
                    <a:pt x="49" y="0"/>
                    <a:pt x="32" y="0"/>
                  </a:cubicBezTo>
                  <a:close/>
                  <a:moveTo>
                    <a:pt x="32" y="46"/>
                  </a:moveTo>
                  <a:cubicBezTo>
                    <a:pt x="24" y="46"/>
                    <a:pt x="17" y="40"/>
                    <a:pt x="17" y="32"/>
                  </a:cubicBezTo>
                  <a:cubicBezTo>
                    <a:pt x="17" y="24"/>
                    <a:pt x="24" y="18"/>
                    <a:pt x="32" y="18"/>
                  </a:cubicBezTo>
                  <a:cubicBezTo>
                    <a:pt x="40" y="18"/>
                    <a:pt x="46" y="24"/>
                    <a:pt x="46" y="32"/>
                  </a:cubicBezTo>
                  <a:cubicBezTo>
                    <a:pt x="46" y="40"/>
                    <a:pt x="40" y="46"/>
                    <a:pt x="32" y="46"/>
                  </a:cubicBezTo>
                  <a:close/>
                  <a:moveTo>
                    <a:pt x="32" y="46"/>
                  </a:moveTo>
                  <a:cubicBezTo>
                    <a:pt x="32" y="46"/>
                    <a:pt x="32" y="46"/>
                    <a:pt x="32" y="46"/>
                  </a:cubicBezTo>
                </a:path>
              </a:pathLst>
            </a:custGeom>
            <a:grpFill/>
            <a:ln>
              <a:solidFill>
                <a:schemeClr val="accent2"/>
              </a:solidFill>
              <a:headEnd/>
              <a:tailEnd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9" name="Freeform 19">
              <a:extLst>
                <a:ext uri="{FF2B5EF4-FFF2-40B4-BE49-F238E27FC236}">
                  <a16:creationId xmlns:a16="http://schemas.microsoft.com/office/drawing/2014/main" id="{A68A09D2-0472-4513-B869-AC3F4919E6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14588" y="903288"/>
              <a:ext cx="374650" cy="369888"/>
            </a:xfrm>
            <a:custGeom>
              <a:avLst/>
              <a:gdLst/>
              <a:ahLst/>
              <a:cxnLst>
                <a:cxn ang="0">
                  <a:pos x="87" y="17"/>
                </a:cxn>
                <a:cxn ang="0">
                  <a:pos x="76" y="9"/>
                </a:cxn>
                <a:cxn ang="0">
                  <a:pos x="54" y="0"/>
                </a:cxn>
                <a:cxn ang="0">
                  <a:pos x="34" y="13"/>
                </a:cxn>
                <a:cxn ang="0">
                  <a:pos x="18" y="11"/>
                </a:cxn>
                <a:cxn ang="0">
                  <a:pos x="13" y="34"/>
                </a:cxn>
                <a:cxn ang="0">
                  <a:pos x="0" y="53"/>
                </a:cxn>
                <a:cxn ang="0">
                  <a:pos x="11" y="80"/>
                </a:cxn>
                <a:cxn ang="0">
                  <a:pos x="23" y="88"/>
                </a:cxn>
                <a:cxn ang="0">
                  <a:pos x="45" y="97"/>
                </a:cxn>
                <a:cxn ang="0">
                  <a:pos x="64" y="84"/>
                </a:cxn>
                <a:cxn ang="0">
                  <a:pos x="81" y="86"/>
                </a:cxn>
                <a:cxn ang="0">
                  <a:pos x="86" y="63"/>
                </a:cxn>
                <a:cxn ang="0">
                  <a:pos x="99" y="44"/>
                </a:cxn>
                <a:cxn ang="0">
                  <a:pos x="91" y="52"/>
                </a:cxn>
                <a:cxn ang="0">
                  <a:pos x="79" y="57"/>
                </a:cxn>
                <a:cxn ang="0">
                  <a:pos x="78" y="65"/>
                </a:cxn>
                <a:cxn ang="0">
                  <a:pos x="76" y="80"/>
                </a:cxn>
                <a:cxn ang="0">
                  <a:pos x="64" y="75"/>
                </a:cxn>
                <a:cxn ang="0">
                  <a:pos x="58" y="79"/>
                </a:cxn>
                <a:cxn ang="0">
                  <a:pos x="45" y="89"/>
                </a:cxn>
                <a:cxn ang="0">
                  <a:pos x="41" y="78"/>
                </a:cxn>
                <a:cxn ang="0">
                  <a:pos x="33" y="76"/>
                </a:cxn>
                <a:cxn ang="0">
                  <a:pos x="17" y="74"/>
                </a:cxn>
                <a:cxn ang="0">
                  <a:pos x="22" y="63"/>
                </a:cxn>
                <a:cxn ang="0">
                  <a:pos x="18" y="57"/>
                </a:cxn>
                <a:cxn ang="0">
                  <a:pos x="8" y="45"/>
                </a:cxn>
                <a:cxn ang="0">
                  <a:pos x="19" y="40"/>
                </a:cxn>
                <a:cxn ang="0">
                  <a:pos x="21" y="32"/>
                </a:cxn>
                <a:cxn ang="0">
                  <a:pos x="23" y="17"/>
                </a:cxn>
                <a:cxn ang="0">
                  <a:pos x="34" y="22"/>
                </a:cxn>
                <a:cxn ang="0">
                  <a:pos x="41" y="18"/>
                </a:cxn>
                <a:cxn ang="0">
                  <a:pos x="53" y="8"/>
                </a:cxn>
                <a:cxn ang="0">
                  <a:pos x="58" y="19"/>
                </a:cxn>
                <a:cxn ang="0">
                  <a:pos x="66" y="21"/>
                </a:cxn>
                <a:cxn ang="0">
                  <a:pos x="81" y="23"/>
                </a:cxn>
                <a:cxn ang="0">
                  <a:pos x="77" y="34"/>
                </a:cxn>
                <a:cxn ang="0">
                  <a:pos x="81" y="41"/>
                </a:cxn>
                <a:cxn ang="0">
                  <a:pos x="91" y="52"/>
                </a:cxn>
                <a:cxn ang="0">
                  <a:pos x="91" y="52"/>
                </a:cxn>
              </a:cxnLst>
              <a:rect l="0" t="0" r="r" b="b"/>
              <a:pathLst>
                <a:path w="99" h="97">
                  <a:moveTo>
                    <a:pt x="86" y="34"/>
                  </a:moveTo>
                  <a:cubicBezTo>
                    <a:pt x="90" y="24"/>
                    <a:pt x="91" y="21"/>
                    <a:pt x="87" y="17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79" y="10"/>
                    <a:pt x="78" y="9"/>
                    <a:pt x="76" y="9"/>
                  </a:cubicBezTo>
                  <a:cubicBezTo>
                    <a:pt x="75" y="9"/>
                    <a:pt x="73" y="9"/>
                    <a:pt x="64" y="13"/>
                  </a:cubicBezTo>
                  <a:cubicBezTo>
                    <a:pt x="60" y="3"/>
                    <a:pt x="59" y="0"/>
                    <a:pt x="54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38" y="3"/>
                    <a:pt x="34" y="13"/>
                  </a:cubicBezTo>
                  <a:cubicBezTo>
                    <a:pt x="25" y="9"/>
                    <a:pt x="24" y="9"/>
                    <a:pt x="23" y="9"/>
                  </a:cubicBezTo>
                  <a:cubicBezTo>
                    <a:pt x="21" y="9"/>
                    <a:pt x="19" y="10"/>
                    <a:pt x="18" y="11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7" y="21"/>
                    <a:pt x="9" y="25"/>
                    <a:pt x="13" y="34"/>
                  </a:cubicBezTo>
                  <a:cubicBezTo>
                    <a:pt x="3" y="38"/>
                    <a:pt x="0" y="39"/>
                    <a:pt x="0" y="44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9"/>
                    <a:pt x="3" y="60"/>
                    <a:pt x="13" y="64"/>
                  </a:cubicBezTo>
                  <a:cubicBezTo>
                    <a:pt x="9" y="73"/>
                    <a:pt x="8" y="76"/>
                    <a:pt x="11" y="80"/>
                  </a:cubicBezTo>
                  <a:cubicBezTo>
                    <a:pt x="18" y="86"/>
                    <a:pt x="18" y="86"/>
                    <a:pt x="18" y="86"/>
                  </a:cubicBezTo>
                  <a:cubicBezTo>
                    <a:pt x="19" y="87"/>
                    <a:pt x="21" y="88"/>
                    <a:pt x="23" y="88"/>
                  </a:cubicBezTo>
                  <a:cubicBezTo>
                    <a:pt x="24" y="88"/>
                    <a:pt x="25" y="88"/>
                    <a:pt x="35" y="84"/>
                  </a:cubicBezTo>
                  <a:cubicBezTo>
                    <a:pt x="38" y="94"/>
                    <a:pt x="40" y="97"/>
                    <a:pt x="45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9" y="97"/>
                    <a:pt x="61" y="94"/>
                    <a:pt x="64" y="84"/>
                  </a:cubicBezTo>
                  <a:cubicBezTo>
                    <a:pt x="74" y="88"/>
                    <a:pt x="75" y="88"/>
                    <a:pt x="76" y="88"/>
                  </a:cubicBezTo>
                  <a:cubicBezTo>
                    <a:pt x="78" y="88"/>
                    <a:pt x="80" y="87"/>
                    <a:pt x="81" y="86"/>
                  </a:cubicBezTo>
                  <a:cubicBezTo>
                    <a:pt x="88" y="79"/>
                    <a:pt x="88" y="79"/>
                    <a:pt x="88" y="79"/>
                  </a:cubicBezTo>
                  <a:cubicBezTo>
                    <a:pt x="91" y="76"/>
                    <a:pt x="90" y="72"/>
                    <a:pt x="86" y="63"/>
                  </a:cubicBezTo>
                  <a:cubicBezTo>
                    <a:pt x="95" y="59"/>
                    <a:pt x="99" y="58"/>
                    <a:pt x="99" y="53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39"/>
                    <a:pt x="95" y="37"/>
                    <a:pt x="86" y="34"/>
                  </a:cubicBezTo>
                  <a:close/>
                  <a:moveTo>
                    <a:pt x="91" y="52"/>
                  </a:moveTo>
                  <a:cubicBezTo>
                    <a:pt x="89" y="54"/>
                    <a:pt x="83" y="56"/>
                    <a:pt x="81" y="57"/>
                  </a:cubicBezTo>
                  <a:cubicBezTo>
                    <a:pt x="79" y="57"/>
                    <a:pt x="79" y="57"/>
                    <a:pt x="79" y="57"/>
                  </a:cubicBezTo>
                  <a:cubicBezTo>
                    <a:pt x="77" y="63"/>
                    <a:pt x="77" y="63"/>
                    <a:pt x="77" y="63"/>
                  </a:cubicBezTo>
                  <a:cubicBezTo>
                    <a:pt x="78" y="65"/>
                    <a:pt x="78" y="65"/>
                    <a:pt x="78" y="65"/>
                  </a:cubicBezTo>
                  <a:cubicBezTo>
                    <a:pt x="78" y="67"/>
                    <a:pt x="81" y="72"/>
                    <a:pt x="82" y="74"/>
                  </a:cubicBezTo>
                  <a:cubicBezTo>
                    <a:pt x="76" y="80"/>
                    <a:pt x="76" y="80"/>
                    <a:pt x="76" y="80"/>
                  </a:cubicBezTo>
                  <a:cubicBezTo>
                    <a:pt x="75" y="80"/>
                    <a:pt x="72" y="79"/>
                    <a:pt x="66" y="76"/>
                  </a:cubicBezTo>
                  <a:cubicBezTo>
                    <a:pt x="64" y="75"/>
                    <a:pt x="64" y="75"/>
                    <a:pt x="64" y="75"/>
                  </a:cubicBezTo>
                  <a:cubicBezTo>
                    <a:pt x="58" y="78"/>
                    <a:pt x="58" y="78"/>
                    <a:pt x="58" y="78"/>
                  </a:cubicBezTo>
                  <a:cubicBezTo>
                    <a:pt x="58" y="79"/>
                    <a:pt x="58" y="79"/>
                    <a:pt x="58" y="79"/>
                  </a:cubicBezTo>
                  <a:cubicBezTo>
                    <a:pt x="57" y="81"/>
                    <a:pt x="55" y="87"/>
                    <a:pt x="54" y="89"/>
                  </a:cubicBezTo>
                  <a:cubicBezTo>
                    <a:pt x="45" y="89"/>
                    <a:pt x="45" y="89"/>
                    <a:pt x="45" y="89"/>
                  </a:cubicBezTo>
                  <a:cubicBezTo>
                    <a:pt x="44" y="87"/>
                    <a:pt x="42" y="82"/>
                    <a:pt x="41" y="79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26" y="79"/>
                    <a:pt x="24" y="80"/>
                    <a:pt x="23" y="80"/>
                  </a:cubicBezTo>
                  <a:cubicBezTo>
                    <a:pt x="17" y="74"/>
                    <a:pt x="17" y="74"/>
                    <a:pt x="17" y="74"/>
                  </a:cubicBezTo>
                  <a:cubicBezTo>
                    <a:pt x="18" y="72"/>
                    <a:pt x="20" y="67"/>
                    <a:pt x="21" y="65"/>
                  </a:cubicBezTo>
                  <a:cubicBezTo>
                    <a:pt x="22" y="63"/>
                    <a:pt x="22" y="63"/>
                    <a:pt x="22" y="63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6" y="56"/>
                    <a:pt x="10" y="54"/>
                    <a:pt x="8" y="53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10" y="44"/>
                    <a:pt x="15" y="42"/>
                    <a:pt x="18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0" y="31"/>
                    <a:pt x="18" y="25"/>
                    <a:pt x="17" y="23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4" y="18"/>
                    <a:pt x="26" y="18"/>
                    <a:pt x="33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41" y="18"/>
                    <a:pt x="41" y="18"/>
                    <a:pt x="41" y="18"/>
                  </a:cubicBezTo>
                  <a:cubicBezTo>
                    <a:pt x="42" y="16"/>
                    <a:pt x="44" y="10"/>
                    <a:pt x="45" y="8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4" y="10"/>
                    <a:pt x="57" y="16"/>
                    <a:pt x="58" y="18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64" y="22"/>
                    <a:pt x="64" y="22"/>
                    <a:pt x="64" y="22"/>
                  </a:cubicBezTo>
                  <a:cubicBezTo>
                    <a:pt x="66" y="21"/>
                    <a:pt x="66" y="21"/>
                    <a:pt x="66" y="21"/>
                  </a:cubicBezTo>
                  <a:cubicBezTo>
                    <a:pt x="72" y="18"/>
                    <a:pt x="75" y="17"/>
                    <a:pt x="75" y="17"/>
                  </a:cubicBezTo>
                  <a:cubicBezTo>
                    <a:pt x="81" y="23"/>
                    <a:pt x="81" y="23"/>
                    <a:pt x="81" y="23"/>
                  </a:cubicBezTo>
                  <a:cubicBezTo>
                    <a:pt x="81" y="25"/>
                    <a:pt x="78" y="30"/>
                    <a:pt x="77" y="32"/>
                  </a:cubicBezTo>
                  <a:cubicBezTo>
                    <a:pt x="77" y="34"/>
                    <a:pt x="77" y="34"/>
                    <a:pt x="77" y="34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81" y="41"/>
                    <a:pt x="81" y="41"/>
                    <a:pt x="81" y="41"/>
                  </a:cubicBezTo>
                  <a:cubicBezTo>
                    <a:pt x="83" y="41"/>
                    <a:pt x="89" y="43"/>
                    <a:pt x="91" y="44"/>
                  </a:cubicBezTo>
                  <a:lnTo>
                    <a:pt x="91" y="52"/>
                  </a:lnTo>
                  <a:close/>
                  <a:moveTo>
                    <a:pt x="91" y="52"/>
                  </a:moveTo>
                  <a:cubicBezTo>
                    <a:pt x="91" y="52"/>
                    <a:pt x="91" y="52"/>
                    <a:pt x="91" y="52"/>
                  </a:cubicBezTo>
                </a:path>
              </a:pathLst>
            </a:custGeom>
            <a:grpFill/>
            <a:ln>
              <a:solidFill>
                <a:schemeClr val="accent2"/>
              </a:solidFill>
              <a:headEnd/>
              <a:tailEnd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0" name="Freeform 20">
              <a:extLst>
                <a:ext uri="{FF2B5EF4-FFF2-40B4-BE49-F238E27FC236}">
                  <a16:creationId xmlns:a16="http://schemas.microsoft.com/office/drawing/2014/main" id="{055B17DC-8989-4581-A033-B2770539A9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47938" y="1033463"/>
              <a:ext cx="109538" cy="10953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5"/>
                </a:cxn>
                <a:cxn ang="0">
                  <a:pos x="14" y="29"/>
                </a:cxn>
                <a:cxn ang="0">
                  <a:pos x="29" y="15"/>
                </a:cxn>
                <a:cxn ang="0">
                  <a:pos x="14" y="0"/>
                </a:cxn>
                <a:cxn ang="0">
                  <a:pos x="14" y="21"/>
                </a:cxn>
                <a:cxn ang="0">
                  <a:pos x="8" y="15"/>
                </a:cxn>
                <a:cxn ang="0">
                  <a:pos x="14" y="8"/>
                </a:cxn>
                <a:cxn ang="0">
                  <a:pos x="21" y="15"/>
                </a:cxn>
                <a:cxn ang="0">
                  <a:pos x="14" y="21"/>
                </a:cxn>
                <a:cxn ang="0">
                  <a:pos x="14" y="21"/>
                </a:cxn>
                <a:cxn ang="0">
                  <a:pos x="14" y="21"/>
                </a:cxn>
              </a:cxnLst>
              <a:rect l="0" t="0" r="r" b="b"/>
              <a:pathLst>
                <a:path w="29" h="29">
                  <a:moveTo>
                    <a:pt x="14" y="0"/>
                  </a:moveTo>
                  <a:cubicBezTo>
                    <a:pt x="6" y="0"/>
                    <a:pt x="0" y="7"/>
                    <a:pt x="0" y="15"/>
                  </a:cubicBezTo>
                  <a:cubicBezTo>
                    <a:pt x="0" y="23"/>
                    <a:pt x="6" y="29"/>
                    <a:pt x="14" y="29"/>
                  </a:cubicBezTo>
                  <a:cubicBezTo>
                    <a:pt x="22" y="29"/>
                    <a:pt x="29" y="23"/>
                    <a:pt x="29" y="15"/>
                  </a:cubicBezTo>
                  <a:cubicBezTo>
                    <a:pt x="29" y="7"/>
                    <a:pt x="22" y="0"/>
                    <a:pt x="14" y="0"/>
                  </a:cubicBezTo>
                  <a:close/>
                  <a:moveTo>
                    <a:pt x="14" y="21"/>
                  </a:moveTo>
                  <a:cubicBezTo>
                    <a:pt x="11" y="21"/>
                    <a:pt x="8" y="18"/>
                    <a:pt x="8" y="15"/>
                  </a:cubicBezTo>
                  <a:cubicBezTo>
                    <a:pt x="8" y="11"/>
                    <a:pt x="11" y="8"/>
                    <a:pt x="14" y="8"/>
                  </a:cubicBezTo>
                  <a:cubicBezTo>
                    <a:pt x="18" y="8"/>
                    <a:pt x="21" y="11"/>
                    <a:pt x="21" y="15"/>
                  </a:cubicBezTo>
                  <a:cubicBezTo>
                    <a:pt x="21" y="18"/>
                    <a:pt x="18" y="21"/>
                    <a:pt x="14" y="21"/>
                  </a:cubicBezTo>
                  <a:close/>
                  <a:moveTo>
                    <a:pt x="14" y="21"/>
                  </a:moveTo>
                  <a:cubicBezTo>
                    <a:pt x="14" y="21"/>
                    <a:pt x="14" y="21"/>
                    <a:pt x="14" y="21"/>
                  </a:cubicBezTo>
                </a:path>
              </a:pathLst>
            </a:custGeom>
            <a:grpFill/>
            <a:ln>
              <a:solidFill>
                <a:schemeClr val="accent2"/>
              </a:solidFill>
              <a:headEnd/>
              <a:tailEnd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31" name="Freeform 51">
            <a:extLst>
              <a:ext uri="{FF2B5EF4-FFF2-40B4-BE49-F238E27FC236}">
                <a16:creationId xmlns:a16="http://schemas.microsoft.com/office/drawing/2014/main" id="{96CFE14B-66B2-4F21-B53A-FA76F22CDC2B}"/>
              </a:ext>
            </a:extLst>
          </p:cNvPr>
          <p:cNvSpPr>
            <a:spLocks noEditPoints="1"/>
          </p:cNvSpPr>
          <p:nvPr/>
        </p:nvSpPr>
        <p:spPr bwMode="auto">
          <a:xfrm>
            <a:off x="3261672" y="1849629"/>
            <a:ext cx="236979" cy="335495"/>
          </a:xfrm>
          <a:custGeom>
            <a:avLst/>
            <a:gdLst/>
            <a:ahLst/>
            <a:cxnLst>
              <a:cxn ang="0">
                <a:pos x="30" y="24"/>
              </a:cxn>
              <a:cxn ang="0">
                <a:pos x="30" y="54"/>
              </a:cxn>
              <a:cxn ang="0">
                <a:pos x="26" y="58"/>
              </a:cxn>
              <a:cxn ang="0">
                <a:pos x="22" y="54"/>
              </a:cxn>
              <a:cxn ang="0">
                <a:pos x="22" y="40"/>
              </a:cxn>
              <a:cxn ang="0">
                <a:pos x="19" y="40"/>
              </a:cxn>
              <a:cxn ang="0">
                <a:pos x="19" y="54"/>
              </a:cxn>
              <a:cxn ang="0">
                <a:pos x="15" y="58"/>
              </a:cxn>
              <a:cxn ang="0">
                <a:pos x="11" y="54"/>
              </a:cxn>
              <a:cxn ang="0">
                <a:pos x="11" y="24"/>
              </a:cxn>
              <a:cxn ang="0">
                <a:pos x="1" y="14"/>
              </a:cxn>
              <a:cxn ang="0">
                <a:pos x="1" y="9"/>
              </a:cxn>
              <a:cxn ang="0">
                <a:pos x="6" y="9"/>
              </a:cxn>
              <a:cxn ang="0">
                <a:pos x="14" y="17"/>
              </a:cxn>
              <a:cxn ang="0">
                <a:pos x="27" y="17"/>
              </a:cxn>
              <a:cxn ang="0">
                <a:pos x="35" y="9"/>
              </a:cxn>
              <a:cxn ang="0">
                <a:pos x="40" y="9"/>
              </a:cxn>
              <a:cxn ang="0">
                <a:pos x="40" y="14"/>
              </a:cxn>
              <a:cxn ang="0">
                <a:pos x="30" y="24"/>
              </a:cxn>
              <a:cxn ang="0">
                <a:pos x="21" y="16"/>
              </a:cxn>
              <a:cxn ang="0">
                <a:pos x="13" y="8"/>
              </a:cxn>
              <a:cxn ang="0">
                <a:pos x="21" y="0"/>
              </a:cxn>
              <a:cxn ang="0">
                <a:pos x="29" y="8"/>
              </a:cxn>
              <a:cxn ang="0">
                <a:pos x="21" y="16"/>
              </a:cxn>
            </a:cxnLst>
            <a:rect l="0" t="0" r="r" b="b"/>
            <a:pathLst>
              <a:path w="41" h="58">
                <a:moveTo>
                  <a:pt x="30" y="24"/>
                </a:moveTo>
                <a:cubicBezTo>
                  <a:pt x="30" y="54"/>
                  <a:pt x="30" y="54"/>
                  <a:pt x="30" y="54"/>
                </a:cubicBezTo>
                <a:cubicBezTo>
                  <a:pt x="30" y="56"/>
                  <a:pt x="28" y="58"/>
                  <a:pt x="26" y="58"/>
                </a:cubicBezTo>
                <a:cubicBezTo>
                  <a:pt x="24" y="58"/>
                  <a:pt x="22" y="56"/>
                  <a:pt x="22" y="54"/>
                </a:cubicBezTo>
                <a:cubicBezTo>
                  <a:pt x="22" y="40"/>
                  <a:pt x="22" y="40"/>
                  <a:pt x="22" y="40"/>
                </a:cubicBezTo>
                <a:cubicBezTo>
                  <a:pt x="19" y="40"/>
                  <a:pt x="19" y="40"/>
                  <a:pt x="19" y="40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6"/>
                  <a:pt x="18" y="58"/>
                  <a:pt x="15" y="58"/>
                </a:cubicBezTo>
                <a:cubicBezTo>
                  <a:pt x="13" y="58"/>
                  <a:pt x="11" y="56"/>
                  <a:pt x="11" y="54"/>
                </a:cubicBezTo>
                <a:cubicBezTo>
                  <a:pt x="11" y="24"/>
                  <a:pt x="11" y="24"/>
                  <a:pt x="11" y="24"/>
                </a:cubicBezTo>
                <a:cubicBezTo>
                  <a:pt x="1" y="14"/>
                  <a:pt x="1" y="14"/>
                  <a:pt x="1" y="14"/>
                </a:cubicBezTo>
                <a:cubicBezTo>
                  <a:pt x="0" y="13"/>
                  <a:pt x="0" y="10"/>
                  <a:pt x="1" y="9"/>
                </a:cubicBezTo>
                <a:cubicBezTo>
                  <a:pt x="2" y="8"/>
                  <a:pt x="5" y="8"/>
                  <a:pt x="6" y="9"/>
                </a:cubicBezTo>
                <a:cubicBezTo>
                  <a:pt x="14" y="17"/>
                  <a:pt x="14" y="17"/>
                  <a:pt x="14" y="17"/>
                </a:cubicBezTo>
                <a:cubicBezTo>
                  <a:pt x="27" y="17"/>
                  <a:pt x="27" y="17"/>
                  <a:pt x="27" y="17"/>
                </a:cubicBezTo>
                <a:cubicBezTo>
                  <a:pt x="35" y="9"/>
                  <a:pt x="35" y="9"/>
                  <a:pt x="35" y="9"/>
                </a:cubicBezTo>
                <a:cubicBezTo>
                  <a:pt x="37" y="8"/>
                  <a:pt x="39" y="8"/>
                  <a:pt x="40" y="9"/>
                </a:cubicBezTo>
                <a:cubicBezTo>
                  <a:pt x="41" y="10"/>
                  <a:pt x="41" y="13"/>
                  <a:pt x="40" y="14"/>
                </a:cubicBezTo>
                <a:lnTo>
                  <a:pt x="30" y="24"/>
                </a:lnTo>
                <a:close/>
                <a:moveTo>
                  <a:pt x="21" y="16"/>
                </a:moveTo>
                <a:cubicBezTo>
                  <a:pt x="16" y="16"/>
                  <a:pt x="13" y="12"/>
                  <a:pt x="13" y="8"/>
                </a:cubicBezTo>
                <a:cubicBezTo>
                  <a:pt x="13" y="4"/>
                  <a:pt x="16" y="0"/>
                  <a:pt x="21" y="0"/>
                </a:cubicBezTo>
                <a:cubicBezTo>
                  <a:pt x="25" y="0"/>
                  <a:pt x="29" y="4"/>
                  <a:pt x="29" y="8"/>
                </a:cubicBezTo>
                <a:cubicBezTo>
                  <a:pt x="29" y="12"/>
                  <a:pt x="25" y="16"/>
                  <a:pt x="21" y="1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  <a:headEnd/>
            <a:tailEnd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2" name="Freeform 51">
            <a:extLst>
              <a:ext uri="{FF2B5EF4-FFF2-40B4-BE49-F238E27FC236}">
                <a16:creationId xmlns:a16="http://schemas.microsoft.com/office/drawing/2014/main" id="{49F699A1-2850-46F4-9377-1482341F957F}"/>
              </a:ext>
            </a:extLst>
          </p:cNvPr>
          <p:cNvSpPr>
            <a:spLocks noEditPoints="1"/>
          </p:cNvSpPr>
          <p:nvPr/>
        </p:nvSpPr>
        <p:spPr bwMode="auto">
          <a:xfrm>
            <a:off x="3261672" y="2598190"/>
            <a:ext cx="236979" cy="335495"/>
          </a:xfrm>
          <a:custGeom>
            <a:avLst/>
            <a:gdLst/>
            <a:ahLst/>
            <a:cxnLst>
              <a:cxn ang="0">
                <a:pos x="30" y="24"/>
              </a:cxn>
              <a:cxn ang="0">
                <a:pos x="30" y="54"/>
              </a:cxn>
              <a:cxn ang="0">
                <a:pos x="26" y="58"/>
              </a:cxn>
              <a:cxn ang="0">
                <a:pos x="22" y="54"/>
              </a:cxn>
              <a:cxn ang="0">
                <a:pos x="22" y="40"/>
              </a:cxn>
              <a:cxn ang="0">
                <a:pos x="19" y="40"/>
              </a:cxn>
              <a:cxn ang="0">
                <a:pos x="19" y="54"/>
              </a:cxn>
              <a:cxn ang="0">
                <a:pos x="15" y="58"/>
              </a:cxn>
              <a:cxn ang="0">
                <a:pos x="11" y="54"/>
              </a:cxn>
              <a:cxn ang="0">
                <a:pos x="11" y="24"/>
              </a:cxn>
              <a:cxn ang="0">
                <a:pos x="1" y="14"/>
              </a:cxn>
              <a:cxn ang="0">
                <a:pos x="1" y="9"/>
              </a:cxn>
              <a:cxn ang="0">
                <a:pos x="6" y="9"/>
              </a:cxn>
              <a:cxn ang="0">
                <a:pos x="14" y="17"/>
              </a:cxn>
              <a:cxn ang="0">
                <a:pos x="27" y="17"/>
              </a:cxn>
              <a:cxn ang="0">
                <a:pos x="35" y="9"/>
              </a:cxn>
              <a:cxn ang="0">
                <a:pos x="40" y="9"/>
              </a:cxn>
              <a:cxn ang="0">
                <a:pos x="40" y="14"/>
              </a:cxn>
              <a:cxn ang="0">
                <a:pos x="30" y="24"/>
              </a:cxn>
              <a:cxn ang="0">
                <a:pos x="21" y="16"/>
              </a:cxn>
              <a:cxn ang="0">
                <a:pos x="13" y="8"/>
              </a:cxn>
              <a:cxn ang="0">
                <a:pos x="21" y="0"/>
              </a:cxn>
              <a:cxn ang="0">
                <a:pos x="29" y="8"/>
              </a:cxn>
              <a:cxn ang="0">
                <a:pos x="21" y="16"/>
              </a:cxn>
            </a:cxnLst>
            <a:rect l="0" t="0" r="r" b="b"/>
            <a:pathLst>
              <a:path w="41" h="58">
                <a:moveTo>
                  <a:pt x="30" y="24"/>
                </a:moveTo>
                <a:cubicBezTo>
                  <a:pt x="30" y="54"/>
                  <a:pt x="30" y="54"/>
                  <a:pt x="30" y="54"/>
                </a:cubicBezTo>
                <a:cubicBezTo>
                  <a:pt x="30" y="56"/>
                  <a:pt x="28" y="58"/>
                  <a:pt x="26" y="58"/>
                </a:cubicBezTo>
                <a:cubicBezTo>
                  <a:pt x="24" y="58"/>
                  <a:pt x="22" y="56"/>
                  <a:pt x="22" y="54"/>
                </a:cubicBezTo>
                <a:cubicBezTo>
                  <a:pt x="22" y="40"/>
                  <a:pt x="22" y="40"/>
                  <a:pt x="22" y="40"/>
                </a:cubicBezTo>
                <a:cubicBezTo>
                  <a:pt x="19" y="40"/>
                  <a:pt x="19" y="40"/>
                  <a:pt x="19" y="40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6"/>
                  <a:pt x="18" y="58"/>
                  <a:pt x="15" y="58"/>
                </a:cubicBezTo>
                <a:cubicBezTo>
                  <a:pt x="13" y="58"/>
                  <a:pt x="11" y="56"/>
                  <a:pt x="11" y="54"/>
                </a:cubicBezTo>
                <a:cubicBezTo>
                  <a:pt x="11" y="24"/>
                  <a:pt x="11" y="24"/>
                  <a:pt x="11" y="24"/>
                </a:cubicBezTo>
                <a:cubicBezTo>
                  <a:pt x="1" y="14"/>
                  <a:pt x="1" y="14"/>
                  <a:pt x="1" y="14"/>
                </a:cubicBezTo>
                <a:cubicBezTo>
                  <a:pt x="0" y="13"/>
                  <a:pt x="0" y="10"/>
                  <a:pt x="1" y="9"/>
                </a:cubicBezTo>
                <a:cubicBezTo>
                  <a:pt x="2" y="8"/>
                  <a:pt x="5" y="8"/>
                  <a:pt x="6" y="9"/>
                </a:cubicBezTo>
                <a:cubicBezTo>
                  <a:pt x="14" y="17"/>
                  <a:pt x="14" y="17"/>
                  <a:pt x="14" y="17"/>
                </a:cubicBezTo>
                <a:cubicBezTo>
                  <a:pt x="27" y="17"/>
                  <a:pt x="27" y="17"/>
                  <a:pt x="27" y="17"/>
                </a:cubicBezTo>
                <a:cubicBezTo>
                  <a:pt x="35" y="9"/>
                  <a:pt x="35" y="9"/>
                  <a:pt x="35" y="9"/>
                </a:cubicBezTo>
                <a:cubicBezTo>
                  <a:pt x="37" y="8"/>
                  <a:pt x="39" y="8"/>
                  <a:pt x="40" y="9"/>
                </a:cubicBezTo>
                <a:cubicBezTo>
                  <a:pt x="41" y="10"/>
                  <a:pt x="41" y="13"/>
                  <a:pt x="40" y="14"/>
                </a:cubicBezTo>
                <a:lnTo>
                  <a:pt x="30" y="24"/>
                </a:lnTo>
                <a:close/>
                <a:moveTo>
                  <a:pt x="21" y="16"/>
                </a:moveTo>
                <a:cubicBezTo>
                  <a:pt x="16" y="16"/>
                  <a:pt x="13" y="12"/>
                  <a:pt x="13" y="8"/>
                </a:cubicBezTo>
                <a:cubicBezTo>
                  <a:pt x="13" y="4"/>
                  <a:pt x="16" y="0"/>
                  <a:pt x="21" y="0"/>
                </a:cubicBezTo>
                <a:cubicBezTo>
                  <a:pt x="25" y="0"/>
                  <a:pt x="29" y="4"/>
                  <a:pt x="29" y="8"/>
                </a:cubicBezTo>
                <a:cubicBezTo>
                  <a:pt x="29" y="12"/>
                  <a:pt x="25" y="16"/>
                  <a:pt x="21" y="1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  <a:headEnd/>
            <a:tailEnd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3" name="Freeform 51">
            <a:extLst>
              <a:ext uri="{FF2B5EF4-FFF2-40B4-BE49-F238E27FC236}">
                <a16:creationId xmlns:a16="http://schemas.microsoft.com/office/drawing/2014/main" id="{B6F1F67D-9503-42B1-8DF3-E3F12E76212C}"/>
              </a:ext>
            </a:extLst>
          </p:cNvPr>
          <p:cNvSpPr>
            <a:spLocks noEditPoints="1"/>
          </p:cNvSpPr>
          <p:nvPr/>
        </p:nvSpPr>
        <p:spPr bwMode="auto">
          <a:xfrm>
            <a:off x="3261672" y="3346751"/>
            <a:ext cx="236979" cy="335495"/>
          </a:xfrm>
          <a:custGeom>
            <a:avLst/>
            <a:gdLst/>
            <a:ahLst/>
            <a:cxnLst>
              <a:cxn ang="0">
                <a:pos x="30" y="24"/>
              </a:cxn>
              <a:cxn ang="0">
                <a:pos x="30" y="54"/>
              </a:cxn>
              <a:cxn ang="0">
                <a:pos x="26" y="58"/>
              </a:cxn>
              <a:cxn ang="0">
                <a:pos x="22" y="54"/>
              </a:cxn>
              <a:cxn ang="0">
                <a:pos x="22" y="40"/>
              </a:cxn>
              <a:cxn ang="0">
                <a:pos x="19" y="40"/>
              </a:cxn>
              <a:cxn ang="0">
                <a:pos x="19" y="54"/>
              </a:cxn>
              <a:cxn ang="0">
                <a:pos x="15" y="58"/>
              </a:cxn>
              <a:cxn ang="0">
                <a:pos x="11" y="54"/>
              </a:cxn>
              <a:cxn ang="0">
                <a:pos x="11" y="24"/>
              </a:cxn>
              <a:cxn ang="0">
                <a:pos x="1" y="14"/>
              </a:cxn>
              <a:cxn ang="0">
                <a:pos x="1" y="9"/>
              </a:cxn>
              <a:cxn ang="0">
                <a:pos x="6" y="9"/>
              </a:cxn>
              <a:cxn ang="0">
                <a:pos x="14" y="17"/>
              </a:cxn>
              <a:cxn ang="0">
                <a:pos x="27" y="17"/>
              </a:cxn>
              <a:cxn ang="0">
                <a:pos x="35" y="9"/>
              </a:cxn>
              <a:cxn ang="0">
                <a:pos x="40" y="9"/>
              </a:cxn>
              <a:cxn ang="0">
                <a:pos x="40" y="14"/>
              </a:cxn>
              <a:cxn ang="0">
                <a:pos x="30" y="24"/>
              </a:cxn>
              <a:cxn ang="0">
                <a:pos x="21" y="16"/>
              </a:cxn>
              <a:cxn ang="0">
                <a:pos x="13" y="8"/>
              </a:cxn>
              <a:cxn ang="0">
                <a:pos x="21" y="0"/>
              </a:cxn>
              <a:cxn ang="0">
                <a:pos x="29" y="8"/>
              </a:cxn>
              <a:cxn ang="0">
                <a:pos x="21" y="16"/>
              </a:cxn>
            </a:cxnLst>
            <a:rect l="0" t="0" r="r" b="b"/>
            <a:pathLst>
              <a:path w="41" h="58">
                <a:moveTo>
                  <a:pt x="30" y="24"/>
                </a:moveTo>
                <a:cubicBezTo>
                  <a:pt x="30" y="54"/>
                  <a:pt x="30" y="54"/>
                  <a:pt x="30" y="54"/>
                </a:cubicBezTo>
                <a:cubicBezTo>
                  <a:pt x="30" y="56"/>
                  <a:pt x="28" y="58"/>
                  <a:pt x="26" y="58"/>
                </a:cubicBezTo>
                <a:cubicBezTo>
                  <a:pt x="24" y="58"/>
                  <a:pt x="22" y="56"/>
                  <a:pt x="22" y="54"/>
                </a:cubicBezTo>
                <a:cubicBezTo>
                  <a:pt x="22" y="40"/>
                  <a:pt x="22" y="40"/>
                  <a:pt x="22" y="40"/>
                </a:cubicBezTo>
                <a:cubicBezTo>
                  <a:pt x="19" y="40"/>
                  <a:pt x="19" y="40"/>
                  <a:pt x="19" y="40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6"/>
                  <a:pt x="18" y="58"/>
                  <a:pt x="15" y="58"/>
                </a:cubicBezTo>
                <a:cubicBezTo>
                  <a:pt x="13" y="58"/>
                  <a:pt x="11" y="56"/>
                  <a:pt x="11" y="54"/>
                </a:cubicBezTo>
                <a:cubicBezTo>
                  <a:pt x="11" y="24"/>
                  <a:pt x="11" y="24"/>
                  <a:pt x="11" y="24"/>
                </a:cubicBezTo>
                <a:cubicBezTo>
                  <a:pt x="1" y="14"/>
                  <a:pt x="1" y="14"/>
                  <a:pt x="1" y="14"/>
                </a:cubicBezTo>
                <a:cubicBezTo>
                  <a:pt x="0" y="13"/>
                  <a:pt x="0" y="10"/>
                  <a:pt x="1" y="9"/>
                </a:cubicBezTo>
                <a:cubicBezTo>
                  <a:pt x="2" y="8"/>
                  <a:pt x="5" y="8"/>
                  <a:pt x="6" y="9"/>
                </a:cubicBezTo>
                <a:cubicBezTo>
                  <a:pt x="14" y="17"/>
                  <a:pt x="14" y="17"/>
                  <a:pt x="14" y="17"/>
                </a:cubicBezTo>
                <a:cubicBezTo>
                  <a:pt x="27" y="17"/>
                  <a:pt x="27" y="17"/>
                  <a:pt x="27" y="17"/>
                </a:cubicBezTo>
                <a:cubicBezTo>
                  <a:pt x="35" y="9"/>
                  <a:pt x="35" y="9"/>
                  <a:pt x="35" y="9"/>
                </a:cubicBezTo>
                <a:cubicBezTo>
                  <a:pt x="37" y="8"/>
                  <a:pt x="39" y="8"/>
                  <a:pt x="40" y="9"/>
                </a:cubicBezTo>
                <a:cubicBezTo>
                  <a:pt x="41" y="10"/>
                  <a:pt x="41" y="13"/>
                  <a:pt x="40" y="14"/>
                </a:cubicBezTo>
                <a:lnTo>
                  <a:pt x="30" y="24"/>
                </a:lnTo>
                <a:close/>
                <a:moveTo>
                  <a:pt x="21" y="16"/>
                </a:moveTo>
                <a:cubicBezTo>
                  <a:pt x="16" y="16"/>
                  <a:pt x="13" y="12"/>
                  <a:pt x="13" y="8"/>
                </a:cubicBezTo>
                <a:cubicBezTo>
                  <a:pt x="13" y="4"/>
                  <a:pt x="16" y="0"/>
                  <a:pt x="21" y="0"/>
                </a:cubicBezTo>
                <a:cubicBezTo>
                  <a:pt x="25" y="0"/>
                  <a:pt x="29" y="4"/>
                  <a:pt x="29" y="8"/>
                </a:cubicBezTo>
                <a:cubicBezTo>
                  <a:pt x="29" y="12"/>
                  <a:pt x="25" y="16"/>
                  <a:pt x="21" y="1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  <a:headEnd/>
            <a:tailEnd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4" name="Freeform 51">
            <a:extLst>
              <a:ext uri="{FF2B5EF4-FFF2-40B4-BE49-F238E27FC236}">
                <a16:creationId xmlns:a16="http://schemas.microsoft.com/office/drawing/2014/main" id="{39BCEC68-41C9-4A2E-8C02-A95A9ABFA5EB}"/>
              </a:ext>
            </a:extLst>
          </p:cNvPr>
          <p:cNvSpPr>
            <a:spLocks noEditPoints="1"/>
          </p:cNvSpPr>
          <p:nvPr/>
        </p:nvSpPr>
        <p:spPr bwMode="auto">
          <a:xfrm>
            <a:off x="3261672" y="4095313"/>
            <a:ext cx="236979" cy="335495"/>
          </a:xfrm>
          <a:custGeom>
            <a:avLst/>
            <a:gdLst/>
            <a:ahLst/>
            <a:cxnLst>
              <a:cxn ang="0">
                <a:pos x="30" y="24"/>
              </a:cxn>
              <a:cxn ang="0">
                <a:pos x="30" y="54"/>
              </a:cxn>
              <a:cxn ang="0">
                <a:pos x="26" y="58"/>
              </a:cxn>
              <a:cxn ang="0">
                <a:pos x="22" y="54"/>
              </a:cxn>
              <a:cxn ang="0">
                <a:pos x="22" y="40"/>
              </a:cxn>
              <a:cxn ang="0">
                <a:pos x="19" y="40"/>
              </a:cxn>
              <a:cxn ang="0">
                <a:pos x="19" y="54"/>
              </a:cxn>
              <a:cxn ang="0">
                <a:pos x="15" y="58"/>
              </a:cxn>
              <a:cxn ang="0">
                <a:pos x="11" y="54"/>
              </a:cxn>
              <a:cxn ang="0">
                <a:pos x="11" y="24"/>
              </a:cxn>
              <a:cxn ang="0">
                <a:pos x="1" y="14"/>
              </a:cxn>
              <a:cxn ang="0">
                <a:pos x="1" y="9"/>
              </a:cxn>
              <a:cxn ang="0">
                <a:pos x="6" y="9"/>
              </a:cxn>
              <a:cxn ang="0">
                <a:pos x="14" y="17"/>
              </a:cxn>
              <a:cxn ang="0">
                <a:pos x="27" y="17"/>
              </a:cxn>
              <a:cxn ang="0">
                <a:pos x="35" y="9"/>
              </a:cxn>
              <a:cxn ang="0">
                <a:pos x="40" y="9"/>
              </a:cxn>
              <a:cxn ang="0">
                <a:pos x="40" y="14"/>
              </a:cxn>
              <a:cxn ang="0">
                <a:pos x="30" y="24"/>
              </a:cxn>
              <a:cxn ang="0">
                <a:pos x="21" y="16"/>
              </a:cxn>
              <a:cxn ang="0">
                <a:pos x="13" y="8"/>
              </a:cxn>
              <a:cxn ang="0">
                <a:pos x="21" y="0"/>
              </a:cxn>
              <a:cxn ang="0">
                <a:pos x="29" y="8"/>
              </a:cxn>
              <a:cxn ang="0">
                <a:pos x="21" y="16"/>
              </a:cxn>
            </a:cxnLst>
            <a:rect l="0" t="0" r="r" b="b"/>
            <a:pathLst>
              <a:path w="41" h="58">
                <a:moveTo>
                  <a:pt x="30" y="24"/>
                </a:moveTo>
                <a:cubicBezTo>
                  <a:pt x="30" y="54"/>
                  <a:pt x="30" y="54"/>
                  <a:pt x="30" y="54"/>
                </a:cubicBezTo>
                <a:cubicBezTo>
                  <a:pt x="30" y="56"/>
                  <a:pt x="28" y="58"/>
                  <a:pt x="26" y="58"/>
                </a:cubicBezTo>
                <a:cubicBezTo>
                  <a:pt x="24" y="58"/>
                  <a:pt x="22" y="56"/>
                  <a:pt x="22" y="54"/>
                </a:cubicBezTo>
                <a:cubicBezTo>
                  <a:pt x="22" y="40"/>
                  <a:pt x="22" y="40"/>
                  <a:pt x="22" y="40"/>
                </a:cubicBezTo>
                <a:cubicBezTo>
                  <a:pt x="19" y="40"/>
                  <a:pt x="19" y="40"/>
                  <a:pt x="19" y="40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6"/>
                  <a:pt x="18" y="58"/>
                  <a:pt x="15" y="58"/>
                </a:cubicBezTo>
                <a:cubicBezTo>
                  <a:pt x="13" y="58"/>
                  <a:pt x="11" y="56"/>
                  <a:pt x="11" y="54"/>
                </a:cubicBezTo>
                <a:cubicBezTo>
                  <a:pt x="11" y="24"/>
                  <a:pt x="11" y="24"/>
                  <a:pt x="11" y="24"/>
                </a:cubicBezTo>
                <a:cubicBezTo>
                  <a:pt x="1" y="14"/>
                  <a:pt x="1" y="14"/>
                  <a:pt x="1" y="14"/>
                </a:cubicBezTo>
                <a:cubicBezTo>
                  <a:pt x="0" y="13"/>
                  <a:pt x="0" y="10"/>
                  <a:pt x="1" y="9"/>
                </a:cubicBezTo>
                <a:cubicBezTo>
                  <a:pt x="2" y="8"/>
                  <a:pt x="5" y="8"/>
                  <a:pt x="6" y="9"/>
                </a:cubicBezTo>
                <a:cubicBezTo>
                  <a:pt x="14" y="17"/>
                  <a:pt x="14" y="17"/>
                  <a:pt x="14" y="17"/>
                </a:cubicBezTo>
                <a:cubicBezTo>
                  <a:pt x="27" y="17"/>
                  <a:pt x="27" y="17"/>
                  <a:pt x="27" y="17"/>
                </a:cubicBezTo>
                <a:cubicBezTo>
                  <a:pt x="35" y="9"/>
                  <a:pt x="35" y="9"/>
                  <a:pt x="35" y="9"/>
                </a:cubicBezTo>
                <a:cubicBezTo>
                  <a:pt x="37" y="8"/>
                  <a:pt x="39" y="8"/>
                  <a:pt x="40" y="9"/>
                </a:cubicBezTo>
                <a:cubicBezTo>
                  <a:pt x="41" y="10"/>
                  <a:pt x="41" y="13"/>
                  <a:pt x="40" y="14"/>
                </a:cubicBezTo>
                <a:lnTo>
                  <a:pt x="30" y="24"/>
                </a:lnTo>
                <a:close/>
                <a:moveTo>
                  <a:pt x="21" y="16"/>
                </a:moveTo>
                <a:cubicBezTo>
                  <a:pt x="16" y="16"/>
                  <a:pt x="13" y="12"/>
                  <a:pt x="13" y="8"/>
                </a:cubicBezTo>
                <a:cubicBezTo>
                  <a:pt x="13" y="4"/>
                  <a:pt x="16" y="0"/>
                  <a:pt x="21" y="0"/>
                </a:cubicBezTo>
                <a:cubicBezTo>
                  <a:pt x="25" y="0"/>
                  <a:pt x="29" y="4"/>
                  <a:pt x="29" y="8"/>
                </a:cubicBezTo>
                <a:cubicBezTo>
                  <a:pt x="29" y="12"/>
                  <a:pt x="25" y="16"/>
                  <a:pt x="21" y="1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  <a:headEnd/>
            <a:tailEnd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236" name="Group 126">
            <a:extLst>
              <a:ext uri="{FF2B5EF4-FFF2-40B4-BE49-F238E27FC236}">
                <a16:creationId xmlns:a16="http://schemas.microsoft.com/office/drawing/2014/main" id="{356B9DE3-6BE9-4203-9F2C-B7079CF55865}"/>
              </a:ext>
            </a:extLst>
          </p:cNvPr>
          <p:cNvGrpSpPr/>
          <p:nvPr/>
        </p:nvGrpSpPr>
        <p:grpSpPr>
          <a:xfrm>
            <a:off x="3196170" y="4910105"/>
            <a:ext cx="367983" cy="253953"/>
            <a:chOff x="1616075" y="463551"/>
            <a:chExt cx="1173163" cy="809625"/>
          </a:xfrm>
          <a:solidFill>
            <a:schemeClr val="accent1">
              <a:lumMod val="75000"/>
            </a:schemeClr>
          </a:solidFill>
        </p:grpSpPr>
        <p:sp>
          <p:nvSpPr>
            <p:cNvPr id="237" name="Freeform 17">
              <a:extLst>
                <a:ext uri="{FF2B5EF4-FFF2-40B4-BE49-F238E27FC236}">
                  <a16:creationId xmlns:a16="http://schemas.microsoft.com/office/drawing/2014/main" id="{7A9298A0-21A7-4489-92AD-ACBD923AF7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16075" y="463551"/>
              <a:ext cx="814388" cy="804863"/>
            </a:xfrm>
            <a:custGeom>
              <a:avLst/>
              <a:gdLst/>
              <a:ahLst/>
              <a:cxnLst>
                <a:cxn ang="0">
                  <a:pos x="215" y="95"/>
                </a:cxn>
                <a:cxn ang="0">
                  <a:pos x="190" y="38"/>
                </a:cxn>
                <a:cxn ang="0">
                  <a:pos x="165" y="19"/>
                </a:cxn>
                <a:cxn ang="0">
                  <a:pos x="117" y="0"/>
                </a:cxn>
                <a:cxn ang="0">
                  <a:pos x="75" y="28"/>
                </a:cxn>
                <a:cxn ang="0">
                  <a:pos x="38" y="24"/>
                </a:cxn>
                <a:cxn ang="0">
                  <a:pos x="28" y="74"/>
                </a:cxn>
                <a:cxn ang="0">
                  <a:pos x="0" y="116"/>
                </a:cxn>
                <a:cxn ang="0">
                  <a:pos x="25" y="174"/>
                </a:cxn>
                <a:cxn ang="0">
                  <a:pos x="50" y="192"/>
                </a:cxn>
                <a:cxn ang="0">
                  <a:pos x="98" y="212"/>
                </a:cxn>
                <a:cxn ang="0">
                  <a:pos x="141" y="183"/>
                </a:cxn>
                <a:cxn ang="0">
                  <a:pos x="177" y="187"/>
                </a:cxn>
                <a:cxn ang="0">
                  <a:pos x="187" y="138"/>
                </a:cxn>
                <a:cxn ang="0">
                  <a:pos x="165" y="174"/>
                </a:cxn>
                <a:cxn ang="0">
                  <a:pos x="140" y="164"/>
                </a:cxn>
                <a:cxn ang="0">
                  <a:pos x="126" y="173"/>
                </a:cxn>
                <a:cxn ang="0">
                  <a:pos x="99" y="194"/>
                </a:cxn>
                <a:cxn ang="0">
                  <a:pos x="88" y="170"/>
                </a:cxn>
                <a:cxn ang="0">
                  <a:pos x="72" y="166"/>
                </a:cxn>
                <a:cxn ang="0">
                  <a:pos x="38" y="162"/>
                </a:cxn>
                <a:cxn ang="0">
                  <a:pos x="48" y="138"/>
                </a:cxn>
                <a:cxn ang="0">
                  <a:pos x="39" y="123"/>
                </a:cxn>
                <a:cxn ang="0">
                  <a:pos x="17" y="97"/>
                </a:cxn>
                <a:cxn ang="0">
                  <a:pos x="42" y="87"/>
                </a:cxn>
                <a:cxn ang="0">
                  <a:pos x="46" y="71"/>
                </a:cxn>
                <a:cxn ang="0">
                  <a:pos x="50" y="38"/>
                </a:cxn>
                <a:cxn ang="0">
                  <a:pos x="75" y="47"/>
                </a:cxn>
                <a:cxn ang="0">
                  <a:pos x="90" y="38"/>
                </a:cxn>
                <a:cxn ang="0">
                  <a:pos x="116" y="18"/>
                </a:cxn>
                <a:cxn ang="0">
                  <a:pos x="127" y="42"/>
                </a:cxn>
                <a:cxn ang="0">
                  <a:pos x="144" y="46"/>
                </a:cxn>
                <a:cxn ang="0">
                  <a:pos x="177" y="49"/>
                </a:cxn>
                <a:cxn ang="0">
                  <a:pos x="167" y="74"/>
                </a:cxn>
                <a:cxn ang="0">
                  <a:pos x="177" y="88"/>
                </a:cxn>
                <a:cxn ang="0">
                  <a:pos x="198" y="114"/>
                </a:cxn>
                <a:cxn ang="0">
                  <a:pos x="173" y="125"/>
                </a:cxn>
                <a:cxn ang="0">
                  <a:pos x="169" y="141"/>
                </a:cxn>
                <a:cxn ang="0">
                  <a:pos x="165" y="174"/>
                </a:cxn>
                <a:cxn ang="0">
                  <a:pos x="165" y="174"/>
                </a:cxn>
              </a:cxnLst>
              <a:rect l="0" t="0" r="r" b="b"/>
              <a:pathLst>
                <a:path w="215" h="212">
                  <a:moveTo>
                    <a:pt x="215" y="115"/>
                  </a:moveTo>
                  <a:cubicBezTo>
                    <a:pt x="215" y="95"/>
                    <a:pt x="215" y="95"/>
                    <a:pt x="215" y="95"/>
                  </a:cubicBezTo>
                  <a:cubicBezTo>
                    <a:pt x="215" y="84"/>
                    <a:pt x="209" y="81"/>
                    <a:pt x="187" y="73"/>
                  </a:cubicBezTo>
                  <a:cubicBezTo>
                    <a:pt x="196" y="52"/>
                    <a:pt x="198" y="45"/>
                    <a:pt x="190" y="38"/>
                  </a:cubicBezTo>
                  <a:cubicBezTo>
                    <a:pt x="176" y="24"/>
                    <a:pt x="176" y="24"/>
                    <a:pt x="176" y="24"/>
                  </a:cubicBezTo>
                  <a:cubicBezTo>
                    <a:pt x="173" y="21"/>
                    <a:pt x="169" y="19"/>
                    <a:pt x="165" y="19"/>
                  </a:cubicBezTo>
                  <a:cubicBezTo>
                    <a:pt x="163" y="19"/>
                    <a:pt x="160" y="19"/>
                    <a:pt x="140" y="28"/>
                  </a:cubicBezTo>
                  <a:cubicBezTo>
                    <a:pt x="131" y="7"/>
                    <a:pt x="128" y="0"/>
                    <a:pt x="117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86" y="0"/>
                    <a:pt x="83" y="6"/>
                    <a:pt x="75" y="28"/>
                  </a:cubicBezTo>
                  <a:cubicBezTo>
                    <a:pt x="55" y="20"/>
                    <a:pt x="52" y="20"/>
                    <a:pt x="49" y="20"/>
                  </a:cubicBezTo>
                  <a:cubicBezTo>
                    <a:pt x="45" y="20"/>
                    <a:pt x="41" y="22"/>
                    <a:pt x="38" y="24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16" y="46"/>
                    <a:pt x="19" y="54"/>
                    <a:pt x="28" y="74"/>
                  </a:cubicBezTo>
                  <a:cubicBezTo>
                    <a:pt x="6" y="82"/>
                    <a:pt x="0" y="85"/>
                    <a:pt x="0" y="96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27"/>
                    <a:pt x="7" y="130"/>
                    <a:pt x="28" y="138"/>
                  </a:cubicBezTo>
                  <a:cubicBezTo>
                    <a:pt x="19" y="159"/>
                    <a:pt x="17" y="166"/>
                    <a:pt x="25" y="174"/>
                  </a:cubicBezTo>
                  <a:cubicBezTo>
                    <a:pt x="39" y="188"/>
                    <a:pt x="39" y="188"/>
                    <a:pt x="39" y="188"/>
                  </a:cubicBezTo>
                  <a:cubicBezTo>
                    <a:pt x="42" y="191"/>
                    <a:pt x="46" y="192"/>
                    <a:pt x="50" y="192"/>
                  </a:cubicBezTo>
                  <a:cubicBezTo>
                    <a:pt x="53" y="192"/>
                    <a:pt x="55" y="192"/>
                    <a:pt x="75" y="184"/>
                  </a:cubicBezTo>
                  <a:cubicBezTo>
                    <a:pt x="84" y="205"/>
                    <a:pt x="87" y="212"/>
                    <a:pt x="98" y="212"/>
                  </a:cubicBezTo>
                  <a:cubicBezTo>
                    <a:pt x="118" y="212"/>
                    <a:pt x="118" y="212"/>
                    <a:pt x="118" y="212"/>
                  </a:cubicBezTo>
                  <a:cubicBezTo>
                    <a:pt x="129" y="212"/>
                    <a:pt x="132" y="206"/>
                    <a:pt x="141" y="183"/>
                  </a:cubicBezTo>
                  <a:cubicBezTo>
                    <a:pt x="161" y="192"/>
                    <a:pt x="164" y="192"/>
                    <a:pt x="166" y="192"/>
                  </a:cubicBezTo>
                  <a:cubicBezTo>
                    <a:pt x="170" y="192"/>
                    <a:pt x="174" y="190"/>
                    <a:pt x="177" y="187"/>
                  </a:cubicBezTo>
                  <a:cubicBezTo>
                    <a:pt x="191" y="173"/>
                    <a:pt x="191" y="173"/>
                    <a:pt x="191" y="173"/>
                  </a:cubicBezTo>
                  <a:cubicBezTo>
                    <a:pt x="199" y="165"/>
                    <a:pt x="196" y="158"/>
                    <a:pt x="187" y="138"/>
                  </a:cubicBezTo>
                  <a:cubicBezTo>
                    <a:pt x="209" y="130"/>
                    <a:pt x="215" y="126"/>
                    <a:pt x="215" y="115"/>
                  </a:cubicBezTo>
                  <a:close/>
                  <a:moveTo>
                    <a:pt x="165" y="174"/>
                  </a:moveTo>
                  <a:cubicBezTo>
                    <a:pt x="163" y="174"/>
                    <a:pt x="158" y="172"/>
                    <a:pt x="144" y="166"/>
                  </a:cubicBezTo>
                  <a:cubicBezTo>
                    <a:pt x="140" y="164"/>
                    <a:pt x="140" y="164"/>
                    <a:pt x="140" y="164"/>
                  </a:cubicBezTo>
                  <a:cubicBezTo>
                    <a:pt x="127" y="170"/>
                    <a:pt x="127" y="170"/>
                    <a:pt x="127" y="170"/>
                  </a:cubicBezTo>
                  <a:cubicBezTo>
                    <a:pt x="126" y="173"/>
                    <a:pt x="126" y="173"/>
                    <a:pt x="126" y="173"/>
                  </a:cubicBezTo>
                  <a:cubicBezTo>
                    <a:pt x="124" y="178"/>
                    <a:pt x="119" y="190"/>
                    <a:pt x="117" y="194"/>
                  </a:cubicBezTo>
                  <a:cubicBezTo>
                    <a:pt x="99" y="194"/>
                    <a:pt x="99" y="194"/>
                    <a:pt x="99" y="194"/>
                  </a:cubicBezTo>
                  <a:cubicBezTo>
                    <a:pt x="97" y="190"/>
                    <a:pt x="92" y="178"/>
                    <a:pt x="90" y="173"/>
                  </a:cubicBezTo>
                  <a:cubicBezTo>
                    <a:pt x="88" y="170"/>
                    <a:pt x="88" y="170"/>
                    <a:pt x="88" y="170"/>
                  </a:cubicBezTo>
                  <a:cubicBezTo>
                    <a:pt x="75" y="164"/>
                    <a:pt x="75" y="164"/>
                    <a:pt x="75" y="164"/>
                  </a:cubicBezTo>
                  <a:cubicBezTo>
                    <a:pt x="72" y="166"/>
                    <a:pt x="72" y="166"/>
                    <a:pt x="72" y="166"/>
                  </a:cubicBezTo>
                  <a:cubicBezTo>
                    <a:pt x="57" y="172"/>
                    <a:pt x="52" y="174"/>
                    <a:pt x="51" y="175"/>
                  </a:cubicBezTo>
                  <a:cubicBezTo>
                    <a:pt x="38" y="162"/>
                    <a:pt x="38" y="162"/>
                    <a:pt x="38" y="162"/>
                  </a:cubicBezTo>
                  <a:cubicBezTo>
                    <a:pt x="39" y="158"/>
                    <a:pt x="44" y="146"/>
                    <a:pt x="46" y="141"/>
                  </a:cubicBezTo>
                  <a:cubicBezTo>
                    <a:pt x="48" y="138"/>
                    <a:pt x="48" y="138"/>
                    <a:pt x="48" y="138"/>
                  </a:cubicBezTo>
                  <a:cubicBezTo>
                    <a:pt x="42" y="125"/>
                    <a:pt x="42" y="125"/>
                    <a:pt x="42" y="125"/>
                  </a:cubicBezTo>
                  <a:cubicBezTo>
                    <a:pt x="39" y="123"/>
                    <a:pt x="39" y="123"/>
                    <a:pt x="39" y="123"/>
                  </a:cubicBezTo>
                  <a:cubicBezTo>
                    <a:pt x="34" y="122"/>
                    <a:pt x="22" y="117"/>
                    <a:pt x="17" y="115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22" y="95"/>
                    <a:pt x="33" y="91"/>
                    <a:pt x="39" y="88"/>
                  </a:cubicBezTo>
                  <a:cubicBezTo>
                    <a:pt x="42" y="87"/>
                    <a:pt x="42" y="87"/>
                    <a:pt x="42" y="87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46" y="71"/>
                    <a:pt x="46" y="71"/>
                    <a:pt x="46" y="71"/>
                  </a:cubicBezTo>
                  <a:cubicBezTo>
                    <a:pt x="44" y="66"/>
                    <a:pt x="39" y="55"/>
                    <a:pt x="37" y="50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2" y="38"/>
                    <a:pt x="57" y="40"/>
                    <a:pt x="72" y="46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90" y="38"/>
                    <a:pt x="90" y="38"/>
                    <a:pt x="90" y="38"/>
                  </a:cubicBezTo>
                  <a:cubicBezTo>
                    <a:pt x="91" y="34"/>
                    <a:pt x="96" y="22"/>
                    <a:pt x="98" y="18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9" y="22"/>
                    <a:pt x="124" y="34"/>
                    <a:pt x="125" y="39"/>
                  </a:cubicBezTo>
                  <a:cubicBezTo>
                    <a:pt x="127" y="42"/>
                    <a:pt x="127" y="42"/>
                    <a:pt x="127" y="42"/>
                  </a:cubicBezTo>
                  <a:cubicBezTo>
                    <a:pt x="140" y="47"/>
                    <a:pt x="140" y="47"/>
                    <a:pt x="140" y="47"/>
                  </a:cubicBezTo>
                  <a:cubicBezTo>
                    <a:pt x="144" y="46"/>
                    <a:pt x="144" y="46"/>
                    <a:pt x="144" y="46"/>
                  </a:cubicBezTo>
                  <a:cubicBezTo>
                    <a:pt x="158" y="39"/>
                    <a:pt x="163" y="37"/>
                    <a:pt x="165" y="37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6" y="54"/>
                    <a:pt x="171" y="66"/>
                    <a:pt x="169" y="70"/>
                  </a:cubicBezTo>
                  <a:cubicBezTo>
                    <a:pt x="167" y="74"/>
                    <a:pt x="167" y="74"/>
                    <a:pt x="167" y="74"/>
                  </a:cubicBezTo>
                  <a:cubicBezTo>
                    <a:pt x="173" y="87"/>
                    <a:pt x="173" y="87"/>
                    <a:pt x="173" y="87"/>
                  </a:cubicBezTo>
                  <a:cubicBezTo>
                    <a:pt x="177" y="88"/>
                    <a:pt x="177" y="88"/>
                    <a:pt x="177" y="88"/>
                  </a:cubicBezTo>
                  <a:cubicBezTo>
                    <a:pt x="181" y="90"/>
                    <a:pt x="193" y="94"/>
                    <a:pt x="198" y="97"/>
                  </a:cubicBezTo>
                  <a:cubicBezTo>
                    <a:pt x="198" y="114"/>
                    <a:pt x="198" y="114"/>
                    <a:pt x="198" y="114"/>
                  </a:cubicBezTo>
                  <a:cubicBezTo>
                    <a:pt x="194" y="117"/>
                    <a:pt x="181" y="121"/>
                    <a:pt x="176" y="123"/>
                  </a:cubicBezTo>
                  <a:cubicBezTo>
                    <a:pt x="173" y="125"/>
                    <a:pt x="173" y="125"/>
                    <a:pt x="173" y="125"/>
                  </a:cubicBezTo>
                  <a:cubicBezTo>
                    <a:pt x="167" y="138"/>
                    <a:pt x="167" y="138"/>
                    <a:pt x="167" y="138"/>
                  </a:cubicBezTo>
                  <a:cubicBezTo>
                    <a:pt x="169" y="141"/>
                    <a:pt x="169" y="141"/>
                    <a:pt x="169" y="141"/>
                  </a:cubicBezTo>
                  <a:cubicBezTo>
                    <a:pt x="171" y="145"/>
                    <a:pt x="177" y="157"/>
                    <a:pt x="178" y="162"/>
                  </a:cubicBezTo>
                  <a:lnTo>
                    <a:pt x="165" y="174"/>
                  </a:lnTo>
                  <a:close/>
                  <a:moveTo>
                    <a:pt x="165" y="174"/>
                  </a:moveTo>
                  <a:cubicBezTo>
                    <a:pt x="165" y="174"/>
                    <a:pt x="165" y="174"/>
                    <a:pt x="165" y="174"/>
                  </a:cubicBezTo>
                </a:path>
              </a:pathLst>
            </a:custGeom>
            <a:grpFill/>
            <a:ln>
              <a:solidFill>
                <a:schemeClr val="accent2"/>
              </a:solidFill>
              <a:headEnd/>
              <a:tailEnd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8" name="Freeform 18">
              <a:extLst>
                <a:ext uri="{FF2B5EF4-FFF2-40B4-BE49-F238E27FC236}">
                  <a16:creationId xmlns:a16="http://schemas.microsoft.com/office/drawing/2014/main" id="{F7A4F040-143F-4F13-82AA-4DE2591832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03413" y="744538"/>
              <a:ext cx="242888" cy="239713"/>
            </a:xfrm>
            <a:custGeom>
              <a:avLst/>
              <a:gdLst/>
              <a:ahLst/>
              <a:cxnLst>
                <a:cxn ang="0">
                  <a:pos x="32" y="0"/>
                </a:cxn>
                <a:cxn ang="0">
                  <a:pos x="0" y="32"/>
                </a:cxn>
                <a:cxn ang="0">
                  <a:pos x="32" y="63"/>
                </a:cxn>
                <a:cxn ang="0">
                  <a:pos x="64" y="32"/>
                </a:cxn>
                <a:cxn ang="0">
                  <a:pos x="32" y="0"/>
                </a:cxn>
                <a:cxn ang="0">
                  <a:pos x="32" y="46"/>
                </a:cxn>
                <a:cxn ang="0">
                  <a:pos x="17" y="32"/>
                </a:cxn>
                <a:cxn ang="0">
                  <a:pos x="32" y="18"/>
                </a:cxn>
                <a:cxn ang="0">
                  <a:pos x="46" y="32"/>
                </a:cxn>
                <a:cxn ang="0">
                  <a:pos x="32" y="46"/>
                </a:cxn>
                <a:cxn ang="0">
                  <a:pos x="32" y="46"/>
                </a:cxn>
                <a:cxn ang="0">
                  <a:pos x="32" y="46"/>
                </a:cxn>
              </a:cxnLst>
              <a:rect l="0" t="0" r="r" b="b"/>
              <a:pathLst>
                <a:path w="64" h="63">
                  <a:moveTo>
                    <a:pt x="32" y="0"/>
                  </a:moveTo>
                  <a:cubicBezTo>
                    <a:pt x="14" y="0"/>
                    <a:pt x="0" y="15"/>
                    <a:pt x="0" y="32"/>
                  </a:cubicBezTo>
                  <a:cubicBezTo>
                    <a:pt x="0" y="49"/>
                    <a:pt x="14" y="63"/>
                    <a:pt x="32" y="63"/>
                  </a:cubicBezTo>
                  <a:cubicBezTo>
                    <a:pt x="49" y="63"/>
                    <a:pt x="64" y="49"/>
                    <a:pt x="64" y="32"/>
                  </a:cubicBezTo>
                  <a:cubicBezTo>
                    <a:pt x="64" y="15"/>
                    <a:pt x="49" y="0"/>
                    <a:pt x="32" y="0"/>
                  </a:cubicBezTo>
                  <a:close/>
                  <a:moveTo>
                    <a:pt x="32" y="46"/>
                  </a:moveTo>
                  <a:cubicBezTo>
                    <a:pt x="24" y="46"/>
                    <a:pt x="17" y="40"/>
                    <a:pt x="17" y="32"/>
                  </a:cubicBezTo>
                  <a:cubicBezTo>
                    <a:pt x="17" y="24"/>
                    <a:pt x="24" y="18"/>
                    <a:pt x="32" y="18"/>
                  </a:cubicBezTo>
                  <a:cubicBezTo>
                    <a:pt x="40" y="18"/>
                    <a:pt x="46" y="24"/>
                    <a:pt x="46" y="32"/>
                  </a:cubicBezTo>
                  <a:cubicBezTo>
                    <a:pt x="46" y="40"/>
                    <a:pt x="40" y="46"/>
                    <a:pt x="32" y="46"/>
                  </a:cubicBezTo>
                  <a:close/>
                  <a:moveTo>
                    <a:pt x="32" y="46"/>
                  </a:moveTo>
                  <a:cubicBezTo>
                    <a:pt x="32" y="46"/>
                    <a:pt x="32" y="46"/>
                    <a:pt x="32" y="46"/>
                  </a:cubicBezTo>
                </a:path>
              </a:pathLst>
            </a:custGeom>
            <a:grpFill/>
            <a:ln>
              <a:solidFill>
                <a:schemeClr val="accent2"/>
              </a:solidFill>
              <a:headEnd/>
              <a:tailEnd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9" name="Freeform 19">
              <a:extLst>
                <a:ext uri="{FF2B5EF4-FFF2-40B4-BE49-F238E27FC236}">
                  <a16:creationId xmlns:a16="http://schemas.microsoft.com/office/drawing/2014/main" id="{9CE55F34-CF48-4646-9093-C13AD52B48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14588" y="903288"/>
              <a:ext cx="374650" cy="369888"/>
            </a:xfrm>
            <a:custGeom>
              <a:avLst/>
              <a:gdLst/>
              <a:ahLst/>
              <a:cxnLst>
                <a:cxn ang="0">
                  <a:pos x="87" y="17"/>
                </a:cxn>
                <a:cxn ang="0">
                  <a:pos x="76" y="9"/>
                </a:cxn>
                <a:cxn ang="0">
                  <a:pos x="54" y="0"/>
                </a:cxn>
                <a:cxn ang="0">
                  <a:pos x="34" y="13"/>
                </a:cxn>
                <a:cxn ang="0">
                  <a:pos x="18" y="11"/>
                </a:cxn>
                <a:cxn ang="0">
                  <a:pos x="13" y="34"/>
                </a:cxn>
                <a:cxn ang="0">
                  <a:pos x="0" y="53"/>
                </a:cxn>
                <a:cxn ang="0">
                  <a:pos x="11" y="80"/>
                </a:cxn>
                <a:cxn ang="0">
                  <a:pos x="23" y="88"/>
                </a:cxn>
                <a:cxn ang="0">
                  <a:pos x="45" y="97"/>
                </a:cxn>
                <a:cxn ang="0">
                  <a:pos x="64" y="84"/>
                </a:cxn>
                <a:cxn ang="0">
                  <a:pos x="81" y="86"/>
                </a:cxn>
                <a:cxn ang="0">
                  <a:pos x="86" y="63"/>
                </a:cxn>
                <a:cxn ang="0">
                  <a:pos x="99" y="44"/>
                </a:cxn>
                <a:cxn ang="0">
                  <a:pos x="91" y="52"/>
                </a:cxn>
                <a:cxn ang="0">
                  <a:pos x="79" y="57"/>
                </a:cxn>
                <a:cxn ang="0">
                  <a:pos x="78" y="65"/>
                </a:cxn>
                <a:cxn ang="0">
                  <a:pos x="76" y="80"/>
                </a:cxn>
                <a:cxn ang="0">
                  <a:pos x="64" y="75"/>
                </a:cxn>
                <a:cxn ang="0">
                  <a:pos x="58" y="79"/>
                </a:cxn>
                <a:cxn ang="0">
                  <a:pos x="45" y="89"/>
                </a:cxn>
                <a:cxn ang="0">
                  <a:pos x="41" y="78"/>
                </a:cxn>
                <a:cxn ang="0">
                  <a:pos x="33" y="76"/>
                </a:cxn>
                <a:cxn ang="0">
                  <a:pos x="17" y="74"/>
                </a:cxn>
                <a:cxn ang="0">
                  <a:pos x="22" y="63"/>
                </a:cxn>
                <a:cxn ang="0">
                  <a:pos x="18" y="57"/>
                </a:cxn>
                <a:cxn ang="0">
                  <a:pos x="8" y="45"/>
                </a:cxn>
                <a:cxn ang="0">
                  <a:pos x="19" y="40"/>
                </a:cxn>
                <a:cxn ang="0">
                  <a:pos x="21" y="32"/>
                </a:cxn>
                <a:cxn ang="0">
                  <a:pos x="23" y="17"/>
                </a:cxn>
                <a:cxn ang="0">
                  <a:pos x="34" y="22"/>
                </a:cxn>
                <a:cxn ang="0">
                  <a:pos x="41" y="18"/>
                </a:cxn>
                <a:cxn ang="0">
                  <a:pos x="53" y="8"/>
                </a:cxn>
                <a:cxn ang="0">
                  <a:pos x="58" y="19"/>
                </a:cxn>
                <a:cxn ang="0">
                  <a:pos x="66" y="21"/>
                </a:cxn>
                <a:cxn ang="0">
                  <a:pos x="81" y="23"/>
                </a:cxn>
                <a:cxn ang="0">
                  <a:pos x="77" y="34"/>
                </a:cxn>
                <a:cxn ang="0">
                  <a:pos x="81" y="41"/>
                </a:cxn>
                <a:cxn ang="0">
                  <a:pos x="91" y="52"/>
                </a:cxn>
                <a:cxn ang="0">
                  <a:pos x="91" y="52"/>
                </a:cxn>
              </a:cxnLst>
              <a:rect l="0" t="0" r="r" b="b"/>
              <a:pathLst>
                <a:path w="99" h="97">
                  <a:moveTo>
                    <a:pt x="86" y="34"/>
                  </a:moveTo>
                  <a:cubicBezTo>
                    <a:pt x="90" y="24"/>
                    <a:pt x="91" y="21"/>
                    <a:pt x="87" y="17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79" y="10"/>
                    <a:pt x="78" y="9"/>
                    <a:pt x="76" y="9"/>
                  </a:cubicBezTo>
                  <a:cubicBezTo>
                    <a:pt x="75" y="9"/>
                    <a:pt x="73" y="9"/>
                    <a:pt x="64" y="13"/>
                  </a:cubicBezTo>
                  <a:cubicBezTo>
                    <a:pt x="60" y="3"/>
                    <a:pt x="59" y="0"/>
                    <a:pt x="54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38" y="3"/>
                    <a:pt x="34" y="13"/>
                  </a:cubicBezTo>
                  <a:cubicBezTo>
                    <a:pt x="25" y="9"/>
                    <a:pt x="24" y="9"/>
                    <a:pt x="23" y="9"/>
                  </a:cubicBezTo>
                  <a:cubicBezTo>
                    <a:pt x="21" y="9"/>
                    <a:pt x="19" y="10"/>
                    <a:pt x="18" y="11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7" y="21"/>
                    <a:pt x="9" y="25"/>
                    <a:pt x="13" y="34"/>
                  </a:cubicBezTo>
                  <a:cubicBezTo>
                    <a:pt x="3" y="38"/>
                    <a:pt x="0" y="39"/>
                    <a:pt x="0" y="44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9"/>
                    <a:pt x="3" y="60"/>
                    <a:pt x="13" y="64"/>
                  </a:cubicBezTo>
                  <a:cubicBezTo>
                    <a:pt x="9" y="73"/>
                    <a:pt x="8" y="76"/>
                    <a:pt x="11" y="80"/>
                  </a:cubicBezTo>
                  <a:cubicBezTo>
                    <a:pt x="18" y="86"/>
                    <a:pt x="18" y="86"/>
                    <a:pt x="18" y="86"/>
                  </a:cubicBezTo>
                  <a:cubicBezTo>
                    <a:pt x="19" y="87"/>
                    <a:pt x="21" y="88"/>
                    <a:pt x="23" y="88"/>
                  </a:cubicBezTo>
                  <a:cubicBezTo>
                    <a:pt x="24" y="88"/>
                    <a:pt x="25" y="88"/>
                    <a:pt x="35" y="84"/>
                  </a:cubicBezTo>
                  <a:cubicBezTo>
                    <a:pt x="38" y="94"/>
                    <a:pt x="40" y="97"/>
                    <a:pt x="45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9" y="97"/>
                    <a:pt x="61" y="94"/>
                    <a:pt x="64" y="84"/>
                  </a:cubicBezTo>
                  <a:cubicBezTo>
                    <a:pt x="74" y="88"/>
                    <a:pt x="75" y="88"/>
                    <a:pt x="76" y="88"/>
                  </a:cubicBezTo>
                  <a:cubicBezTo>
                    <a:pt x="78" y="88"/>
                    <a:pt x="80" y="87"/>
                    <a:pt x="81" y="86"/>
                  </a:cubicBezTo>
                  <a:cubicBezTo>
                    <a:pt x="88" y="79"/>
                    <a:pt x="88" y="79"/>
                    <a:pt x="88" y="79"/>
                  </a:cubicBezTo>
                  <a:cubicBezTo>
                    <a:pt x="91" y="76"/>
                    <a:pt x="90" y="72"/>
                    <a:pt x="86" y="63"/>
                  </a:cubicBezTo>
                  <a:cubicBezTo>
                    <a:pt x="95" y="59"/>
                    <a:pt x="99" y="58"/>
                    <a:pt x="99" y="53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39"/>
                    <a:pt x="95" y="37"/>
                    <a:pt x="86" y="34"/>
                  </a:cubicBezTo>
                  <a:close/>
                  <a:moveTo>
                    <a:pt x="91" y="52"/>
                  </a:moveTo>
                  <a:cubicBezTo>
                    <a:pt x="89" y="54"/>
                    <a:pt x="83" y="56"/>
                    <a:pt x="81" y="57"/>
                  </a:cubicBezTo>
                  <a:cubicBezTo>
                    <a:pt x="79" y="57"/>
                    <a:pt x="79" y="57"/>
                    <a:pt x="79" y="57"/>
                  </a:cubicBezTo>
                  <a:cubicBezTo>
                    <a:pt x="77" y="63"/>
                    <a:pt x="77" y="63"/>
                    <a:pt x="77" y="63"/>
                  </a:cubicBezTo>
                  <a:cubicBezTo>
                    <a:pt x="78" y="65"/>
                    <a:pt x="78" y="65"/>
                    <a:pt x="78" y="65"/>
                  </a:cubicBezTo>
                  <a:cubicBezTo>
                    <a:pt x="78" y="67"/>
                    <a:pt x="81" y="72"/>
                    <a:pt x="82" y="74"/>
                  </a:cubicBezTo>
                  <a:cubicBezTo>
                    <a:pt x="76" y="80"/>
                    <a:pt x="76" y="80"/>
                    <a:pt x="76" y="80"/>
                  </a:cubicBezTo>
                  <a:cubicBezTo>
                    <a:pt x="75" y="80"/>
                    <a:pt x="72" y="79"/>
                    <a:pt x="66" y="76"/>
                  </a:cubicBezTo>
                  <a:cubicBezTo>
                    <a:pt x="64" y="75"/>
                    <a:pt x="64" y="75"/>
                    <a:pt x="64" y="75"/>
                  </a:cubicBezTo>
                  <a:cubicBezTo>
                    <a:pt x="58" y="78"/>
                    <a:pt x="58" y="78"/>
                    <a:pt x="58" y="78"/>
                  </a:cubicBezTo>
                  <a:cubicBezTo>
                    <a:pt x="58" y="79"/>
                    <a:pt x="58" y="79"/>
                    <a:pt x="58" y="79"/>
                  </a:cubicBezTo>
                  <a:cubicBezTo>
                    <a:pt x="57" y="81"/>
                    <a:pt x="55" y="87"/>
                    <a:pt x="54" y="89"/>
                  </a:cubicBezTo>
                  <a:cubicBezTo>
                    <a:pt x="45" y="89"/>
                    <a:pt x="45" y="89"/>
                    <a:pt x="45" y="89"/>
                  </a:cubicBezTo>
                  <a:cubicBezTo>
                    <a:pt x="44" y="87"/>
                    <a:pt x="42" y="82"/>
                    <a:pt x="41" y="79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26" y="79"/>
                    <a:pt x="24" y="80"/>
                    <a:pt x="23" y="80"/>
                  </a:cubicBezTo>
                  <a:cubicBezTo>
                    <a:pt x="17" y="74"/>
                    <a:pt x="17" y="74"/>
                    <a:pt x="17" y="74"/>
                  </a:cubicBezTo>
                  <a:cubicBezTo>
                    <a:pt x="18" y="72"/>
                    <a:pt x="20" y="67"/>
                    <a:pt x="21" y="65"/>
                  </a:cubicBezTo>
                  <a:cubicBezTo>
                    <a:pt x="22" y="63"/>
                    <a:pt x="22" y="63"/>
                    <a:pt x="22" y="63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6" y="56"/>
                    <a:pt x="10" y="54"/>
                    <a:pt x="8" y="53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10" y="44"/>
                    <a:pt x="15" y="42"/>
                    <a:pt x="18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0" y="31"/>
                    <a:pt x="18" y="25"/>
                    <a:pt x="17" y="23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4" y="18"/>
                    <a:pt x="26" y="18"/>
                    <a:pt x="33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41" y="18"/>
                    <a:pt x="41" y="18"/>
                    <a:pt x="41" y="18"/>
                  </a:cubicBezTo>
                  <a:cubicBezTo>
                    <a:pt x="42" y="16"/>
                    <a:pt x="44" y="10"/>
                    <a:pt x="45" y="8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4" y="10"/>
                    <a:pt x="57" y="16"/>
                    <a:pt x="58" y="18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64" y="22"/>
                    <a:pt x="64" y="22"/>
                    <a:pt x="64" y="22"/>
                  </a:cubicBezTo>
                  <a:cubicBezTo>
                    <a:pt x="66" y="21"/>
                    <a:pt x="66" y="21"/>
                    <a:pt x="66" y="21"/>
                  </a:cubicBezTo>
                  <a:cubicBezTo>
                    <a:pt x="72" y="18"/>
                    <a:pt x="75" y="17"/>
                    <a:pt x="75" y="17"/>
                  </a:cubicBezTo>
                  <a:cubicBezTo>
                    <a:pt x="81" y="23"/>
                    <a:pt x="81" y="23"/>
                    <a:pt x="81" y="23"/>
                  </a:cubicBezTo>
                  <a:cubicBezTo>
                    <a:pt x="81" y="25"/>
                    <a:pt x="78" y="30"/>
                    <a:pt x="77" y="32"/>
                  </a:cubicBezTo>
                  <a:cubicBezTo>
                    <a:pt x="77" y="34"/>
                    <a:pt x="77" y="34"/>
                    <a:pt x="77" y="34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81" y="41"/>
                    <a:pt x="81" y="41"/>
                    <a:pt x="81" y="41"/>
                  </a:cubicBezTo>
                  <a:cubicBezTo>
                    <a:pt x="83" y="41"/>
                    <a:pt x="89" y="43"/>
                    <a:pt x="91" y="44"/>
                  </a:cubicBezTo>
                  <a:lnTo>
                    <a:pt x="91" y="52"/>
                  </a:lnTo>
                  <a:close/>
                  <a:moveTo>
                    <a:pt x="91" y="52"/>
                  </a:moveTo>
                  <a:cubicBezTo>
                    <a:pt x="91" y="52"/>
                    <a:pt x="91" y="52"/>
                    <a:pt x="91" y="52"/>
                  </a:cubicBezTo>
                </a:path>
              </a:pathLst>
            </a:custGeom>
            <a:grpFill/>
            <a:ln>
              <a:solidFill>
                <a:schemeClr val="accent2"/>
              </a:solidFill>
              <a:headEnd/>
              <a:tailEnd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0" name="Freeform 20">
              <a:extLst>
                <a:ext uri="{FF2B5EF4-FFF2-40B4-BE49-F238E27FC236}">
                  <a16:creationId xmlns:a16="http://schemas.microsoft.com/office/drawing/2014/main" id="{7DD10458-F0DB-4C07-B810-490DCD3A6E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47938" y="1033463"/>
              <a:ext cx="109538" cy="10953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5"/>
                </a:cxn>
                <a:cxn ang="0">
                  <a:pos x="14" y="29"/>
                </a:cxn>
                <a:cxn ang="0">
                  <a:pos x="29" y="15"/>
                </a:cxn>
                <a:cxn ang="0">
                  <a:pos x="14" y="0"/>
                </a:cxn>
                <a:cxn ang="0">
                  <a:pos x="14" y="21"/>
                </a:cxn>
                <a:cxn ang="0">
                  <a:pos x="8" y="15"/>
                </a:cxn>
                <a:cxn ang="0">
                  <a:pos x="14" y="8"/>
                </a:cxn>
                <a:cxn ang="0">
                  <a:pos x="21" y="15"/>
                </a:cxn>
                <a:cxn ang="0">
                  <a:pos x="14" y="21"/>
                </a:cxn>
                <a:cxn ang="0">
                  <a:pos x="14" y="21"/>
                </a:cxn>
                <a:cxn ang="0">
                  <a:pos x="14" y="21"/>
                </a:cxn>
              </a:cxnLst>
              <a:rect l="0" t="0" r="r" b="b"/>
              <a:pathLst>
                <a:path w="29" h="29">
                  <a:moveTo>
                    <a:pt x="14" y="0"/>
                  </a:moveTo>
                  <a:cubicBezTo>
                    <a:pt x="6" y="0"/>
                    <a:pt x="0" y="7"/>
                    <a:pt x="0" y="15"/>
                  </a:cubicBezTo>
                  <a:cubicBezTo>
                    <a:pt x="0" y="23"/>
                    <a:pt x="6" y="29"/>
                    <a:pt x="14" y="29"/>
                  </a:cubicBezTo>
                  <a:cubicBezTo>
                    <a:pt x="22" y="29"/>
                    <a:pt x="29" y="23"/>
                    <a:pt x="29" y="15"/>
                  </a:cubicBezTo>
                  <a:cubicBezTo>
                    <a:pt x="29" y="7"/>
                    <a:pt x="22" y="0"/>
                    <a:pt x="14" y="0"/>
                  </a:cubicBezTo>
                  <a:close/>
                  <a:moveTo>
                    <a:pt x="14" y="21"/>
                  </a:moveTo>
                  <a:cubicBezTo>
                    <a:pt x="11" y="21"/>
                    <a:pt x="8" y="18"/>
                    <a:pt x="8" y="15"/>
                  </a:cubicBezTo>
                  <a:cubicBezTo>
                    <a:pt x="8" y="11"/>
                    <a:pt x="11" y="8"/>
                    <a:pt x="14" y="8"/>
                  </a:cubicBezTo>
                  <a:cubicBezTo>
                    <a:pt x="18" y="8"/>
                    <a:pt x="21" y="11"/>
                    <a:pt x="21" y="15"/>
                  </a:cubicBezTo>
                  <a:cubicBezTo>
                    <a:pt x="21" y="18"/>
                    <a:pt x="18" y="21"/>
                    <a:pt x="14" y="21"/>
                  </a:cubicBezTo>
                  <a:close/>
                  <a:moveTo>
                    <a:pt x="14" y="21"/>
                  </a:moveTo>
                  <a:cubicBezTo>
                    <a:pt x="14" y="21"/>
                    <a:pt x="14" y="21"/>
                    <a:pt x="14" y="21"/>
                  </a:cubicBezTo>
                </a:path>
              </a:pathLst>
            </a:custGeom>
            <a:grpFill/>
            <a:ln>
              <a:solidFill>
                <a:schemeClr val="accent2"/>
              </a:solidFill>
              <a:headEnd/>
              <a:tailEnd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41" name="Group 126">
            <a:extLst>
              <a:ext uri="{FF2B5EF4-FFF2-40B4-BE49-F238E27FC236}">
                <a16:creationId xmlns:a16="http://schemas.microsoft.com/office/drawing/2014/main" id="{1A15C0AE-D784-4196-B7DC-B26456DBE791}"/>
              </a:ext>
            </a:extLst>
          </p:cNvPr>
          <p:cNvGrpSpPr/>
          <p:nvPr/>
        </p:nvGrpSpPr>
        <p:grpSpPr>
          <a:xfrm>
            <a:off x="3196170" y="5816305"/>
            <a:ext cx="367983" cy="253953"/>
            <a:chOff x="1616075" y="463551"/>
            <a:chExt cx="1173163" cy="809625"/>
          </a:xfrm>
          <a:solidFill>
            <a:schemeClr val="accent1">
              <a:lumMod val="75000"/>
            </a:schemeClr>
          </a:solidFill>
        </p:grpSpPr>
        <p:sp>
          <p:nvSpPr>
            <p:cNvPr id="242" name="Freeform 17">
              <a:extLst>
                <a:ext uri="{FF2B5EF4-FFF2-40B4-BE49-F238E27FC236}">
                  <a16:creationId xmlns:a16="http://schemas.microsoft.com/office/drawing/2014/main" id="{4B5CC5B5-412A-4E0A-A768-2611C8E33E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16075" y="463551"/>
              <a:ext cx="814388" cy="804863"/>
            </a:xfrm>
            <a:custGeom>
              <a:avLst/>
              <a:gdLst/>
              <a:ahLst/>
              <a:cxnLst>
                <a:cxn ang="0">
                  <a:pos x="215" y="95"/>
                </a:cxn>
                <a:cxn ang="0">
                  <a:pos x="190" y="38"/>
                </a:cxn>
                <a:cxn ang="0">
                  <a:pos x="165" y="19"/>
                </a:cxn>
                <a:cxn ang="0">
                  <a:pos x="117" y="0"/>
                </a:cxn>
                <a:cxn ang="0">
                  <a:pos x="75" y="28"/>
                </a:cxn>
                <a:cxn ang="0">
                  <a:pos x="38" y="24"/>
                </a:cxn>
                <a:cxn ang="0">
                  <a:pos x="28" y="74"/>
                </a:cxn>
                <a:cxn ang="0">
                  <a:pos x="0" y="116"/>
                </a:cxn>
                <a:cxn ang="0">
                  <a:pos x="25" y="174"/>
                </a:cxn>
                <a:cxn ang="0">
                  <a:pos x="50" y="192"/>
                </a:cxn>
                <a:cxn ang="0">
                  <a:pos x="98" y="212"/>
                </a:cxn>
                <a:cxn ang="0">
                  <a:pos x="141" y="183"/>
                </a:cxn>
                <a:cxn ang="0">
                  <a:pos x="177" y="187"/>
                </a:cxn>
                <a:cxn ang="0">
                  <a:pos x="187" y="138"/>
                </a:cxn>
                <a:cxn ang="0">
                  <a:pos x="165" y="174"/>
                </a:cxn>
                <a:cxn ang="0">
                  <a:pos x="140" y="164"/>
                </a:cxn>
                <a:cxn ang="0">
                  <a:pos x="126" y="173"/>
                </a:cxn>
                <a:cxn ang="0">
                  <a:pos x="99" y="194"/>
                </a:cxn>
                <a:cxn ang="0">
                  <a:pos x="88" y="170"/>
                </a:cxn>
                <a:cxn ang="0">
                  <a:pos x="72" y="166"/>
                </a:cxn>
                <a:cxn ang="0">
                  <a:pos x="38" y="162"/>
                </a:cxn>
                <a:cxn ang="0">
                  <a:pos x="48" y="138"/>
                </a:cxn>
                <a:cxn ang="0">
                  <a:pos x="39" y="123"/>
                </a:cxn>
                <a:cxn ang="0">
                  <a:pos x="17" y="97"/>
                </a:cxn>
                <a:cxn ang="0">
                  <a:pos x="42" y="87"/>
                </a:cxn>
                <a:cxn ang="0">
                  <a:pos x="46" y="71"/>
                </a:cxn>
                <a:cxn ang="0">
                  <a:pos x="50" y="38"/>
                </a:cxn>
                <a:cxn ang="0">
                  <a:pos x="75" y="47"/>
                </a:cxn>
                <a:cxn ang="0">
                  <a:pos x="90" y="38"/>
                </a:cxn>
                <a:cxn ang="0">
                  <a:pos x="116" y="18"/>
                </a:cxn>
                <a:cxn ang="0">
                  <a:pos x="127" y="42"/>
                </a:cxn>
                <a:cxn ang="0">
                  <a:pos x="144" y="46"/>
                </a:cxn>
                <a:cxn ang="0">
                  <a:pos x="177" y="49"/>
                </a:cxn>
                <a:cxn ang="0">
                  <a:pos x="167" y="74"/>
                </a:cxn>
                <a:cxn ang="0">
                  <a:pos x="177" y="88"/>
                </a:cxn>
                <a:cxn ang="0">
                  <a:pos x="198" y="114"/>
                </a:cxn>
                <a:cxn ang="0">
                  <a:pos x="173" y="125"/>
                </a:cxn>
                <a:cxn ang="0">
                  <a:pos x="169" y="141"/>
                </a:cxn>
                <a:cxn ang="0">
                  <a:pos x="165" y="174"/>
                </a:cxn>
                <a:cxn ang="0">
                  <a:pos x="165" y="174"/>
                </a:cxn>
              </a:cxnLst>
              <a:rect l="0" t="0" r="r" b="b"/>
              <a:pathLst>
                <a:path w="215" h="212">
                  <a:moveTo>
                    <a:pt x="215" y="115"/>
                  </a:moveTo>
                  <a:cubicBezTo>
                    <a:pt x="215" y="95"/>
                    <a:pt x="215" y="95"/>
                    <a:pt x="215" y="95"/>
                  </a:cubicBezTo>
                  <a:cubicBezTo>
                    <a:pt x="215" y="84"/>
                    <a:pt x="209" y="81"/>
                    <a:pt x="187" y="73"/>
                  </a:cubicBezTo>
                  <a:cubicBezTo>
                    <a:pt x="196" y="52"/>
                    <a:pt x="198" y="45"/>
                    <a:pt x="190" y="38"/>
                  </a:cubicBezTo>
                  <a:cubicBezTo>
                    <a:pt x="176" y="24"/>
                    <a:pt x="176" y="24"/>
                    <a:pt x="176" y="24"/>
                  </a:cubicBezTo>
                  <a:cubicBezTo>
                    <a:pt x="173" y="21"/>
                    <a:pt x="169" y="19"/>
                    <a:pt x="165" y="19"/>
                  </a:cubicBezTo>
                  <a:cubicBezTo>
                    <a:pt x="163" y="19"/>
                    <a:pt x="160" y="19"/>
                    <a:pt x="140" y="28"/>
                  </a:cubicBezTo>
                  <a:cubicBezTo>
                    <a:pt x="131" y="7"/>
                    <a:pt x="128" y="0"/>
                    <a:pt x="117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86" y="0"/>
                    <a:pt x="83" y="6"/>
                    <a:pt x="75" y="28"/>
                  </a:cubicBezTo>
                  <a:cubicBezTo>
                    <a:pt x="55" y="20"/>
                    <a:pt x="52" y="20"/>
                    <a:pt x="49" y="20"/>
                  </a:cubicBezTo>
                  <a:cubicBezTo>
                    <a:pt x="45" y="20"/>
                    <a:pt x="41" y="22"/>
                    <a:pt x="38" y="24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16" y="46"/>
                    <a:pt x="19" y="54"/>
                    <a:pt x="28" y="74"/>
                  </a:cubicBezTo>
                  <a:cubicBezTo>
                    <a:pt x="6" y="82"/>
                    <a:pt x="0" y="85"/>
                    <a:pt x="0" y="96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27"/>
                    <a:pt x="7" y="130"/>
                    <a:pt x="28" y="138"/>
                  </a:cubicBezTo>
                  <a:cubicBezTo>
                    <a:pt x="19" y="159"/>
                    <a:pt x="17" y="166"/>
                    <a:pt x="25" y="174"/>
                  </a:cubicBezTo>
                  <a:cubicBezTo>
                    <a:pt x="39" y="188"/>
                    <a:pt x="39" y="188"/>
                    <a:pt x="39" y="188"/>
                  </a:cubicBezTo>
                  <a:cubicBezTo>
                    <a:pt x="42" y="191"/>
                    <a:pt x="46" y="192"/>
                    <a:pt x="50" y="192"/>
                  </a:cubicBezTo>
                  <a:cubicBezTo>
                    <a:pt x="53" y="192"/>
                    <a:pt x="55" y="192"/>
                    <a:pt x="75" y="184"/>
                  </a:cubicBezTo>
                  <a:cubicBezTo>
                    <a:pt x="84" y="205"/>
                    <a:pt x="87" y="212"/>
                    <a:pt x="98" y="212"/>
                  </a:cubicBezTo>
                  <a:cubicBezTo>
                    <a:pt x="118" y="212"/>
                    <a:pt x="118" y="212"/>
                    <a:pt x="118" y="212"/>
                  </a:cubicBezTo>
                  <a:cubicBezTo>
                    <a:pt x="129" y="212"/>
                    <a:pt x="132" y="206"/>
                    <a:pt x="141" y="183"/>
                  </a:cubicBezTo>
                  <a:cubicBezTo>
                    <a:pt x="161" y="192"/>
                    <a:pt x="164" y="192"/>
                    <a:pt x="166" y="192"/>
                  </a:cubicBezTo>
                  <a:cubicBezTo>
                    <a:pt x="170" y="192"/>
                    <a:pt x="174" y="190"/>
                    <a:pt x="177" y="187"/>
                  </a:cubicBezTo>
                  <a:cubicBezTo>
                    <a:pt x="191" y="173"/>
                    <a:pt x="191" y="173"/>
                    <a:pt x="191" y="173"/>
                  </a:cubicBezTo>
                  <a:cubicBezTo>
                    <a:pt x="199" y="165"/>
                    <a:pt x="196" y="158"/>
                    <a:pt x="187" y="138"/>
                  </a:cubicBezTo>
                  <a:cubicBezTo>
                    <a:pt x="209" y="130"/>
                    <a:pt x="215" y="126"/>
                    <a:pt x="215" y="115"/>
                  </a:cubicBezTo>
                  <a:close/>
                  <a:moveTo>
                    <a:pt x="165" y="174"/>
                  </a:moveTo>
                  <a:cubicBezTo>
                    <a:pt x="163" y="174"/>
                    <a:pt x="158" y="172"/>
                    <a:pt x="144" y="166"/>
                  </a:cubicBezTo>
                  <a:cubicBezTo>
                    <a:pt x="140" y="164"/>
                    <a:pt x="140" y="164"/>
                    <a:pt x="140" y="164"/>
                  </a:cubicBezTo>
                  <a:cubicBezTo>
                    <a:pt x="127" y="170"/>
                    <a:pt x="127" y="170"/>
                    <a:pt x="127" y="170"/>
                  </a:cubicBezTo>
                  <a:cubicBezTo>
                    <a:pt x="126" y="173"/>
                    <a:pt x="126" y="173"/>
                    <a:pt x="126" y="173"/>
                  </a:cubicBezTo>
                  <a:cubicBezTo>
                    <a:pt x="124" y="178"/>
                    <a:pt x="119" y="190"/>
                    <a:pt x="117" y="194"/>
                  </a:cubicBezTo>
                  <a:cubicBezTo>
                    <a:pt x="99" y="194"/>
                    <a:pt x="99" y="194"/>
                    <a:pt x="99" y="194"/>
                  </a:cubicBezTo>
                  <a:cubicBezTo>
                    <a:pt x="97" y="190"/>
                    <a:pt x="92" y="178"/>
                    <a:pt x="90" y="173"/>
                  </a:cubicBezTo>
                  <a:cubicBezTo>
                    <a:pt x="88" y="170"/>
                    <a:pt x="88" y="170"/>
                    <a:pt x="88" y="170"/>
                  </a:cubicBezTo>
                  <a:cubicBezTo>
                    <a:pt x="75" y="164"/>
                    <a:pt x="75" y="164"/>
                    <a:pt x="75" y="164"/>
                  </a:cubicBezTo>
                  <a:cubicBezTo>
                    <a:pt x="72" y="166"/>
                    <a:pt x="72" y="166"/>
                    <a:pt x="72" y="166"/>
                  </a:cubicBezTo>
                  <a:cubicBezTo>
                    <a:pt x="57" y="172"/>
                    <a:pt x="52" y="174"/>
                    <a:pt x="51" y="175"/>
                  </a:cubicBezTo>
                  <a:cubicBezTo>
                    <a:pt x="38" y="162"/>
                    <a:pt x="38" y="162"/>
                    <a:pt x="38" y="162"/>
                  </a:cubicBezTo>
                  <a:cubicBezTo>
                    <a:pt x="39" y="158"/>
                    <a:pt x="44" y="146"/>
                    <a:pt x="46" y="141"/>
                  </a:cubicBezTo>
                  <a:cubicBezTo>
                    <a:pt x="48" y="138"/>
                    <a:pt x="48" y="138"/>
                    <a:pt x="48" y="138"/>
                  </a:cubicBezTo>
                  <a:cubicBezTo>
                    <a:pt x="42" y="125"/>
                    <a:pt x="42" y="125"/>
                    <a:pt x="42" y="125"/>
                  </a:cubicBezTo>
                  <a:cubicBezTo>
                    <a:pt x="39" y="123"/>
                    <a:pt x="39" y="123"/>
                    <a:pt x="39" y="123"/>
                  </a:cubicBezTo>
                  <a:cubicBezTo>
                    <a:pt x="34" y="122"/>
                    <a:pt x="22" y="117"/>
                    <a:pt x="17" y="115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22" y="95"/>
                    <a:pt x="33" y="91"/>
                    <a:pt x="39" y="88"/>
                  </a:cubicBezTo>
                  <a:cubicBezTo>
                    <a:pt x="42" y="87"/>
                    <a:pt x="42" y="87"/>
                    <a:pt x="42" y="87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46" y="71"/>
                    <a:pt x="46" y="71"/>
                    <a:pt x="46" y="71"/>
                  </a:cubicBezTo>
                  <a:cubicBezTo>
                    <a:pt x="44" y="66"/>
                    <a:pt x="39" y="55"/>
                    <a:pt x="37" y="50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2" y="38"/>
                    <a:pt x="57" y="40"/>
                    <a:pt x="72" y="46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90" y="38"/>
                    <a:pt x="90" y="38"/>
                    <a:pt x="90" y="38"/>
                  </a:cubicBezTo>
                  <a:cubicBezTo>
                    <a:pt x="91" y="34"/>
                    <a:pt x="96" y="22"/>
                    <a:pt x="98" y="18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9" y="22"/>
                    <a:pt x="124" y="34"/>
                    <a:pt x="125" y="39"/>
                  </a:cubicBezTo>
                  <a:cubicBezTo>
                    <a:pt x="127" y="42"/>
                    <a:pt x="127" y="42"/>
                    <a:pt x="127" y="42"/>
                  </a:cubicBezTo>
                  <a:cubicBezTo>
                    <a:pt x="140" y="47"/>
                    <a:pt x="140" y="47"/>
                    <a:pt x="140" y="47"/>
                  </a:cubicBezTo>
                  <a:cubicBezTo>
                    <a:pt x="144" y="46"/>
                    <a:pt x="144" y="46"/>
                    <a:pt x="144" y="46"/>
                  </a:cubicBezTo>
                  <a:cubicBezTo>
                    <a:pt x="158" y="39"/>
                    <a:pt x="163" y="37"/>
                    <a:pt x="165" y="37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6" y="54"/>
                    <a:pt x="171" y="66"/>
                    <a:pt x="169" y="70"/>
                  </a:cubicBezTo>
                  <a:cubicBezTo>
                    <a:pt x="167" y="74"/>
                    <a:pt x="167" y="74"/>
                    <a:pt x="167" y="74"/>
                  </a:cubicBezTo>
                  <a:cubicBezTo>
                    <a:pt x="173" y="87"/>
                    <a:pt x="173" y="87"/>
                    <a:pt x="173" y="87"/>
                  </a:cubicBezTo>
                  <a:cubicBezTo>
                    <a:pt x="177" y="88"/>
                    <a:pt x="177" y="88"/>
                    <a:pt x="177" y="88"/>
                  </a:cubicBezTo>
                  <a:cubicBezTo>
                    <a:pt x="181" y="90"/>
                    <a:pt x="193" y="94"/>
                    <a:pt x="198" y="97"/>
                  </a:cubicBezTo>
                  <a:cubicBezTo>
                    <a:pt x="198" y="114"/>
                    <a:pt x="198" y="114"/>
                    <a:pt x="198" y="114"/>
                  </a:cubicBezTo>
                  <a:cubicBezTo>
                    <a:pt x="194" y="117"/>
                    <a:pt x="181" y="121"/>
                    <a:pt x="176" y="123"/>
                  </a:cubicBezTo>
                  <a:cubicBezTo>
                    <a:pt x="173" y="125"/>
                    <a:pt x="173" y="125"/>
                    <a:pt x="173" y="125"/>
                  </a:cubicBezTo>
                  <a:cubicBezTo>
                    <a:pt x="167" y="138"/>
                    <a:pt x="167" y="138"/>
                    <a:pt x="167" y="138"/>
                  </a:cubicBezTo>
                  <a:cubicBezTo>
                    <a:pt x="169" y="141"/>
                    <a:pt x="169" y="141"/>
                    <a:pt x="169" y="141"/>
                  </a:cubicBezTo>
                  <a:cubicBezTo>
                    <a:pt x="171" y="145"/>
                    <a:pt x="177" y="157"/>
                    <a:pt x="178" y="162"/>
                  </a:cubicBezTo>
                  <a:lnTo>
                    <a:pt x="165" y="174"/>
                  </a:lnTo>
                  <a:close/>
                  <a:moveTo>
                    <a:pt x="165" y="174"/>
                  </a:moveTo>
                  <a:cubicBezTo>
                    <a:pt x="165" y="174"/>
                    <a:pt x="165" y="174"/>
                    <a:pt x="165" y="174"/>
                  </a:cubicBezTo>
                </a:path>
              </a:pathLst>
            </a:custGeom>
            <a:grpFill/>
            <a:ln>
              <a:solidFill>
                <a:schemeClr val="accent2"/>
              </a:solidFill>
              <a:headEnd/>
              <a:tailEnd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3" name="Freeform 18">
              <a:extLst>
                <a:ext uri="{FF2B5EF4-FFF2-40B4-BE49-F238E27FC236}">
                  <a16:creationId xmlns:a16="http://schemas.microsoft.com/office/drawing/2014/main" id="{66CC4CAB-34CA-43DA-8812-9E8A815F1E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03413" y="744538"/>
              <a:ext cx="242888" cy="239713"/>
            </a:xfrm>
            <a:custGeom>
              <a:avLst/>
              <a:gdLst/>
              <a:ahLst/>
              <a:cxnLst>
                <a:cxn ang="0">
                  <a:pos x="32" y="0"/>
                </a:cxn>
                <a:cxn ang="0">
                  <a:pos x="0" y="32"/>
                </a:cxn>
                <a:cxn ang="0">
                  <a:pos x="32" y="63"/>
                </a:cxn>
                <a:cxn ang="0">
                  <a:pos x="64" y="32"/>
                </a:cxn>
                <a:cxn ang="0">
                  <a:pos x="32" y="0"/>
                </a:cxn>
                <a:cxn ang="0">
                  <a:pos x="32" y="46"/>
                </a:cxn>
                <a:cxn ang="0">
                  <a:pos x="17" y="32"/>
                </a:cxn>
                <a:cxn ang="0">
                  <a:pos x="32" y="18"/>
                </a:cxn>
                <a:cxn ang="0">
                  <a:pos x="46" y="32"/>
                </a:cxn>
                <a:cxn ang="0">
                  <a:pos x="32" y="46"/>
                </a:cxn>
                <a:cxn ang="0">
                  <a:pos x="32" y="46"/>
                </a:cxn>
                <a:cxn ang="0">
                  <a:pos x="32" y="46"/>
                </a:cxn>
              </a:cxnLst>
              <a:rect l="0" t="0" r="r" b="b"/>
              <a:pathLst>
                <a:path w="64" h="63">
                  <a:moveTo>
                    <a:pt x="32" y="0"/>
                  </a:moveTo>
                  <a:cubicBezTo>
                    <a:pt x="14" y="0"/>
                    <a:pt x="0" y="15"/>
                    <a:pt x="0" y="32"/>
                  </a:cubicBezTo>
                  <a:cubicBezTo>
                    <a:pt x="0" y="49"/>
                    <a:pt x="14" y="63"/>
                    <a:pt x="32" y="63"/>
                  </a:cubicBezTo>
                  <a:cubicBezTo>
                    <a:pt x="49" y="63"/>
                    <a:pt x="64" y="49"/>
                    <a:pt x="64" y="32"/>
                  </a:cubicBezTo>
                  <a:cubicBezTo>
                    <a:pt x="64" y="15"/>
                    <a:pt x="49" y="0"/>
                    <a:pt x="32" y="0"/>
                  </a:cubicBezTo>
                  <a:close/>
                  <a:moveTo>
                    <a:pt x="32" y="46"/>
                  </a:moveTo>
                  <a:cubicBezTo>
                    <a:pt x="24" y="46"/>
                    <a:pt x="17" y="40"/>
                    <a:pt x="17" y="32"/>
                  </a:cubicBezTo>
                  <a:cubicBezTo>
                    <a:pt x="17" y="24"/>
                    <a:pt x="24" y="18"/>
                    <a:pt x="32" y="18"/>
                  </a:cubicBezTo>
                  <a:cubicBezTo>
                    <a:pt x="40" y="18"/>
                    <a:pt x="46" y="24"/>
                    <a:pt x="46" y="32"/>
                  </a:cubicBezTo>
                  <a:cubicBezTo>
                    <a:pt x="46" y="40"/>
                    <a:pt x="40" y="46"/>
                    <a:pt x="32" y="46"/>
                  </a:cubicBezTo>
                  <a:close/>
                  <a:moveTo>
                    <a:pt x="32" y="46"/>
                  </a:moveTo>
                  <a:cubicBezTo>
                    <a:pt x="32" y="46"/>
                    <a:pt x="32" y="46"/>
                    <a:pt x="32" y="46"/>
                  </a:cubicBezTo>
                </a:path>
              </a:pathLst>
            </a:custGeom>
            <a:grpFill/>
            <a:ln>
              <a:solidFill>
                <a:schemeClr val="accent2"/>
              </a:solidFill>
              <a:headEnd/>
              <a:tailEnd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4" name="Freeform 19">
              <a:extLst>
                <a:ext uri="{FF2B5EF4-FFF2-40B4-BE49-F238E27FC236}">
                  <a16:creationId xmlns:a16="http://schemas.microsoft.com/office/drawing/2014/main" id="{AE5C7F02-DDA0-43F8-AD46-6291857B73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14588" y="903288"/>
              <a:ext cx="374650" cy="369888"/>
            </a:xfrm>
            <a:custGeom>
              <a:avLst/>
              <a:gdLst/>
              <a:ahLst/>
              <a:cxnLst>
                <a:cxn ang="0">
                  <a:pos x="87" y="17"/>
                </a:cxn>
                <a:cxn ang="0">
                  <a:pos x="76" y="9"/>
                </a:cxn>
                <a:cxn ang="0">
                  <a:pos x="54" y="0"/>
                </a:cxn>
                <a:cxn ang="0">
                  <a:pos x="34" y="13"/>
                </a:cxn>
                <a:cxn ang="0">
                  <a:pos x="18" y="11"/>
                </a:cxn>
                <a:cxn ang="0">
                  <a:pos x="13" y="34"/>
                </a:cxn>
                <a:cxn ang="0">
                  <a:pos x="0" y="53"/>
                </a:cxn>
                <a:cxn ang="0">
                  <a:pos x="11" y="80"/>
                </a:cxn>
                <a:cxn ang="0">
                  <a:pos x="23" y="88"/>
                </a:cxn>
                <a:cxn ang="0">
                  <a:pos x="45" y="97"/>
                </a:cxn>
                <a:cxn ang="0">
                  <a:pos x="64" y="84"/>
                </a:cxn>
                <a:cxn ang="0">
                  <a:pos x="81" y="86"/>
                </a:cxn>
                <a:cxn ang="0">
                  <a:pos x="86" y="63"/>
                </a:cxn>
                <a:cxn ang="0">
                  <a:pos x="99" y="44"/>
                </a:cxn>
                <a:cxn ang="0">
                  <a:pos x="91" y="52"/>
                </a:cxn>
                <a:cxn ang="0">
                  <a:pos x="79" y="57"/>
                </a:cxn>
                <a:cxn ang="0">
                  <a:pos x="78" y="65"/>
                </a:cxn>
                <a:cxn ang="0">
                  <a:pos x="76" y="80"/>
                </a:cxn>
                <a:cxn ang="0">
                  <a:pos x="64" y="75"/>
                </a:cxn>
                <a:cxn ang="0">
                  <a:pos x="58" y="79"/>
                </a:cxn>
                <a:cxn ang="0">
                  <a:pos x="45" y="89"/>
                </a:cxn>
                <a:cxn ang="0">
                  <a:pos x="41" y="78"/>
                </a:cxn>
                <a:cxn ang="0">
                  <a:pos x="33" y="76"/>
                </a:cxn>
                <a:cxn ang="0">
                  <a:pos x="17" y="74"/>
                </a:cxn>
                <a:cxn ang="0">
                  <a:pos x="22" y="63"/>
                </a:cxn>
                <a:cxn ang="0">
                  <a:pos x="18" y="57"/>
                </a:cxn>
                <a:cxn ang="0">
                  <a:pos x="8" y="45"/>
                </a:cxn>
                <a:cxn ang="0">
                  <a:pos x="19" y="40"/>
                </a:cxn>
                <a:cxn ang="0">
                  <a:pos x="21" y="32"/>
                </a:cxn>
                <a:cxn ang="0">
                  <a:pos x="23" y="17"/>
                </a:cxn>
                <a:cxn ang="0">
                  <a:pos x="34" y="22"/>
                </a:cxn>
                <a:cxn ang="0">
                  <a:pos x="41" y="18"/>
                </a:cxn>
                <a:cxn ang="0">
                  <a:pos x="53" y="8"/>
                </a:cxn>
                <a:cxn ang="0">
                  <a:pos x="58" y="19"/>
                </a:cxn>
                <a:cxn ang="0">
                  <a:pos x="66" y="21"/>
                </a:cxn>
                <a:cxn ang="0">
                  <a:pos x="81" y="23"/>
                </a:cxn>
                <a:cxn ang="0">
                  <a:pos x="77" y="34"/>
                </a:cxn>
                <a:cxn ang="0">
                  <a:pos x="81" y="41"/>
                </a:cxn>
                <a:cxn ang="0">
                  <a:pos x="91" y="52"/>
                </a:cxn>
                <a:cxn ang="0">
                  <a:pos x="91" y="52"/>
                </a:cxn>
              </a:cxnLst>
              <a:rect l="0" t="0" r="r" b="b"/>
              <a:pathLst>
                <a:path w="99" h="97">
                  <a:moveTo>
                    <a:pt x="86" y="34"/>
                  </a:moveTo>
                  <a:cubicBezTo>
                    <a:pt x="90" y="24"/>
                    <a:pt x="91" y="21"/>
                    <a:pt x="87" y="17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79" y="10"/>
                    <a:pt x="78" y="9"/>
                    <a:pt x="76" y="9"/>
                  </a:cubicBezTo>
                  <a:cubicBezTo>
                    <a:pt x="75" y="9"/>
                    <a:pt x="73" y="9"/>
                    <a:pt x="64" y="13"/>
                  </a:cubicBezTo>
                  <a:cubicBezTo>
                    <a:pt x="60" y="3"/>
                    <a:pt x="59" y="0"/>
                    <a:pt x="54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38" y="3"/>
                    <a:pt x="34" y="13"/>
                  </a:cubicBezTo>
                  <a:cubicBezTo>
                    <a:pt x="25" y="9"/>
                    <a:pt x="24" y="9"/>
                    <a:pt x="23" y="9"/>
                  </a:cubicBezTo>
                  <a:cubicBezTo>
                    <a:pt x="21" y="9"/>
                    <a:pt x="19" y="10"/>
                    <a:pt x="18" y="11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7" y="21"/>
                    <a:pt x="9" y="25"/>
                    <a:pt x="13" y="34"/>
                  </a:cubicBezTo>
                  <a:cubicBezTo>
                    <a:pt x="3" y="38"/>
                    <a:pt x="0" y="39"/>
                    <a:pt x="0" y="44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9"/>
                    <a:pt x="3" y="60"/>
                    <a:pt x="13" y="64"/>
                  </a:cubicBezTo>
                  <a:cubicBezTo>
                    <a:pt x="9" y="73"/>
                    <a:pt x="8" y="76"/>
                    <a:pt x="11" y="80"/>
                  </a:cubicBezTo>
                  <a:cubicBezTo>
                    <a:pt x="18" y="86"/>
                    <a:pt x="18" y="86"/>
                    <a:pt x="18" y="86"/>
                  </a:cubicBezTo>
                  <a:cubicBezTo>
                    <a:pt x="19" y="87"/>
                    <a:pt x="21" y="88"/>
                    <a:pt x="23" y="88"/>
                  </a:cubicBezTo>
                  <a:cubicBezTo>
                    <a:pt x="24" y="88"/>
                    <a:pt x="25" y="88"/>
                    <a:pt x="35" y="84"/>
                  </a:cubicBezTo>
                  <a:cubicBezTo>
                    <a:pt x="38" y="94"/>
                    <a:pt x="40" y="97"/>
                    <a:pt x="45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9" y="97"/>
                    <a:pt x="61" y="94"/>
                    <a:pt x="64" y="84"/>
                  </a:cubicBezTo>
                  <a:cubicBezTo>
                    <a:pt x="74" y="88"/>
                    <a:pt x="75" y="88"/>
                    <a:pt x="76" y="88"/>
                  </a:cubicBezTo>
                  <a:cubicBezTo>
                    <a:pt x="78" y="88"/>
                    <a:pt x="80" y="87"/>
                    <a:pt x="81" y="86"/>
                  </a:cubicBezTo>
                  <a:cubicBezTo>
                    <a:pt x="88" y="79"/>
                    <a:pt x="88" y="79"/>
                    <a:pt x="88" y="79"/>
                  </a:cubicBezTo>
                  <a:cubicBezTo>
                    <a:pt x="91" y="76"/>
                    <a:pt x="90" y="72"/>
                    <a:pt x="86" y="63"/>
                  </a:cubicBezTo>
                  <a:cubicBezTo>
                    <a:pt x="95" y="59"/>
                    <a:pt x="99" y="58"/>
                    <a:pt x="99" y="53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39"/>
                    <a:pt x="95" y="37"/>
                    <a:pt x="86" y="34"/>
                  </a:cubicBezTo>
                  <a:close/>
                  <a:moveTo>
                    <a:pt x="91" y="52"/>
                  </a:moveTo>
                  <a:cubicBezTo>
                    <a:pt x="89" y="54"/>
                    <a:pt x="83" y="56"/>
                    <a:pt x="81" y="57"/>
                  </a:cubicBezTo>
                  <a:cubicBezTo>
                    <a:pt x="79" y="57"/>
                    <a:pt x="79" y="57"/>
                    <a:pt x="79" y="57"/>
                  </a:cubicBezTo>
                  <a:cubicBezTo>
                    <a:pt x="77" y="63"/>
                    <a:pt x="77" y="63"/>
                    <a:pt x="77" y="63"/>
                  </a:cubicBezTo>
                  <a:cubicBezTo>
                    <a:pt x="78" y="65"/>
                    <a:pt x="78" y="65"/>
                    <a:pt x="78" y="65"/>
                  </a:cubicBezTo>
                  <a:cubicBezTo>
                    <a:pt x="78" y="67"/>
                    <a:pt x="81" y="72"/>
                    <a:pt x="82" y="74"/>
                  </a:cubicBezTo>
                  <a:cubicBezTo>
                    <a:pt x="76" y="80"/>
                    <a:pt x="76" y="80"/>
                    <a:pt x="76" y="80"/>
                  </a:cubicBezTo>
                  <a:cubicBezTo>
                    <a:pt x="75" y="80"/>
                    <a:pt x="72" y="79"/>
                    <a:pt x="66" y="76"/>
                  </a:cubicBezTo>
                  <a:cubicBezTo>
                    <a:pt x="64" y="75"/>
                    <a:pt x="64" y="75"/>
                    <a:pt x="64" y="75"/>
                  </a:cubicBezTo>
                  <a:cubicBezTo>
                    <a:pt x="58" y="78"/>
                    <a:pt x="58" y="78"/>
                    <a:pt x="58" y="78"/>
                  </a:cubicBezTo>
                  <a:cubicBezTo>
                    <a:pt x="58" y="79"/>
                    <a:pt x="58" y="79"/>
                    <a:pt x="58" y="79"/>
                  </a:cubicBezTo>
                  <a:cubicBezTo>
                    <a:pt x="57" y="81"/>
                    <a:pt x="55" y="87"/>
                    <a:pt x="54" y="89"/>
                  </a:cubicBezTo>
                  <a:cubicBezTo>
                    <a:pt x="45" y="89"/>
                    <a:pt x="45" y="89"/>
                    <a:pt x="45" y="89"/>
                  </a:cubicBezTo>
                  <a:cubicBezTo>
                    <a:pt x="44" y="87"/>
                    <a:pt x="42" y="82"/>
                    <a:pt x="41" y="79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26" y="79"/>
                    <a:pt x="24" y="80"/>
                    <a:pt x="23" y="80"/>
                  </a:cubicBezTo>
                  <a:cubicBezTo>
                    <a:pt x="17" y="74"/>
                    <a:pt x="17" y="74"/>
                    <a:pt x="17" y="74"/>
                  </a:cubicBezTo>
                  <a:cubicBezTo>
                    <a:pt x="18" y="72"/>
                    <a:pt x="20" y="67"/>
                    <a:pt x="21" y="65"/>
                  </a:cubicBezTo>
                  <a:cubicBezTo>
                    <a:pt x="22" y="63"/>
                    <a:pt x="22" y="63"/>
                    <a:pt x="22" y="63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6" y="56"/>
                    <a:pt x="10" y="54"/>
                    <a:pt x="8" y="53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10" y="44"/>
                    <a:pt x="15" y="42"/>
                    <a:pt x="18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0" y="31"/>
                    <a:pt x="18" y="25"/>
                    <a:pt x="17" y="23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4" y="18"/>
                    <a:pt x="26" y="18"/>
                    <a:pt x="33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41" y="18"/>
                    <a:pt x="41" y="18"/>
                    <a:pt x="41" y="18"/>
                  </a:cubicBezTo>
                  <a:cubicBezTo>
                    <a:pt x="42" y="16"/>
                    <a:pt x="44" y="10"/>
                    <a:pt x="45" y="8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4" y="10"/>
                    <a:pt x="57" y="16"/>
                    <a:pt x="58" y="18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64" y="22"/>
                    <a:pt x="64" y="22"/>
                    <a:pt x="64" y="22"/>
                  </a:cubicBezTo>
                  <a:cubicBezTo>
                    <a:pt x="66" y="21"/>
                    <a:pt x="66" y="21"/>
                    <a:pt x="66" y="21"/>
                  </a:cubicBezTo>
                  <a:cubicBezTo>
                    <a:pt x="72" y="18"/>
                    <a:pt x="75" y="17"/>
                    <a:pt x="75" y="17"/>
                  </a:cubicBezTo>
                  <a:cubicBezTo>
                    <a:pt x="81" y="23"/>
                    <a:pt x="81" y="23"/>
                    <a:pt x="81" y="23"/>
                  </a:cubicBezTo>
                  <a:cubicBezTo>
                    <a:pt x="81" y="25"/>
                    <a:pt x="78" y="30"/>
                    <a:pt x="77" y="32"/>
                  </a:cubicBezTo>
                  <a:cubicBezTo>
                    <a:pt x="77" y="34"/>
                    <a:pt x="77" y="34"/>
                    <a:pt x="77" y="34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81" y="41"/>
                    <a:pt x="81" y="41"/>
                    <a:pt x="81" y="41"/>
                  </a:cubicBezTo>
                  <a:cubicBezTo>
                    <a:pt x="83" y="41"/>
                    <a:pt x="89" y="43"/>
                    <a:pt x="91" y="44"/>
                  </a:cubicBezTo>
                  <a:lnTo>
                    <a:pt x="91" y="52"/>
                  </a:lnTo>
                  <a:close/>
                  <a:moveTo>
                    <a:pt x="91" y="52"/>
                  </a:moveTo>
                  <a:cubicBezTo>
                    <a:pt x="91" y="52"/>
                    <a:pt x="91" y="52"/>
                    <a:pt x="91" y="52"/>
                  </a:cubicBezTo>
                </a:path>
              </a:pathLst>
            </a:custGeom>
            <a:grpFill/>
            <a:ln>
              <a:solidFill>
                <a:schemeClr val="accent2"/>
              </a:solidFill>
              <a:headEnd/>
              <a:tailEnd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5" name="Freeform 20">
              <a:extLst>
                <a:ext uri="{FF2B5EF4-FFF2-40B4-BE49-F238E27FC236}">
                  <a16:creationId xmlns:a16="http://schemas.microsoft.com/office/drawing/2014/main" id="{0227D269-C8E2-4995-A44C-D99CB9435D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47938" y="1033463"/>
              <a:ext cx="109538" cy="10953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5"/>
                </a:cxn>
                <a:cxn ang="0">
                  <a:pos x="14" y="29"/>
                </a:cxn>
                <a:cxn ang="0">
                  <a:pos x="29" y="15"/>
                </a:cxn>
                <a:cxn ang="0">
                  <a:pos x="14" y="0"/>
                </a:cxn>
                <a:cxn ang="0">
                  <a:pos x="14" y="21"/>
                </a:cxn>
                <a:cxn ang="0">
                  <a:pos x="8" y="15"/>
                </a:cxn>
                <a:cxn ang="0">
                  <a:pos x="14" y="8"/>
                </a:cxn>
                <a:cxn ang="0">
                  <a:pos x="21" y="15"/>
                </a:cxn>
                <a:cxn ang="0">
                  <a:pos x="14" y="21"/>
                </a:cxn>
                <a:cxn ang="0">
                  <a:pos x="14" y="21"/>
                </a:cxn>
                <a:cxn ang="0">
                  <a:pos x="14" y="21"/>
                </a:cxn>
              </a:cxnLst>
              <a:rect l="0" t="0" r="r" b="b"/>
              <a:pathLst>
                <a:path w="29" h="29">
                  <a:moveTo>
                    <a:pt x="14" y="0"/>
                  </a:moveTo>
                  <a:cubicBezTo>
                    <a:pt x="6" y="0"/>
                    <a:pt x="0" y="7"/>
                    <a:pt x="0" y="15"/>
                  </a:cubicBezTo>
                  <a:cubicBezTo>
                    <a:pt x="0" y="23"/>
                    <a:pt x="6" y="29"/>
                    <a:pt x="14" y="29"/>
                  </a:cubicBezTo>
                  <a:cubicBezTo>
                    <a:pt x="22" y="29"/>
                    <a:pt x="29" y="23"/>
                    <a:pt x="29" y="15"/>
                  </a:cubicBezTo>
                  <a:cubicBezTo>
                    <a:pt x="29" y="7"/>
                    <a:pt x="22" y="0"/>
                    <a:pt x="14" y="0"/>
                  </a:cubicBezTo>
                  <a:close/>
                  <a:moveTo>
                    <a:pt x="14" y="21"/>
                  </a:moveTo>
                  <a:cubicBezTo>
                    <a:pt x="11" y="21"/>
                    <a:pt x="8" y="18"/>
                    <a:pt x="8" y="15"/>
                  </a:cubicBezTo>
                  <a:cubicBezTo>
                    <a:pt x="8" y="11"/>
                    <a:pt x="11" y="8"/>
                    <a:pt x="14" y="8"/>
                  </a:cubicBezTo>
                  <a:cubicBezTo>
                    <a:pt x="18" y="8"/>
                    <a:pt x="21" y="11"/>
                    <a:pt x="21" y="15"/>
                  </a:cubicBezTo>
                  <a:cubicBezTo>
                    <a:pt x="21" y="18"/>
                    <a:pt x="18" y="21"/>
                    <a:pt x="14" y="21"/>
                  </a:cubicBezTo>
                  <a:close/>
                  <a:moveTo>
                    <a:pt x="14" y="21"/>
                  </a:moveTo>
                  <a:cubicBezTo>
                    <a:pt x="14" y="21"/>
                    <a:pt x="14" y="21"/>
                    <a:pt x="14" y="21"/>
                  </a:cubicBezTo>
                </a:path>
              </a:pathLst>
            </a:custGeom>
            <a:grpFill/>
            <a:ln>
              <a:solidFill>
                <a:schemeClr val="accent2"/>
              </a:solidFill>
              <a:headEnd/>
              <a:tailEnd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46" name="Group 126">
            <a:extLst>
              <a:ext uri="{FF2B5EF4-FFF2-40B4-BE49-F238E27FC236}">
                <a16:creationId xmlns:a16="http://schemas.microsoft.com/office/drawing/2014/main" id="{997776FD-E3F9-49A2-9A1B-7D06FCBE3535}"/>
              </a:ext>
            </a:extLst>
          </p:cNvPr>
          <p:cNvGrpSpPr/>
          <p:nvPr/>
        </p:nvGrpSpPr>
        <p:grpSpPr>
          <a:xfrm>
            <a:off x="7073339" y="5863346"/>
            <a:ext cx="367983" cy="253953"/>
            <a:chOff x="1616075" y="463551"/>
            <a:chExt cx="1173163" cy="809625"/>
          </a:xfrm>
          <a:solidFill>
            <a:schemeClr val="accent1">
              <a:lumMod val="75000"/>
            </a:schemeClr>
          </a:solidFill>
        </p:grpSpPr>
        <p:sp>
          <p:nvSpPr>
            <p:cNvPr id="247" name="Freeform 17">
              <a:extLst>
                <a:ext uri="{FF2B5EF4-FFF2-40B4-BE49-F238E27FC236}">
                  <a16:creationId xmlns:a16="http://schemas.microsoft.com/office/drawing/2014/main" id="{2E91A99D-0B9D-49D4-B50A-BEBC8D125D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16075" y="463551"/>
              <a:ext cx="814388" cy="804863"/>
            </a:xfrm>
            <a:custGeom>
              <a:avLst/>
              <a:gdLst/>
              <a:ahLst/>
              <a:cxnLst>
                <a:cxn ang="0">
                  <a:pos x="215" y="95"/>
                </a:cxn>
                <a:cxn ang="0">
                  <a:pos x="190" y="38"/>
                </a:cxn>
                <a:cxn ang="0">
                  <a:pos x="165" y="19"/>
                </a:cxn>
                <a:cxn ang="0">
                  <a:pos x="117" y="0"/>
                </a:cxn>
                <a:cxn ang="0">
                  <a:pos x="75" y="28"/>
                </a:cxn>
                <a:cxn ang="0">
                  <a:pos x="38" y="24"/>
                </a:cxn>
                <a:cxn ang="0">
                  <a:pos x="28" y="74"/>
                </a:cxn>
                <a:cxn ang="0">
                  <a:pos x="0" y="116"/>
                </a:cxn>
                <a:cxn ang="0">
                  <a:pos x="25" y="174"/>
                </a:cxn>
                <a:cxn ang="0">
                  <a:pos x="50" y="192"/>
                </a:cxn>
                <a:cxn ang="0">
                  <a:pos x="98" y="212"/>
                </a:cxn>
                <a:cxn ang="0">
                  <a:pos x="141" y="183"/>
                </a:cxn>
                <a:cxn ang="0">
                  <a:pos x="177" y="187"/>
                </a:cxn>
                <a:cxn ang="0">
                  <a:pos x="187" y="138"/>
                </a:cxn>
                <a:cxn ang="0">
                  <a:pos x="165" y="174"/>
                </a:cxn>
                <a:cxn ang="0">
                  <a:pos x="140" y="164"/>
                </a:cxn>
                <a:cxn ang="0">
                  <a:pos x="126" y="173"/>
                </a:cxn>
                <a:cxn ang="0">
                  <a:pos x="99" y="194"/>
                </a:cxn>
                <a:cxn ang="0">
                  <a:pos x="88" y="170"/>
                </a:cxn>
                <a:cxn ang="0">
                  <a:pos x="72" y="166"/>
                </a:cxn>
                <a:cxn ang="0">
                  <a:pos x="38" y="162"/>
                </a:cxn>
                <a:cxn ang="0">
                  <a:pos x="48" y="138"/>
                </a:cxn>
                <a:cxn ang="0">
                  <a:pos x="39" y="123"/>
                </a:cxn>
                <a:cxn ang="0">
                  <a:pos x="17" y="97"/>
                </a:cxn>
                <a:cxn ang="0">
                  <a:pos x="42" y="87"/>
                </a:cxn>
                <a:cxn ang="0">
                  <a:pos x="46" y="71"/>
                </a:cxn>
                <a:cxn ang="0">
                  <a:pos x="50" y="38"/>
                </a:cxn>
                <a:cxn ang="0">
                  <a:pos x="75" y="47"/>
                </a:cxn>
                <a:cxn ang="0">
                  <a:pos x="90" y="38"/>
                </a:cxn>
                <a:cxn ang="0">
                  <a:pos x="116" y="18"/>
                </a:cxn>
                <a:cxn ang="0">
                  <a:pos x="127" y="42"/>
                </a:cxn>
                <a:cxn ang="0">
                  <a:pos x="144" y="46"/>
                </a:cxn>
                <a:cxn ang="0">
                  <a:pos x="177" y="49"/>
                </a:cxn>
                <a:cxn ang="0">
                  <a:pos x="167" y="74"/>
                </a:cxn>
                <a:cxn ang="0">
                  <a:pos x="177" y="88"/>
                </a:cxn>
                <a:cxn ang="0">
                  <a:pos x="198" y="114"/>
                </a:cxn>
                <a:cxn ang="0">
                  <a:pos x="173" y="125"/>
                </a:cxn>
                <a:cxn ang="0">
                  <a:pos x="169" y="141"/>
                </a:cxn>
                <a:cxn ang="0">
                  <a:pos x="165" y="174"/>
                </a:cxn>
                <a:cxn ang="0">
                  <a:pos x="165" y="174"/>
                </a:cxn>
              </a:cxnLst>
              <a:rect l="0" t="0" r="r" b="b"/>
              <a:pathLst>
                <a:path w="215" h="212">
                  <a:moveTo>
                    <a:pt x="215" y="115"/>
                  </a:moveTo>
                  <a:cubicBezTo>
                    <a:pt x="215" y="95"/>
                    <a:pt x="215" y="95"/>
                    <a:pt x="215" y="95"/>
                  </a:cubicBezTo>
                  <a:cubicBezTo>
                    <a:pt x="215" y="84"/>
                    <a:pt x="209" y="81"/>
                    <a:pt x="187" y="73"/>
                  </a:cubicBezTo>
                  <a:cubicBezTo>
                    <a:pt x="196" y="52"/>
                    <a:pt x="198" y="45"/>
                    <a:pt x="190" y="38"/>
                  </a:cubicBezTo>
                  <a:cubicBezTo>
                    <a:pt x="176" y="24"/>
                    <a:pt x="176" y="24"/>
                    <a:pt x="176" y="24"/>
                  </a:cubicBezTo>
                  <a:cubicBezTo>
                    <a:pt x="173" y="21"/>
                    <a:pt x="169" y="19"/>
                    <a:pt x="165" y="19"/>
                  </a:cubicBezTo>
                  <a:cubicBezTo>
                    <a:pt x="163" y="19"/>
                    <a:pt x="160" y="19"/>
                    <a:pt x="140" y="28"/>
                  </a:cubicBezTo>
                  <a:cubicBezTo>
                    <a:pt x="131" y="7"/>
                    <a:pt x="128" y="0"/>
                    <a:pt x="117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86" y="0"/>
                    <a:pt x="83" y="6"/>
                    <a:pt x="75" y="28"/>
                  </a:cubicBezTo>
                  <a:cubicBezTo>
                    <a:pt x="55" y="20"/>
                    <a:pt x="52" y="20"/>
                    <a:pt x="49" y="20"/>
                  </a:cubicBezTo>
                  <a:cubicBezTo>
                    <a:pt x="45" y="20"/>
                    <a:pt x="41" y="22"/>
                    <a:pt x="38" y="24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16" y="46"/>
                    <a:pt x="19" y="54"/>
                    <a:pt x="28" y="74"/>
                  </a:cubicBezTo>
                  <a:cubicBezTo>
                    <a:pt x="6" y="82"/>
                    <a:pt x="0" y="85"/>
                    <a:pt x="0" y="96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27"/>
                    <a:pt x="7" y="130"/>
                    <a:pt x="28" y="138"/>
                  </a:cubicBezTo>
                  <a:cubicBezTo>
                    <a:pt x="19" y="159"/>
                    <a:pt x="17" y="166"/>
                    <a:pt x="25" y="174"/>
                  </a:cubicBezTo>
                  <a:cubicBezTo>
                    <a:pt x="39" y="188"/>
                    <a:pt x="39" y="188"/>
                    <a:pt x="39" y="188"/>
                  </a:cubicBezTo>
                  <a:cubicBezTo>
                    <a:pt x="42" y="191"/>
                    <a:pt x="46" y="192"/>
                    <a:pt x="50" y="192"/>
                  </a:cubicBezTo>
                  <a:cubicBezTo>
                    <a:pt x="53" y="192"/>
                    <a:pt x="55" y="192"/>
                    <a:pt x="75" y="184"/>
                  </a:cubicBezTo>
                  <a:cubicBezTo>
                    <a:pt x="84" y="205"/>
                    <a:pt x="87" y="212"/>
                    <a:pt x="98" y="212"/>
                  </a:cubicBezTo>
                  <a:cubicBezTo>
                    <a:pt x="118" y="212"/>
                    <a:pt x="118" y="212"/>
                    <a:pt x="118" y="212"/>
                  </a:cubicBezTo>
                  <a:cubicBezTo>
                    <a:pt x="129" y="212"/>
                    <a:pt x="132" y="206"/>
                    <a:pt x="141" y="183"/>
                  </a:cubicBezTo>
                  <a:cubicBezTo>
                    <a:pt x="161" y="192"/>
                    <a:pt x="164" y="192"/>
                    <a:pt x="166" y="192"/>
                  </a:cubicBezTo>
                  <a:cubicBezTo>
                    <a:pt x="170" y="192"/>
                    <a:pt x="174" y="190"/>
                    <a:pt x="177" y="187"/>
                  </a:cubicBezTo>
                  <a:cubicBezTo>
                    <a:pt x="191" y="173"/>
                    <a:pt x="191" y="173"/>
                    <a:pt x="191" y="173"/>
                  </a:cubicBezTo>
                  <a:cubicBezTo>
                    <a:pt x="199" y="165"/>
                    <a:pt x="196" y="158"/>
                    <a:pt x="187" y="138"/>
                  </a:cubicBezTo>
                  <a:cubicBezTo>
                    <a:pt x="209" y="130"/>
                    <a:pt x="215" y="126"/>
                    <a:pt x="215" y="115"/>
                  </a:cubicBezTo>
                  <a:close/>
                  <a:moveTo>
                    <a:pt x="165" y="174"/>
                  </a:moveTo>
                  <a:cubicBezTo>
                    <a:pt x="163" y="174"/>
                    <a:pt x="158" y="172"/>
                    <a:pt x="144" y="166"/>
                  </a:cubicBezTo>
                  <a:cubicBezTo>
                    <a:pt x="140" y="164"/>
                    <a:pt x="140" y="164"/>
                    <a:pt x="140" y="164"/>
                  </a:cubicBezTo>
                  <a:cubicBezTo>
                    <a:pt x="127" y="170"/>
                    <a:pt x="127" y="170"/>
                    <a:pt x="127" y="170"/>
                  </a:cubicBezTo>
                  <a:cubicBezTo>
                    <a:pt x="126" y="173"/>
                    <a:pt x="126" y="173"/>
                    <a:pt x="126" y="173"/>
                  </a:cubicBezTo>
                  <a:cubicBezTo>
                    <a:pt x="124" y="178"/>
                    <a:pt x="119" y="190"/>
                    <a:pt x="117" y="194"/>
                  </a:cubicBezTo>
                  <a:cubicBezTo>
                    <a:pt x="99" y="194"/>
                    <a:pt x="99" y="194"/>
                    <a:pt x="99" y="194"/>
                  </a:cubicBezTo>
                  <a:cubicBezTo>
                    <a:pt x="97" y="190"/>
                    <a:pt x="92" y="178"/>
                    <a:pt x="90" y="173"/>
                  </a:cubicBezTo>
                  <a:cubicBezTo>
                    <a:pt x="88" y="170"/>
                    <a:pt x="88" y="170"/>
                    <a:pt x="88" y="170"/>
                  </a:cubicBezTo>
                  <a:cubicBezTo>
                    <a:pt x="75" y="164"/>
                    <a:pt x="75" y="164"/>
                    <a:pt x="75" y="164"/>
                  </a:cubicBezTo>
                  <a:cubicBezTo>
                    <a:pt x="72" y="166"/>
                    <a:pt x="72" y="166"/>
                    <a:pt x="72" y="166"/>
                  </a:cubicBezTo>
                  <a:cubicBezTo>
                    <a:pt x="57" y="172"/>
                    <a:pt x="52" y="174"/>
                    <a:pt x="51" y="175"/>
                  </a:cubicBezTo>
                  <a:cubicBezTo>
                    <a:pt x="38" y="162"/>
                    <a:pt x="38" y="162"/>
                    <a:pt x="38" y="162"/>
                  </a:cubicBezTo>
                  <a:cubicBezTo>
                    <a:pt x="39" y="158"/>
                    <a:pt x="44" y="146"/>
                    <a:pt x="46" y="141"/>
                  </a:cubicBezTo>
                  <a:cubicBezTo>
                    <a:pt x="48" y="138"/>
                    <a:pt x="48" y="138"/>
                    <a:pt x="48" y="138"/>
                  </a:cubicBezTo>
                  <a:cubicBezTo>
                    <a:pt x="42" y="125"/>
                    <a:pt x="42" y="125"/>
                    <a:pt x="42" y="125"/>
                  </a:cubicBezTo>
                  <a:cubicBezTo>
                    <a:pt x="39" y="123"/>
                    <a:pt x="39" y="123"/>
                    <a:pt x="39" y="123"/>
                  </a:cubicBezTo>
                  <a:cubicBezTo>
                    <a:pt x="34" y="122"/>
                    <a:pt x="22" y="117"/>
                    <a:pt x="17" y="115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22" y="95"/>
                    <a:pt x="33" y="91"/>
                    <a:pt x="39" y="88"/>
                  </a:cubicBezTo>
                  <a:cubicBezTo>
                    <a:pt x="42" y="87"/>
                    <a:pt x="42" y="87"/>
                    <a:pt x="42" y="87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46" y="71"/>
                    <a:pt x="46" y="71"/>
                    <a:pt x="46" y="71"/>
                  </a:cubicBezTo>
                  <a:cubicBezTo>
                    <a:pt x="44" y="66"/>
                    <a:pt x="39" y="55"/>
                    <a:pt x="37" y="50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2" y="38"/>
                    <a:pt x="57" y="40"/>
                    <a:pt x="72" y="46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88" y="42"/>
                    <a:pt x="88" y="42"/>
                    <a:pt x="88" y="42"/>
                  </a:cubicBezTo>
                  <a:cubicBezTo>
                    <a:pt x="90" y="38"/>
                    <a:pt x="90" y="38"/>
                    <a:pt x="90" y="38"/>
                  </a:cubicBezTo>
                  <a:cubicBezTo>
                    <a:pt x="91" y="34"/>
                    <a:pt x="96" y="22"/>
                    <a:pt x="98" y="18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9" y="22"/>
                    <a:pt x="124" y="34"/>
                    <a:pt x="125" y="39"/>
                  </a:cubicBezTo>
                  <a:cubicBezTo>
                    <a:pt x="127" y="42"/>
                    <a:pt x="127" y="42"/>
                    <a:pt x="127" y="42"/>
                  </a:cubicBezTo>
                  <a:cubicBezTo>
                    <a:pt x="140" y="47"/>
                    <a:pt x="140" y="47"/>
                    <a:pt x="140" y="47"/>
                  </a:cubicBezTo>
                  <a:cubicBezTo>
                    <a:pt x="144" y="46"/>
                    <a:pt x="144" y="46"/>
                    <a:pt x="144" y="46"/>
                  </a:cubicBezTo>
                  <a:cubicBezTo>
                    <a:pt x="158" y="39"/>
                    <a:pt x="163" y="37"/>
                    <a:pt x="165" y="37"/>
                  </a:cubicBezTo>
                  <a:cubicBezTo>
                    <a:pt x="177" y="49"/>
                    <a:pt x="177" y="49"/>
                    <a:pt x="177" y="49"/>
                  </a:cubicBezTo>
                  <a:cubicBezTo>
                    <a:pt x="176" y="54"/>
                    <a:pt x="171" y="66"/>
                    <a:pt x="169" y="70"/>
                  </a:cubicBezTo>
                  <a:cubicBezTo>
                    <a:pt x="167" y="74"/>
                    <a:pt x="167" y="74"/>
                    <a:pt x="167" y="74"/>
                  </a:cubicBezTo>
                  <a:cubicBezTo>
                    <a:pt x="173" y="87"/>
                    <a:pt x="173" y="87"/>
                    <a:pt x="173" y="87"/>
                  </a:cubicBezTo>
                  <a:cubicBezTo>
                    <a:pt x="177" y="88"/>
                    <a:pt x="177" y="88"/>
                    <a:pt x="177" y="88"/>
                  </a:cubicBezTo>
                  <a:cubicBezTo>
                    <a:pt x="181" y="90"/>
                    <a:pt x="193" y="94"/>
                    <a:pt x="198" y="97"/>
                  </a:cubicBezTo>
                  <a:cubicBezTo>
                    <a:pt x="198" y="114"/>
                    <a:pt x="198" y="114"/>
                    <a:pt x="198" y="114"/>
                  </a:cubicBezTo>
                  <a:cubicBezTo>
                    <a:pt x="194" y="117"/>
                    <a:pt x="181" y="121"/>
                    <a:pt x="176" y="123"/>
                  </a:cubicBezTo>
                  <a:cubicBezTo>
                    <a:pt x="173" y="125"/>
                    <a:pt x="173" y="125"/>
                    <a:pt x="173" y="125"/>
                  </a:cubicBezTo>
                  <a:cubicBezTo>
                    <a:pt x="167" y="138"/>
                    <a:pt x="167" y="138"/>
                    <a:pt x="167" y="138"/>
                  </a:cubicBezTo>
                  <a:cubicBezTo>
                    <a:pt x="169" y="141"/>
                    <a:pt x="169" y="141"/>
                    <a:pt x="169" y="141"/>
                  </a:cubicBezTo>
                  <a:cubicBezTo>
                    <a:pt x="171" y="145"/>
                    <a:pt x="177" y="157"/>
                    <a:pt x="178" y="162"/>
                  </a:cubicBezTo>
                  <a:lnTo>
                    <a:pt x="165" y="174"/>
                  </a:lnTo>
                  <a:close/>
                  <a:moveTo>
                    <a:pt x="165" y="174"/>
                  </a:moveTo>
                  <a:cubicBezTo>
                    <a:pt x="165" y="174"/>
                    <a:pt x="165" y="174"/>
                    <a:pt x="165" y="174"/>
                  </a:cubicBezTo>
                </a:path>
              </a:pathLst>
            </a:custGeom>
            <a:grpFill/>
            <a:ln>
              <a:solidFill>
                <a:schemeClr val="accent2"/>
              </a:solidFill>
              <a:headEnd/>
              <a:tailEnd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8" name="Freeform 18">
              <a:extLst>
                <a:ext uri="{FF2B5EF4-FFF2-40B4-BE49-F238E27FC236}">
                  <a16:creationId xmlns:a16="http://schemas.microsoft.com/office/drawing/2014/main" id="{D7520D2A-C5C1-410C-ABBF-D8446218F9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03413" y="744538"/>
              <a:ext cx="242888" cy="239713"/>
            </a:xfrm>
            <a:custGeom>
              <a:avLst/>
              <a:gdLst/>
              <a:ahLst/>
              <a:cxnLst>
                <a:cxn ang="0">
                  <a:pos x="32" y="0"/>
                </a:cxn>
                <a:cxn ang="0">
                  <a:pos x="0" y="32"/>
                </a:cxn>
                <a:cxn ang="0">
                  <a:pos x="32" y="63"/>
                </a:cxn>
                <a:cxn ang="0">
                  <a:pos x="64" y="32"/>
                </a:cxn>
                <a:cxn ang="0">
                  <a:pos x="32" y="0"/>
                </a:cxn>
                <a:cxn ang="0">
                  <a:pos x="32" y="46"/>
                </a:cxn>
                <a:cxn ang="0">
                  <a:pos x="17" y="32"/>
                </a:cxn>
                <a:cxn ang="0">
                  <a:pos x="32" y="18"/>
                </a:cxn>
                <a:cxn ang="0">
                  <a:pos x="46" y="32"/>
                </a:cxn>
                <a:cxn ang="0">
                  <a:pos x="32" y="46"/>
                </a:cxn>
                <a:cxn ang="0">
                  <a:pos x="32" y="46"/>
                </a:cxn>
                <a:cxn ang="0">
                  <a:pos x="32" y="46"/>
                </a:cxn>
              </a:cxnLst>
              <a:rect l="0" t="0" r="r" b="b"/>
              <a:pathLst>
                <a:path w="64" h="63">
                  <a:moveTo>
                    <a:pt x="32" y="0"/>
                  </a:moveTo>
                  <a:cubicBezTo>
                    <a:pt x="14" y="0"/>
                    <a:pt x="0" y="15"/>
                    <a:pt x="0" y="32"/>
                  </a:cubicBezTo>
                  <a:cubicBezTo>
                    <a:pt x="0" y="49"/>
                    <a:pt x="14" y="63"/>
                    <a:pt x="32" y="63"/>
                  </a:cubicBezTo>
                  <a:cubicBezTo>
                    <a:pt x="49" y="63"/>
                    <a:pt x="64" y="49"/>
                    <a:pt x="64" y="32"/>
                  </a:cubicBezTo>
                  <a:cubicBezTo>
                    <a:pt x="64" y="15"/>
                    <a:pt x="49" y="0"/>
                    <a:pt x="32" y="0"/>
                  </a:cubicBezTo>
                  <a:close/>
                  <a:moveTo>
                    <a:pt x="32" y="46"/>
                  </a:moveTo>
                  <a:cubicBezTo>
                    <a:pt x="24" y="46"/>
                    <a:pt x="17" y="40"/>
                    <a:pt x="17" y="32"/>
                  </a:cubicBezTo>
                  <a:cubicBezTo>
                    <a:pt x="17" y="24"/>
                    <a:pt x="24" y="18"/>
                    <a:pt x="32" y="18"/>
                  </a:cubicBezTo>
                  <a:cubicBezTo>
                    <a:pt x="40" y="18"/>
                    <a:pt x="46" y="24"/>
                    <a:pt x="46" y="32"/>
                  </a:cubicBezTo>
                  <a:cubicBezTo>
                    <a:pt x="46" y="40"/>
                    <a:pt x="40" y="46"/>
                    <a:pt x="32" y="46"/>
                  </a:cubicBezTo>
                  <a:close/>
                  <a:moveTo>
                    <a:pt x="32" y="46"/>
                  </a:moveTo>
                  <a:cubicBezTo>
                    <a:pt x="32" y="46"/>
                    <a:pt x="32" y="46"/>
                    <a:pt x="32" y="46"/>
                  </a:cubicBezTo>
                </a:path>
              </a:pathLst>
            </a:custGeom>
            <a:grpFill/>
            <a:ln>
              <a:solidFill>
                <a:schemeClr val="accent2"/>
              </a:solidFill>
              <a:headEnd/>
              <a:tailEnd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9" name="Freeform 19">
              <a:extLst>
                <a:ext uri="{FF2B5EF4-FFF2-40B4-BE49-F238E27FC236}">
                  <a16:creationId xmlns:a16="http://schemas.microsoft.com/office/drawing/2014/main" id="{22D48F77-ED4C-4527-B694-E4765ABBDF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14588" y="903288"/>
              <a:ext cx="374650" cy="369888"/>
            </a:xfrm>
            <a:custGeom>
              <a:avLst/>
              <a:gdLst/>
              <a:ahLst/>
              <a:cxnLst>
                <a:cxn ang="0">
                  <a:pos x="87" y="17"/>
                </a:cxn>
                <a:cxn ang="0">
                  <a:pos x="76" y="9"/>
                </a:cxn>
                <a:cxn ang="0">
                  <a:pos x="54" y="0"/>
                </a:cxn>
                <a:cxn ang="0">
                  <a:pos x="34" y="13"/>
                </a:cxn>
                <a:cxn ang="0">
                  <a:pos x="18" y="11"/>
                </a:cxn>
                <a:cxn ang="0">
                  <a:pos x="13" y="34"/>
                </a:cxn>
                <a:cxn ang="0">
                  <a:pos x="0" y="53"/>
                </a:cxn>
                <a:cxn ang="0">
                  <a:pos x="11" y="80"/>
                </a:cxn>
                <a:cxn ang="0">
                  <a:pos x="23" y="88"/>
                </a:cxn>
                <a:cxn ang="0">
                  <a:pos x="45" y="97"/>
                </a:cxn>
                <a:cxn ang="0">
                  <a:pos x="64" y="84"/>
                </a:cxn>
                <a:cxn ang="0">
                  <a:pos x="81" y="86"/>
                </a:cxn>
                <a:cxn ang="0">
                  <a:pos x="86" y="63"/>
                </a:cxn>
                <a:cxn ang="0">
                  <a:pos x="99" y="44"/>
                </a:cxn>
                <a:cxn ang="0">
                  <a:pos x="91" y="52"/>
                </a:cxn>
                <a:cxn ang="0">
                  <a:pos x="79" y="57"/>
                </a:cxn>
                <a:cxn ang="0">
                  <a:pos x="78" y="65"/>
                </a:cxn>
                <a:cxn ang="0">
                  <a:pos x="76" y="80"/>
                </a:cxn>
                <a:cxn ang="0">
                  <a:pos x="64" y="75"/>
                </a:cxn>
                <a:cxn ang="0">
                  <a:pos x="58" y="79"/>
                </a:cxn>
                <a:cxn ang="0">
                  <a:pos x="45" y="89"/>
                </a:cxn>
                <a:cxn ang="0">
                  <a:pos x="41" y="78"/>
                </a:cxn>
                <a:cxn ang="0">
                  <a:pos x="33" y="76"/>
                </a:cxn>
                <a:cxn ang="0">
                  <a:pos x="17" y="74"/>
                </a:cxn>
                <a:cxn ang="0">
                  <a:pos x="22" y="63"/>
                </a:cxn>
                <a:cxn ang="0">
                  <a:pos x="18" y="57"/>
                </a:cxn>
                <a:cxn ang="0">
                  <a:pos x="8" y="45"/>
                </a:cxn>
                <a:cxn ang="0">
                  <a:pos x="19" y="40"/>
                </a:cxn>
                <a:cxn ang="0">
                  <a:pos x="21" y="32"/>
                </a:cxn>
                <a:cxn ang="0">
                  <a:pos x="23" y="17"/>
                </a:cxn>
                <a:cxn ang="0">
                  <a:pos x="34" y="22"/>
                </a:cxn>
                <a:cxn ang="0">
                  <a:pos x="41" y="18"/>
                </a:cxn>
                <a:cxn ang="0">
                  <a:pos x="53" y="8"/>
                </a:cxn>
                <a:cxn ang="0">
                  <a:pos x="58" y="19"/>
                </a:cxn>
                <a:cxn ang="0">
                  <a:pos x="66" y="21"/>
                </a:cxn>
                <a:cxn ang="0">
                  <a:pos x="81" y="23"/>
                </a:cxn>
                <a:cxn ang="0">
                  <a:pos x="77" y="34"/>
                </a:cxn>
                <a:cxn ang="0">
                  <a:pos x="81" y="41"/>
                </a:cxn>
                <a:cxn ang="0">
                  <a:pos x="91" y="52"/>
                </a:cxn>
                <a:cxn ang="0">
                  <a:pos x="91" y="52"/>
                </a:cxn>
              </a:cxnLst>
              <a:rect l="0" t="0" r="r" b="b"/>
              <a:pathLst>
                <a:path w="99" h="97">
                  <a:moveTo>
                    <a:pt x="86" y="34"/>
                  </a:moveTo>
                  <a:cubicBezTo>
                    <a:pt x="90" y="24"/>
                    <a:pt x="91" y="21"/>
                    <a:pt x="87" y="17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79" y="10"/>
                    <a:pt x="78" y="9"/>
                    <a:pt x="76" y="9"/>
                  </a:cubicBezTo>
                  <a:cubicBezTo>
                    <a:pt x="75" y="9"/>
                    <a:pt x="73" y="9"/>
                    <a:pt x="64" y="13"/>
                  </a:cubicBezTo>
                  <a:cubicBezTo>
                    <a:pt x="60" y="3"/>
                    <a:pt x="59" y="0"/>
                    <a:pt x="54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38" y="3"/>
                    <a:pt x="34" y="13"/>
                  </a:cubicBezTo>
                  <a:cubicBezTo>
                    <a:pt x="25" y="9"/>
                    <a:pt x="24" y="9"/>
                    <a:pt x="23" y="9"/>
                  </a:cubicBezTo>
                  <a:cubicBezTo>
                    <a:pt x="21" y="9"/>
                    <a:pt x="19" y="10"/>
                    <a:pt x="18" y="11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7" y="21"/>
                    <a:pt x="9" y="25"/>
                    <a:pt x="13" y="34"/>
                  </a:cubicBezTo>
                  <a:cubicBezTo>
                    <a:pt x="3" y="38"/>
                    <a:pt x="0" y="39"/>
                    <a:pt x="0" y="44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9"/>
                    <a:pt x="3" y="60"/>
                    <a:pt x="13" y="64"/>
                  </a:cubicBezTo>
                  <a:cubicBezTo>
                    <a:pt x="9" y="73"/>
                    <a:pt x="8" y="76"/>
                    <a:pt x="11" y="80"/>
                  </a:cubicBezTo>
                  <a:cubicBezTo>
                    <a:pt x="18" y="86"/>
                    <a:pt x="18" y="86"/>
                    <a:pt x="18" y="86"/>
                  </a:cubicBezTo>
                  <a:cubicBezTo>
                    <a:pt x="19" y="87"/>
                    <a:pt x="21" y="88"/>
                    <a:pt x="23" y="88"/>
                  </a:cubicBezTo>
                  <a:cubicBezTo>
                    <a:pt x="24" y="88"/>
                    <a:pt x="25" y="88"/>
                    <a:pt x="35" y="84"/>
                  </a:cubicBezTo>
                  <a:cubicBezTo>
                    <a:pt x="38" y="94"/>
                    <a:pt x="40" y="97"/>
                    <a:pt x="45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9" y="97"/>
                    <a:pt x="61" y="94"/>
                    <a:pt x="64" y="84"/>
                  </a:cubicBezTo>
                  <a:cubicBezTo>
                    <a:pt x="74" y="88"/>
                    <a:pt x="75" y="88"/>
                    <a:pt x="76" y="88"/>
                  </a:cubicBezTo>
                  <a:cubicBezTo>
                    <a:pt x="78" y="88"/>
                    <a:pt x="80" y="87"/>
                    <a:pt x="81" y="86"/>
                  </a:cubicBezTo>
                  <a:cubicBezTo>
                    <a:pt x="88" y="79"/>
                    <a:pt x="88" y="79"/>
                    <a:pt x="88" y="79"/>
                  </a:cubicBezTo>
                  <a:cubicBezTo>
                    <a:pt x="91" y="76"/>
                    <a:pt x="90" y="72"/>
                    <a:pt x="86" y="63"/>
                  </a:cubicBezTo>
                  <a:cubicBezTo>
                    <a:pt x="95" y="59"/>
                    <a:pt x="99" y="58"/>
                    <a:pt x="99" y="53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39"/>
                    <a:pt x="95" y="37"/>
                    <a:pt x="86" y="34"/>
                  </a:cubicBezTo>
                  <a:close/>
                  <a:moveTo>
                    <a:pt x="91" y="52"/>
                  </a:moveTo>
                  <a:cubicBezTo>
                    <a:pt x="89" y="54"/>
                    <a:pt x="83" y="56"/>
                    <a:pt x="81" y="57"/>
                  </a:cubicBezTo>
                  <a:cubicBezTo>
                    <a:pt x="79" y="57"/>
                    <a:pt x="79" y="57"/>
                    <a:pt x="79" y="57"/>
                  </a:cubicBezTo>
                  <a:cubicBezTo>
                    <a:pt x="77" y="63"/>
                    <a:pt x="77" y="63"/>
                    <a:pt x="77" y="63"/>
                  </a:cubicBezTo>
                  <a:cubicBezTo>
                    <a:pt x="78" y="65"/>
                    <a:pt x="78" y="65"/>
                    <a:pt x="78" y="65"/>
                  </a:cubicBezTo>
                  <a:cubicBezTo>
                    <a:pt x="78" y="67"/>
                    <a:pt x="81" y="72"/>
                    <a:pt x="82" y="74"/>
                  </a:cubicBezTo>
                  <a:cubicBezTo>
                    <a:pt x="76" y="80"/>
                    <a:pt x="76" y="80"/>
                    <a:pt x="76" y="80"/>
                  </a:cubicBezTo>
                  <a:cubicBezTo>
                    <a:pt x="75" y="80"/>
                    <a:pt x="72" y="79"/>
                    <a:pt x="66" y="76"/>
                  </a:cubicBezTo>
                  <a:cubicBezTo>
                    <a:pt x="64" y="75"/>
                    <a:pt x="64" y="75"/>
                    <a:pt x="64" y="75"/>
                  </a:cubicBezTo>
                  <a:cubicBezTo>
                    <a:pt x="58" y="78"/>
                    <a:pt x="58" y="78"/>
                    <a:pt x="58" y="78"/>
                  </a:cubicBezTo>
                  <a:cubicBezTo>
                    <a:pt x="58" y="79"/>
                    <a:pt x="58" y="79"/>
                    <a:pt x="58" y="79"/>
                  </a:cubicBezTo>
                  <a:cubicBezTo>
                    <a:pt x="57" y="81"/>
                    <a:pt x="55" y="87"/>
                    <a:pt x="54" y="89"/>
                  </a:cubicBezTo>
                  <a:cubicBezTo>
                    <a:pt x="45" y="89"/>
                    <a:pt x="45" y="89"/>
                    <a:pt x="45" y="89"/>
                  </a:cubicBezTo>
                  <a:cubicBezTo>
                    <a:pt x="44" y="87"/>
                    <a:pt x="42" y="82"/>
                    <a:pt x="41" y="79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26" y="79"/>
                    <a:pt x="24" y="80"/>
                    <a:pt x="23" y="80"/>
                  </a:cubicBezTo>
                  <a:cubicBezTo>
                    <a:pt x="17" y="74"/>
                    <a:pt x="17" y="74"/>
                    <a:pt x="17" y="74"/>
                  </a:cubicBezTo>
                  <a:cubicBezTo>
                    <a:pt x="18" y="72"/>
                    <a:pt x="20" y="67"/>
                    <a:pt x="21" y="65"/>
                  </a:cubicBezTo>
                  <a:cubicBezTo>
                    <a:pt x="22" y="63"/>
                    <a:pt x="22" y="63"/>
                    <a:pt x="22" y="63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6" y="56"/>
                    <a:pt x="10" y="54"/>
                    <a:pt x="8" y="53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10" y="44"/>
                    <a:pt x="15" y="42"/>
                    <a:pt x="18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0" y="31"/>
                    <a:pt x="18" y="25"/>
                    <a:pt x="17" y="23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4" y="18"/>
                    <a:pt x="26" y="18"/>
                    <a:pt x="33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41" y="18"/>
                    <a:pt x="41" y="18"/>
                    <a:pt x="41" y="18"/>
                  </a:cubicBezTo>
                  <a:cubicBezTo>
                    <a:pt x="42" y="16"/>
                    <a:pt x="44" y="10"/>
                    <a:pt x="45" y="8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4" y="10"/>
                    <a:pt x="57" y="16"/>
                    <a:pt x="58" y="18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64" y="22"/>
                    <a:pt x="64" y="22"/>
                    <a:pt x="64" y="22"/>
                  </a:cubicBezTo>
                  <a:cubicBezTo>
                    <a:pt x="66" y="21"/>
                    <a:pt x="66" y="21"/>
                    <a:pt x="66" y="21"/>
                  </a:cubicBezTo>
                  <a:cubicBezTo>
                    <a:pt x="72" y="18"/>
                    <a:pt x="75" y="17"/>
                    <a:pt x="75" y="17"/>
                  </a:cubicBezTo>
                  <a:cubicBezTo>
                    <a:pt x="81" y="23"/>
                    <a:pt x="81" y="23"/>
                    <a:pt x="81" y="23"/>
                  </a:cubicBezTo>
                  <a:cubicBezTo>
                    <a:pt x="81" y="25"/>
                    <a:pt x="78" y="30"/>
                    <a:pt x="77" y="32"/>
                  </a:cubicBezTo>
                  <a:cubicBezTo>
                    <a:pt x="77" y="34"/>
                    <a:pt x="77" y="34"/>
                    <a:pt x="77" y="34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81" y="41"/>
                    <a:pt x="81" y="41"/>
                    <a:pt x="81" y="41"/>
                  </a:cubicBezTo>
                  <a:cubicBezTo>
                    <a:pt x="83" y="41"/>
                    <a:pt x="89" y="43"/>
                    <a:pt x="91" y="44"/>
                  </a:cubicBezTo>
                  <a:lnTo>
                    <a:pt x="91" y="52"/>
                  </a:lnTo>
                  <a:close/>
                  <a:moveTo>
                    <a:pt x="91" y="52"/>
                  </a:moveTo>
                  <a:cubicBezTo>
                    <a:pt x="91" y="52"/>
                    <a:pt x="91" y="52"/>
                    <a:pt x="91" y="52"/>
                  </a:cubicBezTo>
                </a:path>
              </a:pathLst>
            </a:custGeom>
            <a:grpFill/>
            <a:ln>
              <a:solidFill>
                <a:schemeClr val="accent2"/>
              </a:solidFill>
              <a:headEnd/>
              <a:tailEnd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0" name="Freeform 20">
              <a:extLst>
                <a:ext uri="{FF2B5EF4-FFF2-40B4-BE49-F238E27FC236}">
                  <a16:creationId xmlns:a16="http://schemas.microsoft.com/office/drawing/2014/main" id="{C657188C-C636-48D1-ADDF-0B5AE016DE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47938" y="1033463"/>
              <a:ext cx="109538" cy="10953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5"/>
                </a:cxn>
                <a:cxn ang="0">
                  <a:pos x="14" y="29"/>
                </a:cxn>
                <a:cxn ang="0">
                  <a:pos x="29" y="15"/>
                </a:cxn>
                <a:cxn ang="0">
                  <a:pos x="14" y="0"/>
                </a:cxn>
                <a:cxn ang="0">
                  <a:pos x="14" y="21"/>
                </a:cxn>
                <a:cxn ang="0">
                  <a:pos x="8" y="15"/>
                </a:cxn>
                <a:cxn ang="0">
                  <a:pos x="14" y="8"/>
                </a:cxn>
                <a:cxn ang="0">
                  <a:pos x="21" y="15"/>
                </a:cxn>
                <a:cxn ang="0">
                  <a:pos x="14" y="21"/>
                </a:cxn>
                <a:cxn ang="0">
                  <a:pos x="14" y="21"/>
                </a:cxn>
                <a:cxn ang="0">
                  <a:pos x="14" y="21"/>
                </a:cxn>
              </a:cxnLst>
              <a:rect l="0" t="0" r="r" b="b"/>
              <a:pathLst>
                <a:path w="29" h="29">
                  <a:moveTo>
                    <a:pt x="14" y="0"/>
                  </a:moveTo>
                  <a:cubicBezTo>
                    <a:pt x="6" y="0"/>
                    <a:pt x="0" y="7"/>
                    <a:pt x="0" y="15"/>
                  </a:cubicBezTo>
                  <a:cubicBezTo>
                    <a:pt x="0" y="23"/>
                    <a:pt x="6" y="29"/>
                    <a:pt x="14" y="29"/>
                  </a:cubicBezTo>
                  <a:cubicBezTo>
                    <a:pt x="22" y="29"/>
                    <a:pt x="29" y="23"/>
                    <a:pt x="29" y="15"/>
                  </a:cubicBezTo>
                  <a:cubicBezTo>
                    <a:pt x="29" y="7"/>
                    <a:pt x="22" y="0"/>
                    <a:pt x="14" y="0"/>
                  </a:cubicBezTo>
                  <a:close/>
                  <a:moveTo>
                    <a:pt x="14" y="21"/>
                  </a:moveTo>
                  <a:cubicBezTo>
                    <a:pt x="11" y="21"/>
                    <a:pt x="8" y="18"/>
                    <a:pt x="8" y="15"/>
                  </a:cubicBezTo>
                  <a:cubicBezTo>
                    <a:pt x="8" y="11"/>
                    <a:pt x="11" y="8"/>
                    <a:pt x="14" y="8"/>
                  </a:cubicBezTo>
                  <a:cubicBezTo>
                    <a:pt x="18" y="8"/>
                    <a:pt x="21" y="11"/>
                    <a:pt x="21" y="15"/>
                  </a:cubicBezTo>
                  <a:cubicBezTo>
                    <a:pt x="21" y="18"/>
                    <a:pt x="18" y="21"/>
                    <a:pt x="14" y="21"/>
                  </a:cubicBezTo>
                  <a:close/>
                  <a:moveTo>
                    <a:pt x="14" y="21"/>
                  </a:moveTo>
                  <a:cubicBezTo>
                    <a:pt x="14" y="21"/>
                    <a:pt x="14" y="21"/>
                    <a:pt x="14" y="21"/>
                  </a:cubicBezTo>
                </a:path>
              </a:pathLst>
            </a:custGeom>
            <a:grpFill/>
            <a:ln>
              <a:solidFill>
                <a:schemeClr val="accent2"/>
              </a:solidFill>
              <a:headEnd/>
              <a:tailEnd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375467"/>
              <a:endParaRPr lang="en-US" sz="2667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51" name="Freeform 51">
            <a:extLst>
              <a:ext uri="{FF2B5EF4-FFF2-40B4-BE49-F238E27FC236}">
                <a16:creationId xmlns:a16="http://schemas.microsoft.com/office/drawing/2014/main" id="{7595E7E7-521D-48F5-8A3F-1B112CFE689C}"/>
              </a:ext>
            </a:extLst>
          </p:cNvPr>
          <p:cNvSpPr>
            <a:spLocks noEditPoints="1"/>
          </p:cNvSpPr>
          <p:nvPr/>
        </p:nvSpPr>
        <p:spPr bwMode="auto">
          <a:xfrm>
            <a:off x="11073177" y="2205301"/>
            <a:ext cx="236979" cy="335495"/>
          </a:xfrm>
          <a:custGeom>
            <a:avLst/>
            <a:gdLst/>
            <a:ahLst/>
            <a:cxnLst>
              <a:cxn ang="0">
                <a:pos x="30" y="24"/>
              </a:cxn>
              <a:cxn ang="0">
                <a:pos x="30" y="54"/>
              </a:cxn>
              <a:cxn ang="0">
                <a:pos x="26" y="58"/>
              </a:cxn>
              <a:cxn ang="0">
                <a:pos x="22" y="54"/>
              </a:cxn>
              <a:cxn ang="0">
                <a:pos x="22" y="40"/>
              </a:cxn>
              <a:cxn ang="0">
                <a:pos x="19" y="40"/>
              </a:cxn>
              <a:cxn ang="0">
                <a:pos x="19" y="54"/>
              </a:cxn>
              <a:cxn ang="0">
                <a:pos x="15" y="58"/>
              </a:cxn>
              <a:cxn ang="0">
                <a:pos x="11" y="54"/>
              </a:cxn>
              <a:cxn ang="0">
                <a:pos x="11" y="24"/>
              </a:cxn>
              <a:cxn ang="0">
                <a:pos x="1" y="14"/>
              </a:cxn>
              <a:cxn ang="0">
                <a:pos x="1" y="9"/>
              </a:cxn>
              <a:cxn ang="0">
                <a:pos x="6" y="9"/>
              </a:cxn>
              <a:cxn ang="0">
                <a:pos x="14" y="17"/>
              </a:cxn>
              <a:cxn ang="0">
                <a:pos x="27" y="17"/>
              </a:cxn>
              <a:cxn ang="0">
                <a:pos x="35" y="9"/>
              </a:cxn>
              <a:cxn ang="0">
                <a:pos x="40" y="9"/>
              </a:cxn>
              <a:cxn ang="0">
                <a:pos x="40" y="14"/>
              </a:cxn>
              <a:cxn ang="0">
                <a:pos x="30" y="24"/>
              </a:cxn>
              <a:cxn ang="0">
                <a:pos x="21" y="16"/>
              </a:cxn>
              <a:cxn ang="0">
                <a:pos x="13" y="8"/>
              </a:cxn>
              <a:cxn ang="0">
                <a:pos x="21" y="0"/>
              </a:cxn>
              <a:cxn ang="0">
                <a:pos x="29" y="8"/>
              </a:cxn>
              <a:cxn ang="0">
                <a:pos x="21" y="16"/>
              </a:cxn>
            </a:cxnLst>
            <a:rect l="0" t="0" r="r" b="b"/>
            <a:pathLst>
              <a:path w="41" h="58">
                <a:moveTo>
                  <a:pt x="30" y="24"/>
                </a:moveTo>
                <a:cubicBezTo>
                  <a:pt x="30" y="54"/>
                  <a:pt x="30" y="54"/>
                  <a:pt x="30" y="54"/>
                </a:cubicBezTo>
                <a:cubicBezTo>
                  <a:pt x="30" y="56"/>
                  <a:pt x="28" y="58"/>
                  <a:pt x="26" y="58"/>
                </a:cubicBezTo>
                <a:cubicBezTo>
                  <a:pt x="24" y="58"/>
                  <a:pt x="22" y="56"/>
                  <a:pt x="22" y="54"/>
                </a:cubicBezTo>
                <a:cubicBezTo>
                  <a:pt x="22" y="40"/>
                  <a:pt x="22" y="40"/>
                  <a:pt x="22" y="40"/>
                </a:cubicBezTo>
                <a:cubicBezTo>
                  <a:pt x="19" y="40"/>
                  <a:pt x="19" y="40"/>
                  <a:pt x="19" y="40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6"/>
                  <a:pt x="18" y="58"/>
                  <a:pt x="15" y="58"/>
                </a:cubicBezTo>
                <a:cubicBezTo>
                  <a:pt x="13" y="58"/>
                  <a:pt x="11" y="56"/>
                  <a:pt x="11" y="54"/>
                </a:cubicBezTo>
                <a:cubicBezTo>
                  <a:pt x="11" y="24"/>
                  <a:pt x="11" y="24"/>
                  <a:pt x="11" y="24"/>
                </a:cubicBezTo>
                <a:cubicBezTo>
                  <a:pt x="1" y="14"/>
                  <a:pt x="1" y="14"/>
                  <a:pt x="1" y="14"/>
                </a:cubicBezTo>
                <a:cubicBezTo>
                  <a:pt x="0" y="13"/>
                  <a:pt x="0" y="10"/>
                  <a:pt x="1" y="9"/>
                </a:cubicBezTo>
                <a:cubicBezTo>
                  <a:pt x="2" y="8"/>
                  <a:pt x="5" y="8"/>
                  <a:pt x="6" y="9"/>
                </a:cubicBezTo>
                <a:cubicBezTo>
                  <a:pt x="14" y="17"/>
                  <a:pt x="14" y="17"/>
                  <a:pt x="14" y="17"/>
                </a:cubicBezTo>
                <a:cubicBezTo>
                  <a:pt x="27" y="17"/>
                  <a:pt x="27" y="17"/>
                  <a:pt x="27" y="17"/>
                </a:cubicBezTo>
                <a:cubicBezTo>
                  <a:pt x="35" y="9"/>
                  <a:pt x="35" y="9"/>
                  <a:pt x="35" y="9"/>
                </a:cubicBezTo>
                <a:cubicBezTo>
                  <a:pt x="37" y="8"/>
                  <a:pt x="39" y="8"/>
                  <a:pt x="40" y="9"/>
                </a:cubicBezTo>
                <a:cubicBezTo>
                  <a:pt x="41" y="10"/>
                  <a:pt x="41" y="13"/>
                  <a:pt x="40" y="14"/>
                </a:cubicBezTo>
                <a:lnTo>
                  <a:pt x="30" y="24"/>
                </a:lnTo>
                <a:close/>
                <a:moveTo>
                  <a:pt x="21" y="16"/>
                </a:moveTo>
                <a:cubicBezTo>
                  <a:pt x="16" y="16"/>
                  <a:pt x="13" y="12"/>
                  <a:pt x="13" y="8"/>
                </a:cubicBezTo>
                <a:cubicBezTo>
                  <a:pt x="13" y="4"/>
                  <a:pt x="16" y="0"/>
                  <a:pt x="21" y="0"/>
                </a:cubicBezTo>
                <a:cubicBezTo>
                  <a:pt x="25" y="0"/>
                  <a:pt x="29" y="4"/>
                  <a:pt x="29" y="8"/>
                </a:cubicBezTo>
                <a:cubicBezTo>
                  <a:pt x="29" y="12"/>
                  <a:pt x="25" y="16"/>
                  <a:pt x="21" y="1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  <a:headEnd/>
            <a:tailEnd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2" name="Freeform 51">
            <a:extLst>
              <a:ext uri="{FF2B5EF4-FFF2-40B4-BE49-F238E27FC236}">
                <a16:creationId xmlns:a16="http://schemas.microsoft.com/office/drawing/2014/main" id="{66741622-9DAA-4E24-9118-BDD3EC064CD7}"/>
              </a:ext>
            </a:extLst>
          </p:cNvPr>
          <p:cNvSpPr>
            <a:spLocks noEditPoints="1"/>
          </p:cNvSpPr>
          <p:nvPr/>
        </p:nvSpPr>
        <p:spPr bwMode="auto">
          <a:xfrm>
            <a:off x="11073177" y="3059459"/>
            <a:ext cx="236979" cy="335495"/>
          </a:xfrm>
          <a:custGeom>
            <a:avLst/>
            <a:gdLst/>
            <a:ahLst/>
            <a:cxnLst>
              <a:cxn ang="0">
                <a:pos x="30" y="24"/>
              </a:cxn>
              <a:cxn ang="0">
                <a:pos x="30" y="54"/>
              </a:cxn>
              <a:cxn ang="0">
                <a:pos x="26" y="58"/>
              </a:cxn>
              <a:cxn ang="0">
                <a:pos x="22" y="54"/>
              </a:cxn>
              <a:cxn ang="0">
                <a:pos x="22" y="40"/>
              </a:cxn>
              <a:cxn ang="0">
                <a:pos x="19" y="40"/>
              </a:cxn>
              <a:cxn ang="0">
                <a:pos x="19" y="54"/>
              </a:cxn>
              <a:cxn ang="0">
                <a:pos x="15" y="58"/>
              </a:cxn>
              <a:cxn ang="0">
                <a:pos x="11" y="54"/>
              </a:cxn>
              <a:cxn ang="0">
                <a:pos x="11" y="24"/>
              </a:cxn>
              <a:cxn ang="0">
                <a:pos x="1" y="14"/>
              </a:cxn>
              <a:cxn ang="0">
                <a:pos x="1" y="9"/>
              </a:cxn>
              <a:cxn ang="0">
                <a:pos x="6" y="9"/>
              </a:cxn>
              <a:cxn ang="0">
                <a:pos x="14" y="17"/>
              </a:cxn>
              <a:cxn ang="0">
                <a:pos x="27" y="17"/>
              </a:cxn>
              <a:cxn ang="0">
                <a:pos x="35" y="9"/>
              </a:cxn>
              <a:cxn ang="0">
                <a:pos x="40" y="9"/>
              </a:cxn>
              <a:cxn ang="0">
                <a:pos x="40" y="14"/>
              </a:cxn>
              <a:cxn ang="0">
                <a:pos x="30" y="24"/>
              </a:cxn>
              <a:cxn ang="0">
                <a:pos x="21" y="16"/>
              </a:cxn>
              <a:cxn ang="0">
                <a:pos x="13" y="8"/>
              </a:cxn>
              <a:cxn ang="0">
                <a:pos x="21" y="0"/>
              </a:cxn>
              <a:cxn ang="0">
                <a:pos x="29" y="8"/>
              </a:cxn>
              <a:cxn ang="0">
                <a:pos x="21" y="16"/>
              </a:cxn>
            </a:cxnLst>
            <a:rect l="0" t="0" r="r" b="b"/>
            <a:pathLst>
              <a:path w="41" h="58">
                <a:moveTo>
                  <a:pt x="30" y="24"/>
                </a:moveTo>
                <a:cubicBezTo>
                  <a:pt x="30" y="54"/>
                  <a:pt x="30" y="54"/>
                  <a:pt x="30" y="54"/>
                </a:cubicBezTo>
                <a:cubicBezTo>
                  <a:pt x="30" y="56"/>
                  <a:pt x="28" y="58"/>
                  <a:pt x="26" y="58"/>
                </a:cubicBezTo>
                <a:cubicBezTo>
                  <a:pt x="24" y="58"/>
                  <a:pt x="22" y="56"/>
                  <a:pt x="22" y="54"/>
                </a:cubicBezTo>
                <a:cubicBezTo>
                  <a:pt x="22" y="40"/>
                  <a:pt x="22" y="40"/>
                  <a:pt x="22" y="40"/>
                </a:cubicBezTo>
                <a:cubicBezTo>
                  <a:pt x="19" y="40"/>
                  <a:pt x="19" y="40"/>
                  <a:pt x="19" y="40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6"/>
                  <a:pt x="18" y="58"/>
                  <a:pt x="15" y="58"/>
                </a:cubicBezTo>
                <a:cubicBezTo>
                  <a:pt x="13" y="58"/>
                  <a:pt x="11" y="56"/>
                  <a:pt x="11" y="54"/>
                </a:cubicBezTo>
                <a:cubicBezTo>
                  <a:pt x="11" y="24"/>
                  <a:pt x="11" y="24"/>
                  <a:pt x="11" y="24"/>
                </a:cubicBezTo>
                <a:cubicBezTo>
                  <a:pt x="1" y="14"/>
                  <a:pt x="1" y="14"/>
                  <a:pt x="1" y="14"/>
                </a:cubicBezTo>
                <a:cubicBezTo>
                  <a:pt x="0" y="13"/>
                  <a:pt x="0" y="10"/>
                  <a:pt x="1" y="9"/>
                </a:cubicBezTo>
                <a:cubicBezTo>
                  <a:pt x="2" y="8"/>
                  <a:pt x="5" y="8"/>
                  <a:pt x="6" y="9"/>
                </a:cubicBezTo>
                <a:cubicBezTo>
                  <a:pt x="14" y="17"/>
                  <a:pt x="14" y="17"/>
                  <a:pt x="14" y="17"/>
                </a:cubicBezTo>
                <a:cubicBezTo>
                  <a:pt x="27" y="17"/>
                  <a:pt x="27" y="17"/>
                  <a:pt x="27" y="17"/>
                </a:cubicBezTo>
                <a:cubicBezTo>
                  <a:pt x="35" y="9"/>
                  <a:pt x="35" y="9"/>
                  <a:pt x="35" y="9"/>
                </a:cubicBezTo>
                <a:cubicBezTo>
                  <a:pt x="37" y="8"/>
                  <a:pt x="39" y="8"/>
                  <a:pt x="40" y="9"/>
                </a:cubicBezTo>
                <a:cubicBezTo>
                  <a:pt x="41" y="10"/>
                  <a:pt x="41" y="13"/>
                  <a:pt x="40" y="14"/>
                </a:cubicBezTo>
                <a:lnTo>
                  <a:pt x="30" y="24"/>
                </a:lnTo>
                <a:close/>
                <a:moveTo>
                  <a:pt x="21" y="16"/>
                </a:moveTo>
                <a:cubicBezTo>
                  <a:pt x="16" y="16"/>
                  <a:pt x="13" y="12"/>
                  <a:pt x="13" y="8"/>
                </a:cubicBezTo>
                <a:cubicBezTo>
                  <a:pt x="13" y="4"/>
                  <a:pt x="16" y="0"/>
                  <a:pt x="21" y="0"/>
                </a:cubicBezTo>
                <a:cubicBezTo>
                  <a:pt x="25" y="0"/>
                  <a:pt x="29" y="4"/>
                  <a:pt x="29" y="8"/>
                </a:cubicBezTo>
                <a:cubicBezTo>
                  <a:pt x="29" y="12"/>
                  <a:pt x="25" y="16"/>
                  <a:pt x="21" y="1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  <a:headEnd/>
            <a:tailEnd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3" name="Freeform 51">
            <a:extLst>
              <a:ext uri="{FF2B5EF4-FFF2-40B4-BE49-F238E27FC236}">
                <a16:creationId xmlns:a16="http://schemas.microsoft.com/office/drawing/2014/main" id="{51677863-1BD5-4A92-BD6B-95F5869D2892}"/>
              </a:ext>
            </a:extLst>
          </p:cNvPr>
          <p:cNvSpPr>
            <a:spLocks noEditPoints="1"/>
          </p:cNvSpPr>
          <p:nvPr/>
        </p:nvSpPr>
        <p:spPr bwMode="auto">
          <a:xfrm>
            <a:off x="11073177" y="4048265"/>
            <a:ext cx="236979" cy="335495"/>
          </a:xfrm>
          <a:custGeom>
            <a:avLst/>
            <a:gdLst/>
            <a:ahLst/>
            <a:cxnLst>
              <a:cxn ang="0">
                <a:pos x="30" y="24"/>
              </a:cxn>
              <a:cxn ang="0">
                <a:pos x="30" y="54"/>
              </a:cxn>
              <a:cxn ang="0">
                <a:pos x="26" y="58"/>
              </a:cxn>
              <a:cxn ang="0">
                <a:pos x="22" y="54"/>
              </a:cxn>
              <a:cxn ang="0">
                <a:pos x="22" y="40"/>
              </a:cxn>
              <a:cxn ang="0">
                <a:pos x="19" y="40"/>
              </a:cxn>
              <a:cxn ang="0">
                <a:pos x="19" y="54"/>
              </a:cxn>
              <a:cxn ang="0">
                <a:pos x="15" y="58"/>
              </a:cxn>
              <a:cxn ang="0">
                <a:pos x="11" y="54"/>
              </a:cxn>
              <a:cxn ang="0">
                <a:pos x="11" y="24"/>
              </a:cxn>
              <a:cxn ang="0">
                <a:pos x="1" y="14"/>
              </a:cxn>
              <a:cxn ang="0">
                <a:pos x="1" y="9"/>
              </a:cxn>
              <a:cxn ang="0">
                <a:pos x="6" y="9"/>
              </a:cxn>
              <a:cxn ang="0">
                <a:pos x="14" y="17"/>
              </a:cxn>
              <a:cxn ang="0">
                <a:pos x="27" y="17"/>
              </a:cxn>
              <a:cxn ang="0">
                <a:pos x="35" y="9"/>
              </a:cxn>
              <a:cxn ang="0">
                <a:pos x="40" y="9"/>
              </a:cxn>
              <a:cxn ang="0">
                <a:pos x="40" y="14"/>
              </a:cxn>
              <a:cxn ang="0">
                <a:pos x="30" y="24"/>
              </a:cxn>
              <a:cxn ang="0">
                <a:pos x="21" y="16"/>
              </a:cxn>
              <a:cxn ang="0">
                <a:pos x="13" y="8"/>
              </a:cxn>
              <a:cxn ang="0">
                <a:pos x="21" y="0"/>
              </a:cxn>
              <a:cxn ang="0">
                <a:pos x="29" y="8"/>
              </a:cxn>
              <a:cxn ang="0">
                <a:pos x="21" y="16"/>
              </a:cxn>
            </a:cxnLst>
            <a:rect l="0" t="0" r="r" b="b"/>
            <a:pathLst>
              <a:path w="41" h="58">
                <a:moveTo>
                  <a:pt x="30" y="24"/>
                </a:moveTo>
                <a:cubicBezTo>
                  <a:pt x="30" y="54"/>
                  <a:pt x="30" y="54"/>
                  <a:pt x="30" y="54"/>
                </a:cubicBezTo>
                <a:cubicBezTo>
                  <a:pt x="30" y="56"/>
                  <a:pt x="28" y="58"/>
                  <a:pt x="26" y="58"/>
                </a:cubicBezTo>
                <a:cubicBezTo>
                  <a:pt x="24" y="58"/>
                  <a:pt x="22" y="56"/>
                  <a:pt x="22" y="54"/>
                </a:cubicBezTo>
                <a:cubicBezTo>
                  <a:pt x="22" y="40"/>
                  <a:pt x="22" y="40"/>
                  <a:pt x="22" y="40"/>
                </a:cubicBezTo>
                <a:cubicBezTo>
                  <a:pt x="19" y="40"/>
                  <a:pt x="19" y="40"/>
                  <a:pt x="19" y="40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6"/>
                  <a:pt x="18" y="58"/>
                  <a:pt x="15" y="58"/>
                </a:cubicBezTo>
                <a:cubicBezTo>
                  <a:pt x="13" y="58"/>
                  <a:pt x="11" y="56"/>
                  <a:pt x="11" y="54"/>
                </a:cubicBezTo>
                <a:cubicBezTo>
                  <a:pt x="11" y="24"/>
                  <a:pt x="11" y="24"/>
                  <a:pt x="11" y="24"/>
                </a:cubicBezTo>
                <a:cubicBezTo>
                  <a:pt x="1" y="14"/>
                  <a:pt x="1" y="14"/>
                  <a:pt x="1" y="14"/>
                </a:cubicBezTo>
                <a:cubicBezTo>
                  <a:pt x="0" y="13"/>
                  <a:pt x="0" y="10"/>
                  <a:pt x="1" y="9"/>
                </a:cubicBezTo>
                <a:cubicBezTo>
                  <a:pt x="2" y="8"/>
                  <a:pt x="5" y="8"/>
                  <a:pt x="6" y="9"/>
                </a:cubicBezTo>
                <a:cubicBezTo>
                  <a:pt x="14" y="17"/>
                  <a:pt x="14" y="17"/>
                  <a:pt x="14" y="17"/>
                </a:cubicBezTo>
                <a:cubicBezTo>
                  <a:pt x="27" y="17"/>
                  <a:pt x="27" y="17"/>
                  <a:pt x="27" y="17"/>
                </a:cubicBezTo>
                <a:cubicBezTo>
                  <a:pt x="35" y="9"/>
                  <a:pt x="35" y="9"/>
                  <a:pt x="35" y="9"/>
                </a:cubicBezTo>
                <a:cubicBezTo>
                  <a:pt x="37" y="8"/>
                  <a:pt x="39" y="8"/>
                  <a:pt x="40" y="9"/>
                </a:cubicBezTo>
                <a:cubicBezTo>
                  <a:pt x="41" y="10"/>
                  <a:pt x="41" y="13"/>
                  <a:pt x="40" y="14"/>
                </a:cubicBezTo>
                <a:lnTo>
                  <a:pt x="30" y="24"/>
                </a:lnTo>
                <a:close/>
                <a:moveTo>
                  <a:pt x="21" y="16"/>
                </a:moveTo>
                <a:cubicBezTo>
                  <a:pt x="16" y="16"/>
                  <a:pt x="13" y="12"/>
                  <a:pt x="13" y="8"/>
                </a:cubicBezTo>
                <a:cubicBezTo>
                  <a:pt x="13" y="4"/>
                  <a:pt x="16" y="0"/>
                  <a:pt x="21" y="0"/>
                </a:cubicBezTo>
                <a:cubicBezTo>
                  <a:pt x="25" y="0"/>
                  <a:pt x="29" y="4"/>
                  <a:pt x="29" y="8"/>
                </a:cubicBezTo>
                <a:cubicBezTo>
                  <a:pt x="29" y="12"/>
                  <a:pt x="25" y="16"/>
                  <a:pt x="21" y="1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  <a:headEnd/>
            <a:tailEnd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AF32D211-BE51-4DC8-936B-BC4EC9C398B8}"/>
              </a:ext>
            </a:extLst>
          </p:cNvPr>
          <p:cNvSpPr/>
          <p:nvPr/>
        </p:nvSpPr>
        <p:spPr>
          <a:xfrm>
            <a:off x="3108470" y="2125248"/>
            <a:ext cx="627543" cy="184003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1219170"/>
            <a:r>
              <a:rPr lang="fr-FR" sz="1067" dirty="0">
                <a:solidFill>
                  <a:srgbClr val="6D6D6D"/>
                </a:solidFill>
                <a:latin typeface="Calibri"/>
              </a:rPr>
              <a:t>Vendeur</a:t>
            </a:r>
            <a:endParaRPr lang="fr-FR" sz="1067" b="1" dirty="0">
              <a:solidFill>
                <a:srgbClr val="80276C"/>
              </a:solidFill>
              <a:latin typeface="Calibri"/>
            </a:endParaRP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57FE278F-2D80-40BE-9A5C-E1C33B1EF1DD}"/>
              </a:ext>
            </a:extLst>
          </p:cNvPr>
          <p:cNvSpPr/>
          <p:nvPr/>
        </p:nvSpPr>
        <p:spPr>
          <a:xfrm>
            <a:off x="11253222" y="3296713"/>
            <a:ext cx="627543" cy="184003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1219170"/>
            <a:r>
              <a:rPr lang="fr-FR" sz="1067" dirty="0">
                <a:solidFill>
                  <a:srgbClr val="6D6D6D"/>
                </a:solidFill>
                <a:latin typeface="Calibri"/>
              </a:rPr>
              <a:t>Technicien</a:t>
            </a:r>
            <a:endParaRPr lang="fr-FR" sz="1067" b="1" dirty="0">
              <a:solidFill>
                <a:srgbClr val="80276C"/>
              </a:solidFill>
              <a:latin typeface="Calibri"/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2FDA95AE-817E-4C45-B0CD-EC6673DCDE74}"/>
              </a:ext>
            </a:extLst>
          </p:cNvPr>
          <p:cNvSpPr/>
          <p:nvPr/>
        </p:nvSpPr>
        <p:spPr>
          <a:xfrm>
            <a:off x="11268502" y="2404381"/>
            <a:ext cx="627543" cy="184003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1219170"/>
            <a:r>
              <a:rPr lang="fr-FR" sz="1067" dirty="0">
                <a:solidFill>
                  <a:srgbClr val="6D6D6D"/>
                </a:solidFill>
                <a:latin typeface="Calibri"/>
              </a:rPr>
              <a:t>Superviseur</a:t>
            </a:r>
            <a:endParaRPr lang="fr-FR" sz="1067" b="1" dirty="0">
              <a:solidFill>
                <a:srgbClr val="80276C"/>
              </a:solidFill>
              <a:latin typeface="Calibri"/>
            </a:endParaRP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E6D3E1AA-5421-486D-961A-E68B5D69E59D}"/>
              </a:ext>
            </a:extLst>
          </p:cNvPr>
          <p:cNvSpPr/>
          <p:nvPr/>
        </p:nvSpPr>
        <p:spPr>
          <a:xfrm>
            <a:off x="3108470" y="2860669"/>
            <a:ext cx="627543" cy="184003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1219170"/>
            <a:r>
              <a:rPr lang="fr-FR" sz="1067" dirty="0">
                <a:solidFill>
                  <a:srgbClr val="6D6D6D"/>
                </a:solidFill>
                <a:latin typeface="Calibri"/>
              </a:rPr>
              <a:t>Vendeur</a:t>
            </a:r>
            <a:endParaRPr lang="fr-FR" sz="1067" b="1" dirty="0">
              <a:solidFill>
                <a:srgbClr val="80276C"/>
              </a:solidFill>
              <a:latin typeface="Calibri"/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E69AC926-138B-4D06-ABE6-3406B114D172}"/>
              </a:ext>
            </a:extLst>
          </p:cNvPr>
          <p:cNvSpPr/>
          <p:nvPr/>
        </p:nvSpPr>
        <p:spPr>
          <a:xfrm>
            <a:off x="3108470" y="3636175"/>
            <a:ext cx="627543" cy="184003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1219170"/>
            <a:r>
              <a:rPr lang="fr-FR" sz="1067" dirty="0">
                <a:solidFill>
                  <a:srgbClr val="6D6D6D"/>
                </a:solidFill>
                <a:latin typeface="Calibri"/>
              </a:rPr>
              <a:t>Vendeur</a:t>
            </a:r>
            <a:endParaRPr lang="fr-FR" sz="1067" b="1" dirty="0">
              <a:solidFill>
                <a:srgbClr val="80276C"/>
              </a:solidFill>
              <a:latin typeface="Calibri"/>
            </a:endParaRP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DC0F10E7-E142-4684-9999-DA01B1CD21C4}"/>
              </a:ext>
            </a:extLst>
          </p:cNvPr>
          <p:cNvSpPr/>
          <p:nvPr/>
        </p:nvSpPr>
        <p:spPr>
          <a:xfrm>
            <a:off x="11268502" y="4309368"/>
            <a:ext cx="627543" cy="184003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1219170"/>
            <a:r>
              <a:rPr lang="fr-FR" sz="1067" dirty="0">
                <a:solidFill>
                  <a:srgbClr val="6D6D6D"/>
                </a:solidFill>
                <a:latin typeface="Calibri"/>
              </a:rPr>
              <a:t>Superviseur</a:t>
            </a:r>
            <a:endParaRPr lang="fr-FR" sz="1067" b="1" dirty="0">
              <a:solidFill>
                <a:srgbClr val="80276C"/>
              </a:solidFill>
              <a:latin typeface="Calibri"/>
            </a:endParaRP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E0EA9172-B7E7-4FE8-8CAF-538BBA59815D}"/>
              </a:ext>
            </a:extLst>
          </p:cNvPr>
          <p:cNvSpPr/>
          <p:nvPr/>
        </p:nvSpPr>
        <p:spPr>
          <a:xfrm>
            <a:off x="815413" y="1477997"/>
            <a:ext cx="288032" cy="273256"/>
          </a:xfrm>
          <a:prstGeom prst="ellipse">
            <a:avLst/>
          </a:prstGeom>
          <a:solidFill>
            <a:srgbClr val="042C8F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r>
              <a:rPr lang="fr-FR" sz="1600" b="1" dirty="0">
                <a:solidFill>
                  <a:prstClr val="white"/>
                </a:solidFill>
                <a:latin typeface="Calibri"/>
              </a:rPr>
              <a:t>1</a:t>
            </a:r>
          </a:p>
        </p:txBody>
      </p:sp>
      <p:sp>
        <p:nvSpPr>
          <p:cNvPr id="262" name="Ellipse 261">
            <a:extLst>
              <a:ext uri="{FF2B5EF4-FFF2-40B4-BE49-F238E27FC236}">
                <a16:creationId xmlns:a16="http://schemas.microsoft.com/office/drawing/2014/main" id="{33670F7C-9AC3-41A2-8524-37F127082332}"/>
              </a:ext>
            </a:extLst>
          </p:cNvPr>
          <p:cNvSpPr/>
          <p:nvPr/>
        </p:nvSpPr>
        <p:spPr>
          <a:xfrm>
            <a:off x="815413" y="2219260"/>
            <a:ext cx="288032" cy="273256"/>
          </a:xfrm>
          <a:prstGeom prst="ellipse">
            <a:avLst/>
          </a:prstGeom>
          <a:solidFill>
            <a:srgbClr val="042C8F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r>
              <a:rPr lang="fr-FR" sz="1600" b="1" dirty="0">
                <a:solidFill>
                  <a:prstClr val="white"/>
                </a:solidFill>
                <a:latin typeface="Calibri"/>
              </a:rPr>
              <a:t>2</a:t>
            </a:r>
          </a:p>
        </p:txBody>
      </p:sp>
      <p:sp>
        <p:nvSpPr>
          <p:cNvPr id="263" name="Ellipse 262">
            <a:extLst>
              <a:ext uri="{FF2B5EF4-FFF2-40B4-BE49-F238E27FC236}">
                <a16:creationId xmlns:a16="http://schemas.microsoft.com/office/drawing/2014/main" id="{592928C7-2518-40D6-8ECE-75E68B0364B9}"/>
              </a:ext>
            </a:extLst>
          </p:cNvPr>
          <p:cNvSpPr/>
          <p:nvPr/>
        </p:nvSpPr>
        <p:spPr>
          <a:xfrm>
            <a:off x="815413" y="2960523"/>
            <a:ext cx="288032" cy="273256"/>
          </a:xfrm>
          <a:prstGeom prst="ellipse">
            <a:avLst/>
          </a:prstGeom>
          <a:solidFill>
            <a:srgbClr val="042C8F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r>
              <a:rPr lang="fr-FR" sz="1600" b="1" dirty="0">
                <a:solidFill>
                  <a:prstClr val="white"/>
                </a:solidFill>
                <a:latin typeface="Calibri"/>
              </a:rPr>
              <a:t>3</a:t>
            </a:r>
          </a:p>
        </p:txBody>
      </p:sp>
      <p:sp>
        <p:nvSpPr>
          <p:cNvPr id="264" name="Ellipse 263">
            <a:extLst>
              <a:ext uri="{FF2B5EF4-FFF2-40B4-BE49-F238E27FC236}">
                <a16:creationId xmlns:a16="http://schemas.microsoft.com/office/drawing/2014/main" id="{E94457B2-4AC8-42AE-8363-7460A40F72E5}"/>
              </a:ext>
            </a:extLst>
          </p:cNvPr>
          <p:cNvSpPr/>
          <p:nvPr/>
        </p:nvSpPr>
        <p:spPr>
          <a:xfrm>
            <a:off x="815413" y="3701785"/>
            <a:ext cx="288032" cy="273256"/>
          </a:xfrm>
          <a:prstGeom prst="ellipse">
            <a:avLst/>
          </a:prstGeom>
          <a:solidFill>
            <a:srgbClr val="042C8F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r>
              <a:rPr lang="fr-FR" sz="1600" b="1" dirty="0">
                <a:solidFill>
                  <a:prstClr val="white"/>
                </a:solidFill>
                <a:latin typeface="Calibri"/>
              </a:rPr>
              <a:t>4</a:t>
            </a:r>
          </a:p>
        </p:txBody>
      </p:sp>
      <p:sp>
        <p:nvSpPr>
          <p:cNvPr id="266" name="Ellipse 265">
            <a:extLst>
              <a:ext uri="{FF2B5EF4-FFF2-40B4-BE49-F238E27FC236}">
                <a16:creationId xmlns:a16="http://schemas.microsoft.com/office/drawing/2014/main" id="{446D406B-5C51-4367-A982-1F346A3E2517}"/>
              </a:ext>
            </a:extLst>
          </p:cNvPr>
          <p:cNvSpPr/>
          <p:nvPr/>
        </p:nvSpPr>
        <p:spPr>
          <a:xfrm>
            <a:off x="4770565" y="1810053"/>
            <a:ext cx="288032" cy="273256"/>
          </a:xfrm>
          <a:prstGeom prst="ellipse">
            <a:avLst/>
          </a:prstGeom>
          <a:solidFill>
            <a:srgbClr val="007DC3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r>
              <a:rPr lang="fr-FR" sz="1600" b="1" dirty="0">
                <a:solidFill>
                  <a:prstClr val="white"/>
                </a:solidFill>
                <a:latin typeface="Calibri"/>
              </a:rPr>
              <a:t>5</a:t>
            </a:r>
          </a:p>
        </p:txBody>
      </p:sp>
      <p:sp>
        <p:nvSpPr>
          <p:cNvPr id="267" name="Ellipse 266">
            <a:extLst>
              <a:ext uri="{FF2B5EF4-FFF2-40B4-BE49-F238E27FC236}">
                <a16:creationId xmlns:a16="http://schemas.microsoft.com/office/drawing/2014/main" id="{1392810E-3551-41D6-94C5-6F594D4523AA}"/>
              </a:ext>
            </a:extLst>
          </p:cNvPr>
          <p:cNvSpPr/>
          <p:nvPr/>
        </p:nvSpPr>
        <p:spPr>
          <a:xfrm>
            <a:off x="4770565" y="2614723"/>
            <a:ext cx="288032" cy="273256"/>
          </a:xfrm>
          <a:prstGeom prst="ellipse">
            <a:avLst/>
          </a:prstGeom>
          <a:solidFill>
            <a:srgbClr val="007DC3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r>
              <a:rPr lang="fr-FR" sz="1600" b="1" dirty="0">
                <a:solidFill>
                  <a:prstClr val="white"/>
                </a:solidFill>
                <a:latin typeface="Calibri"/>
              </a:rPr>
              <a:t>6</a:t>
            </a:r>
          </a:p>
        </p:txBody>
      </p:sp>
      <p:sp>
        <p:nvSpPr>
          <p:cNvPr id="268" name="Ellipse 267">
            <a:extLst>
              <a:ext uri="{FF2B5EF4-FFF2-40B4-BE49-F238E27FC236}">
                <a16:creationId xmlns:a16="http://schemas.microsoft.com/office/drawing/2014/main" id="{C6D01B65-6D39-4353-9775-06483023D04D}"/>
              </a:ext>
            </a:extLst>
          </p:cNvPr>
          <p:cNvSpPr/>
          <p:nvPr/>
        </p:nvSpPr>
        <p:spPr>
          <a:xfrm>
            <a:off x="4770565" y="3366005"/>
            <a:ext cx="288032" cy="273256"/>
          </a:xfrm>
          <a:prstGeom prst="ellipse">
            <a:avLst/>
          </a:prstGeom>
          <a:solidFill>
            <a:srgbClr val="007DC3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r>
              <a:rPr lang="fr-FR" sz="1600" b="1" dirty="0">
                <a:solidFill>
                  <a:prstClr val="white"/>
                </a:solidFill>
                <a:latin typeface="Calibri"/>
              </a:rPr>
              <a:t>7</a:t>
            </a:r>
          </a:p>
        </p:txBody>
      </p:sp>
      <p:sp>
        <p:nvSpPr>
          <p:cNvPr id="269" name="Ellipse 268">
            <a:extLst>
              <a:ext uri="{FF2B5EF4-FFF2-40B4-BE49-F238E27FC236}">
                <a16:creationId xmlns:a16="http://schemas.microsoft.com/office/drawing/2014/main" id="{ABB097FD-E238-42ED-B981-2ADF045BFDDD}"/>
              </a:ext>
            </a:extLst>
          </p:cNvPr>
          <p:cNvSpPr/>
          <p:nvPr/>
        </p:nvSpPr>
        <p:spPr>
          <a:xfrm>
            <a:off x="8658441" y="1808013"/>
            <a:ext cx="288032" cy="273256"/>
          </a:xfrm>
          <a:prstGeom prst="ellipse">
            <a:avLst/>
          </a:prstGeom>
          <a:solidFill>
            <a:srgbClr val="C42327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r>
              <a:rPr lang="fr-FR" sz="1600" b="1" dirty="0">
                <a:solidFill>
                  <a:prstClr val="white"/>
                </a:solidFill>
                <a:latin typeface="Calibri"/>
              </a:rPr>
              <a:t>8</a:t>
            </a:r>
          </a:p>
        </p:txBody>
      </p:sp>
      <p:sp>
        <p:nvSpPr>
          <p:cNvPr id="270" name="Ellipse 269">
            <a:extLst>
              <a:ext uri="{FF2B5EF4-FFF2-40B4-BE49-F238E27FC236}">
                <a16:creationId xmlns:a16="http://schemas.microsoft.com/office/drawing/2014/main" id="{E95E0E40-FB27-4C96-8A54-F3324201B851}"/>
              </a:ext>
            </a:extLst>
          </p:cNvPr>
          <p:cNvSpPr/>
          <p:nvPr/>
        </p:nvSpPr>
        <p:spPr>
          <a:xfrm>
            <a:off x="8658441" y="2671459"/>
            <a:ext cx="288032" cy="273256"/>
          </a:xfrm>
          <a:prstGeom prst="ellipse">
            <a:avLst/>
          </a:prstGeom>
          <a:solidFill>
            <a:srgbClr val="C42327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r>
              <a:rPr lang="fr-FR" sz="1600" b="1" dirty="0">
                <a:solidFill>
                  <a:prstClr val="white"/>
                </a:solidFill>
                <a:latin typeface="Calibri"/>
              </a:rPr>
              <a:t>9</a:t>
            </a:r>
          </a:p>
        </p:txBody>
      </p:sp>
      <p:sp>
        <p:nvSpPr>
          <p:cNvPr id="271" name="Ellipse 270">
            <a:extLst>
              <a:ext uri="{FF2B5EF4-FFF2-40B4-BE49-F238E27FC236}">
                <a16:creationId xmlns:a16="http://schemas.microsoft.com/office/drawing/2014/main" id="{CCB1B5FA-A446-492B-A5EF-CEE14E952031}"/>
              </a:ext>
            </a:extLst>
          </p:cNvPr>
          <p:cNvSpPr/>
          <p:nvPr/>
        </p:nvSpPr>
        <p:spPr>
          <a:xfrm>
            <a:off x="8658441" y="3565157"/>
            <a:ext cx="288032" cy="273256"/>
          </a:xfrm>
          <a:prstGeom prst="ellipse">
            <a:avLst/>
          </a:prstGeom>
          <a:solidFill>
            <a:srgbClr val="C42327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/>
            <a:r>
              <a:rPr lang="fr-FR" sz="1600" b="1" dirty="0">
                <a:solidFill>
                  <a:prstClr val="white"/>
                </a:solidFill>
                <a:latin typeface="Calibri"/>
              </a:rPr>
              <a:t>10</a:t>
            </a:r>
          </a:p>
        </p:txBody>
      </p:sp>
      <p:cxnSp>
        <p:nvCxnSpPr>
          <p:cNvPr id="272" name="Connecteur droit avec flèche 53">
            <a:extLst>
              <a:ext uri="{FF2B5EF4-FFF2-40B4-BE49-F238E27FC236}">
                <a16:creationId xmlns:a16="http://schemas.microsoft.com/office/drawing/2014/main" id="{810F7E73-790F-498A-8137-9BB54B6443D9}"/>
              </a:ext>
            </a:extLst>
          </p:cNvPr>
          <p:cNvCxnSpPr>
            <a:cxnSpLocks/>
          </p:cNvCxnSpPr>
          <p:nvPr/>
        </p:nvCxnSpPr>
        <p:spPr>
          <a:xfrm>
            <a:off x="6822236" y="277750"/>
            <a:ext cx="571841" cy="1"/>
          </a:xfrm>
          <a:prstGeom prst="straightConnector1">
            <a:avLst/>
          </a:prstGeom>
          <a:ln w="9525"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Connecteur droit avec flèche 53">
            <a:extLst>
              <a:ext uri="{FF2B5EF4-FFF2-40B4-BE49-F238E27FC236}">
                <a16:creationId xmlns:a16="http://schemas.microsoft.com/office/drawing/2014/main" id="{53EFD75E-AED6-41FB-8A16-F66DC97771C5}"/>
              </a:ext>
            </a:extLst>
          </p:cNvPr>
          <p:cNvCxnSpPr>
            <a:cxnSpLocks/>
          </p:cNvCxnSpPr>
          <p:nvPr/>
        </p:nvCxnSpPr>
        <p:spPr>
          <a:xfrm>
            <a:off x="6822405" y="640977"/>
            <a:ext cx="571841" cy="1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5" name="Rectangle 274">
            <a:extLst>
              <a:ext uri="{FF2B5EF4-FFF2-40B4-BE49-F238E27FC236}">
                <a16:creationId xmlns:a16="http://schemas.microsoft.com/office/drawing/2014/main" id="{43AF9C27-1BCA-4B12-9B91-A5087CBA0A6E}"/>
              </a:ext>
            </a:extLst>
          </p:cNvPr>
          <p:cNvSpPr/>
          <p:nvPr/>
        </p:nvSpPr>
        <p:spPr>
          <a:xfrm>
            <a:off x="7586017" y="92024"/>
            <a:ext cx="1401539" cy="316673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1219170"/>
            <a:r>
              <a:rPr lang="fr-FR" sz="1600" dirty="0">
                <a:solidFill>
                  <a:srgbClr val="6D6D6D"/>
                </a:solidFill>
                <a:latin typeface="Calibri"/>
              </a:rPr>
              <a:t>Instruction</a:t>
            </a:r>
            <a:endParaRPr lang="fr-FR" sz="1600" b="1" dirty="0">
              <a:solidFill>
                <a:srgbClr val="80276C"/>
              </a:solidFill>
              <a:latin typeface="Calibri"/>
            </a:endParaRP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AA9DE4F6-E784-463B-8338-5B55D5A057E8}"/>
              </a:ext>
            </a:extLst>
          </p:cNvPr>
          <p:cNvSpPr/>
          <p:nvPr/>
        </p:nvSpPr>
        <p:spPr>
          <a:xfrm>
            <a:off x="7586017" y="467486"/>
            <a:ext cx="1401539" cy="316673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1219170"/>
            <a:r>
              <a:rPr lang="fr-FR" sz="1600" dirty="0">
                <a:solidFill>
                  <a:srgbClr val="6D6D6D"/>
                </a:solidFill>
                <a:latin typeface="Calibri"/>
              </a:rPr>
              <a:t>Notification</a:t>
            </a:r>
            <a:endParaRPr lang="fr-FR" sz="1600" b="1" dirty="0">
              <a:solidFill>
                <a:srgbClr val="80276C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74748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GVA">
  <a:themeElements>
    <a:clrScheme name="GVA">
      <a:dk1>
        <a:srgbClr val="63666A"/>
      </a:dk1>
      <a:lt1>
        <a:sysClr val="window" lastClr="FFFFFF"/>
      </a:lt1>
      <a:dk2>
        <a:srgbClr val="ED7404"/>
      </a:dk2>
      <a:lt2>
        <a:srgbClr val="D4021D"/>
      </a:lt2>
      <a:accent1>
        <a:srgbClr val="80A3CA"/>
      </a:accent1>
      <a:accent2>
        <a:srgbClr val="005782"/>
      </a:accent2>
      <a:accent3>
        <a:srgbClr val="B5B5B5"/>
      </a:accent3>
      <a:accent4>
        <a:srgbClr val="484B47"/>
      </a:accent4>
      <a:accent5>
        <a:srgbClr val="80276C"/>
      </a:accent5>
      <a:accent6>
        <a:srgbClr val="323C18"/>
      </a:accent6>
      <a:hlink>
        <a:srgbClr val="80A3CA"/>
      </a:hlink>
      <a:folHlink>
        <a:srgbClr val="00578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3175">
          <a:solidFill>
            <a:schemeClr val="accent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ctr">
          <a:defRPr sz="1200" b="1" dirty="0">
            <a:solidFill>
              <a:srgbClr val="6D6D6D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 CanalBox" id="{18EF81D5-AB5A-4EB9-9447-665E8979DD17}" vid="{EFEEC22A-CA18-449D-B7AA-0B29F31189E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DF1FA9B8EB82418B12BA4E71E5BF84" ma:contentTypeVersion="0" ma:contentTypeDescription="Crée un document." ma:contentTypeScope="" ma:versionID="3a92746c832571bccd2f44c1e94e979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3d6ca9f312fcd1c0ab10337cdbdb72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782DF3-9D3D-4CDA-94D5-05F0C6812FB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0D0B8B-C653-4E7E-A67A-B1681383850E}">
  <ds:schemaRefs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89224CB-3B67-43E6-81AB-681A270161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197</Words>
  <Application>Microsoft Office PowerPoint</Application>
  <PresentationFormat>Widescreen</PresentationFormat>
  <Paragraphs>53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Arial</vt:lpstr>
      <vt:lpstr>Arial Narrow</vt:lpstr>
      <vt:lpstr>Calibri</vt:lpstr>
      <vt:lpstr>Canal+</vt:lpstr>
      <vt:lpstr>Courier New</vt:lpstr>
      <vt:lpstr>Symbol</vt:lpstr>
      <vt:lpstr>Wingdings</vt:lpstr>
      <vt:lpstr>GVA</vt:lpstr>
      <vt:lpstr>think-cell Slide</vt:lpstr>
      <vt:lpstr>Processus de souscription PARCOURS CLIENT</vt:lpstr>
      <vt:lpstr>Processus de souscription ET DANS LE SI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Processus de souscription PARCOURS CLIENT</dc:title>
  <dc:creator>MELLOUK Djellali</dc:creator>
  <cp:lastModifiedBy>AWI ALHER Cherifane (Prestataire)</cp:lastModifiedBy>
  <cp:revision>3</cp:revision>
  <dcterms:created xsi:type="dcterms:W3CDTF">2021-05-10T14:27:31Z</dcterms:created>
  <dcterms:modified xsi:type="dcterms:W3CDTF">2021-05-17T19:54:57Z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0x010100AADF1FA9B8EB82418B12BA4E71E5BF84</vt:lpwstr>
  </property>
</Properties>
</file>