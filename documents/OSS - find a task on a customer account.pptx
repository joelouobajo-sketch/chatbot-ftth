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7" r:id="rId5"/>
    <p:sldId id="748" r:id="rId6"/>
    <p:sldId id="702" r:id="rId7"/>
    <p:sldId id="703" r:id="rId8"/>
    <p:sldId id="704" r:id="rId9"/>
    <p:sldId id="752" r:id="rId10"/>
    <p:sldId id="7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10FA9-02B8-4F1B-83A7-120FBFA8F0B0}" v="4" dt="2021-05-12T09:03:58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73B44-FD18-4456-9769-24CBC422124D}" type="datetimeFigureOut">
              <a:rPr lang="en-GB" smtClean="0"/>
              <a:t>12/05/2021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F89EB-EF95-4FEA-A5B8-7E221D8FF2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83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5"/>
          <p:cNvSpPr>
            <a:spLocks/>
          </p:cNvSpPr>
          <p:nvPr/>
        </p:nvSpPr>
        <p:spPr bwMode="gray">
          <a:xfrm>
            <a:off x="10058402" y="411344"/>
            <a:ext cx="1578713" cy="1155367"/>
          </a:xfrm>
          <a:custGeom>
            <a:avLst/>
            <a:gdLst>
              <a:gd name="T0" fmla="*/ 0 w 2970"/>
              <a:gd name="T1" fmla="*/ 1517 h 2630"/>
              <a:gd name="T2" fmla="*/ 6 w 2970"/>
              <a:gd name="T3" fmla="*/ 1378 h 2630"/>
              <a:gd name="T4" fmla="*/ 19 w 2970"/>
              <a:gd name="T5" fmla="*/ 1234 h 2630"/>
              <a:gd name="T6" fmla="*/ 40 w 2970"/>
              <a:gd name="T7" fmla="*/ 1099 h 2630"/>
              <a:gd name="T8" fmla="*/ 71 w 2970"/>
              <a:gd name="T9" fmla="*/ 963 h 2630"/>
              <a:gd name="T10" fmla="*/ 115 w 2970"/>
              <a:gd name="T11" fmla="*/ 830 h 2630"/>
              <a:gd name="T12" fmla="*/ 167 w 2970"/>
              <a:gd name="T13" fmla="*/ 705 h 2630"/>
              <a:gd name="T14" fmla="*/ 233 w 2970"/>
              <a:gd name="T15" fmla="*/ 587 h 2630"/>
              <a:gd name="T16" fmla="*/ 310 w 2970"/>
              <a:gd name="T17" fmla="*/ 476 h 2630"/>
              <a:gd name="T18" fmla="*/ 403 w 2970"/>
              <a:gd name="T19" fmla="*/ 376 h 2630"/>
              <a:gd name="T20" fmla="*/ 512 w 2970"/>
              <a:gd name="T21" fmla="*/ 283 h 2630"/>
              <a:gd name="T22" fmla="*/ 636 w 2970"/>
              <a:gd name="T23" fmla="*/ 200 h 2630"/>
              <a:gd name="T24" fmla="*/ 775 w 2970"/>
              <a:gd name="T25" fmla="*/ 132 h 2630"/>
              <a:gd name="T26" fmla="*/ 933 w 2970"/>
              <a:gd name="T27" fmla="*/ 75 h 2630"/>
              <a:gd name="T28" fmla="*/ 1110 w 2970"/>
              <a:gd name="T29" fmla="*/ 36 h 2630"/>
              <a:gd name="T30" fmla="*/ 1305 w 2970"/>
              <a:gd name="T31" fmla="*/ 11 h 2630"/>
              <a:gd name="T32" fmla="*/ 1522 w 2970"/>
              <a:gd name="T33" fmla="*/ 0 h 2630"/>
              <a:gd name="T34" fmla="*/ 1615 w 2970"/>
              <a:gd name="T35" fmla="*/ 4 h 2630"/>
              <a:gd name="T36" fmla="*/ 1798 w 2970"/>
              <a:gd name="T37" fmla="*/ 18 h 2630"/>
              <a:gd name="T38" fmla="*/ 1972 w 2970"/>
              <a:gd name="T39" fmla="*/ 47 h 2630"/>
              <a:gd name="T40" fmla="*/ 2136 w 2970"/>
              <a:gd name="T41" fmla="*/ 89 h 2630"/>
              <a:gd name="T42" fmla="*/ 2288 w 2970"/>
              <a:gd name="T43" fmla="*/ 154 h 2630"/>
              <a:gd name="T44" fmla="*/ 2427 w 2970"/>
              <a:gd name="T45" fmla="*/ 233 h 2630"/>
              <a:gd name="T46" fmla="*/ 2558 w 2970"/>
              <a:gd name="T47" fmla="*/ 329 h 2630"/>
              <a:gd name="T48" fmla="*/ 2675 w 2970"/>
              <a:gd name="T49" fmla="*/ 447 h 2630"/>
              <a:gd name="T50" fmla="*/ 2728 w 2970"/>
              <a:gd name="T51" fmla="*/ 512 h 2630"/>
              <a:gd name="T52" fmla="*/ 2830 w 2970"/>
              <a:gd name="T53" fmla="*/ 669 h 2630"/>
              <a:gd name="T54" fmla="*/ 2905 w 2970"/>
              <a:gd name="T55" fmla="*/ 834 h 2630"/>
              <a:gd name="T56" fmla="*/ 2951 w 2970"/>
              <a:gd name="T57" fmla="*/ 1005 h 2630"/>
              <a:gd name="T58" fmla="*/ 2970 w 2970"/>
              <a:gd name="T59" fmla="*/ 1181 h 2630"/>
              <a:gd name="T60" fmla="*/ 2970 w 2970"/>
              <a:gd name="T61" fmla="*/ 1256 h 2630"/>
              <a:gd name="T62" fmla="*/ 2961 w 2970"/>
              <a:gd name="T63" fmla="*/ 1403 h 2630"/>
              <a:gd name="T64" fmla="*/ 2936 w 2970"/>
              <a:gd name="T65" fmla="*/ 1542 h 2630"/>
              <a:gd name="T66" fmla="*/ 2902 w 2970"/>
              <a:gd name="T67" fmla="*/ 1675 h 2630"/>
              <a:gd name="T68" fmla="*/ 2855 w 2970"/>
              <a:gd name="T69" fmla="*/ 1796 h 2630"/>
              <a:gd name="T70" fmla="*/ 2796 w 2970"/>
              <a:gd name="T71" fmla="*/ 1914 h 2630"/>
              <a:gd name="T72" fmla="*/ 2728 w 2970"/>
              <a:gd name="T73" fmla="*/ 2022 h 2630"/>
              <a:gd name="T74" fmla="*/ 2648 w 2970"/>
              <a:gd name="T75" fmla="*/ 2122 h 2630"/>
              <a:gd name="T76" fmla="*/ 2604 w 2970"/>
              <a:gd name="T77" fmla="*/ 2168 h 2630"/>
              <a:gd name="T78" fmla="*/ 2486 w 2970"/>
              <a:gd name="T79" fmla="*/ 2272 h 2630"/>
              <a:gd name="T80" fmla="*/ 2356 w 2970"/>
              <a:gd name="T81" fmla="*/ 2365 h 2630"/>
              <a:gd name="T82" fmla="*/ 2214 w 2970"/>
              <a:gd name="T83" fmla="*/ 2448 h 2630"/>
              <a:gd name="T84" fmla="*/ 2059 w 2970"/>
              <a:gd name="T85" fmla="*/ 2512 h 2630"/>
              <a:gd name="T86" fmla="*/ 1894 w 2970"/>
              <a:gd name="T87" fmla="*/ 2566 h 2630"/>
              <a:gd name="T88" fmla="*/ 1724 w 2970"/>
              <a:gd name="T89" fmla="*/ 2601 h 2630"/>
              <a:gd name="T90" fmla="*/ 1547 w 2970"/>
              <a:gd name="T91" fmla="*/ 2623 h 2630"/>
              <a:gd name="T92" fmla="*/ 1361 w 2970"/>
              <a:gd name="T93" fmla="*/ 2630 h 2630"/>
              <a:gd name="T94" fmla="*/ 0 w 2970"/>
              <a:gd name="T95" fmla="*/ 2630 h 2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70" h="2630">
                <a:moveTo>
                  <a:pt x="0" y="1517"/>
                </a:moveTo>
                <a:lnTo>
                  <a:pt x="0" y="1517"/>
                </a:lnTo>
                <a:lnTo>
                  <a:pt x="3" y="1446"/>
                </a:lnTo>
                <a:lnTo>
                  <a:pt x="6" y="1378"/>
                </a:lnTo>
                <a:lnTo>
                  <a:pt x="12" y="1306"/>
                </a:lnTo>
                <a:lnTo>
                  <a:pt x="19" y="1234"/>
                </a:lnTo>
                <a:lnTo>
                  <a:pt x="28" y="1167"/>
                </a:lnTo>
                <a:lnTo>
                  <a:pt x="40" y="1099"/>
                </a:lnTo>
                <a:lnTo>
                  <a:pt x="56" y="1031"/>
                </a:lnTo>
                <a:lnTo>
                  <a:pt x="71" y="963"/>
                </a:lnTo>
                <a:lnTo>
                  <a:pt x="93" y="895"/>
                </a:lnTo>
                <a:lnTo>
                  <a:pt x="115" y="830"/>
                </a:lnTo>
                <a:lnTo>
                  <a:pt x="140" y="769"/>
                </a:lnTo>
                <a:lnTo>
                  <a:pt x="167" y="705"/>
                </a:lnTo>
                <a:lnTo>
                  <a:pt x="198" y="644"/>
                </a:lnTo>
                <a:lnTo>
                  <a:pt x="233" y="587"/>
                </a:lnTo>
                <a:lnTo>
                  <a:pt x="270" y="530"/>
                </a:lnTo>
                <a:lnTo>
                  <a:pt x="310" y="476"/>
                </a:lnTo>
                <a:lnTo>
                  <a:pt x="357" y="426"/>
                </a:lnTo>
                <a:lnTo>
                  <a:pt x="403" y="376"/>
                </a:lnTo>
                <a:lnTo>
                  <a:pt x="456" y="326"/>
                </a:lnTo>
                <a:lnTo>
                  <a:pt x="512" y="283"/>
                </a:lnTo>
                <a:lnTo>
                  <a:pt x="570" y="240"/>
                </a:lnTo>
                <a:lnTo>
                  <a:pt x="636" y="200"/>
                </a:lnTo>
                <a:lnTo>
                  <a:pt x="704" y="165"/>
                </a:lnTo>
                <a:lnTo>
                  <a:pt x="775" y="132"/>
                </a:lnTo>
                <a:lnTo>
                  <a:pt x="853" y="104"/>
                </a:lnTo>
                <a:lnTo>
                  <a:pt x="933" y="75"/>
                </a:lnTo>
                <a:lnTo>
                  <a:pt x="1020" y="54"/>
                </a:lnTo>
                <a:lnTo>
                  <a:pt x="1110" y="36"/>
                </a:lnTo>
                <a:lnTo>
                  <a:pt x="1206" y="21"/>
                </a:lnTo>
                <a:lnTo>
                  <a:pt x="1305" y="11"/>
                </a:lnTo>
                <a:lnTo>
                  <a:pt x="1411" y="4"/>
                </a:lnTo>
                <a:lnTo>
                  <a:pt x="1522" y="0"/>
                </a:lnTo>
                <a:lnTo>
                  <a:pt x="1522" y="0"/>
                </a:lnTo>
                <a:lnTo>
                  <a:pt x="1615" y="4"/>
                </a:lnTo>
                <a:lnTo>
                  <a:pt x="1708" y="7"/>
                </a:lnTo>
                <a:lnTo>
                  <a:pt x="1798" y="18"/>
                </a:lnTo>
                <a:lnTo>
                  <a:pt x="1888" y="29"/>
                </a:lnTo>
                <a:lnTo>
                  <a:pt x="1972" y="47"/>
                </a:lnTo>
                <a:lnTo>
                  <a:pt x="2055" y="68"/>
                </a:lnTo>
                <a:lnTo>
                  <a:pt x="2136" y="89"/>
                </a:lnTo>
                <a:lnTo>
                  <a:pt x="2214" y="118"/>
                </a:lnTo>
                <a:lnTo>
                  <a:pt x="2288" y="154"/>
                </a:lnTo>
                <a:lnTo>
                  <a:pt x="2359" y="190"/>
                </a:lnTo>
                <a:lnTo>
                  <a:pt x="2427" y="233"/>
                </a:lnTo>
                <a:lnTo>
                  <a:pt x="2493" y="279"/>
                </a:lnTo>
                <a:lnTo>
                  <a:pt x="2558" y="329"/>
                </a:lnTo>
                <a:lnTo>
                  <a:pt x="2617" y="386"/>
                </a:lnTo>
                <a:lnTo>
                  <a:pt x="2675" y="447"/>
                </a:lnTo>
                <a:lnTo>
                  <a:pt x="2728" y="512"/>
                </a:lnTo>
                <a:lnTo>
                  <a:pt x="2728" y="512"/>
                </a:lnTo>
                <a:lnTo>
                  <a:pt x="2784" y="590"/>
                </a:lnTo>
                <a:lnTo>
                  <a:pt x="2830" y="669"/>
                </a:lnTo>
                <a:lnTo>
                  <a:pt x="2871" y="748"/>
                </a:lnTo>
                <a:lnTo>
                  <a:pt x="2905" y="834"/>
                </a:lnTo>
                <a:lnTo>
                  <a:pt x="2933" y="916"/>
                </a:lnTo>
                <a:lnTo>
                  <a:pt x="2951" y="1005"/>
                </a:lnTo>
                <a:lnTo>
                  <a:pt x="2964" y="1091"/>
                </a:lnTo>
                <a:lnTo>
                  <a:pt x="2970" y="1181"/>
                </a:lnTo>
                <a:lnTo>
                  <a:pt x="2970" y="1181"/>
                </a:lnTo>
                <a:lnTo>
                  <a:pt x="2970" y="1256"/>
                </a:lnTo>
                <a:lnTo>
                  <a:pt x="2967" y="1331"/>
                </a:lnTo>
                <a:lnTo>
                  <a:pt x="2961" y="1403"/>
                </a:lnTo>
                <a:lnTo>
                  <a:pt x="2951" y="1474"/>
                </a:lnTo>
                <a:lnTo>
                  <a:pt x="2936" y="1542"/>
                </a:lnTo>
                <a:lnTo>
                  <a:pt x="2920" y="1610"/>
                </a:lnTo>
                <a:lnTo>
                  <a:pt x="2902" y="1675"/>
                </a:lnTo>
                <a:lnTo>
                  <a:pt x="2880" y="1735"/>
                </a:lnTo>
                <a:lnTo>
                  <a:pt x="2855" y="1796"/>
                </a:lnTo>
                <a:lnTo>
                  <a:pt x="2827" y="1857"/>
                </a:lnTo>
                <a:lnTo>
                  <a:pt x="2796" y="1914"/>
                </a:lnTo>
                <a:lnTo>
                  <a:pt x="2762" y="1968"/>
                </a:lnTo>
                <a:lnTo>
                  <a:pt x="2728" y="2022"/>
                </a:lnTo>
                <a:lnTo>
                  <a:pt x="2688" y="2072"/>
                </a:lnTo>
                <a:lnTo>
                  <a:pt x="2648" y="2122"/>
                </a:lnTo>
                <a:lnTo>
                  <a:pt x="2604" y="2168"/>
                </a:lnTo>
                <a:lnTo>
                  <a:pt x="2604" y="2168"/>
                </a:lnTo>
                <a:lnTo>
                  <a:pt x="2548" y="2222"/>
                </a:lnTo>
                <a:lnTo>
                  <a:pt x="2486" y="2272"/>
                </a:lnTo>
                <a:lnTo>
                  <a:pt x="2424" y="2322"/>
                </a:lnTo>
                <a:lnTo>
                  <a:pt x="2356" y="2365"/>
                </a:lnTo>
                <a:lnTo>
                  <a:pt x="2285" y="2408"/>
                </a:lnTo>
                <a:lnTo>
                  <a:pt x="2214" y="2448"/>
                </a:lnTo>
                <a:lnTo>
                  <a:pt x="2136" y="2480"/>
                </a:lnTo>
                <a:lnTo>
                  <a:pt x="2059" y="2512"/>
                </a:lnTo>
                <a:lnTo>
                  <a:pt x="1978" y="2541"/>
                </a:lnTo>
                <a:lnTo>
                  <a:pt x="1894" y="2566"/>
                </a:lnTo>
                <a:lnTo>
                  <a:pt x="1811" y="2587"/>
                </a:lnTo>
                <a:lnTo>
                  <a:pt x="1724" y="2601"/>
                </a:lnTo>
                <a:lnTo>
                  <a:pt x="1637" y="2616"/>
                </a:lnTo>
                <a:lnTo>
                  <a:pt x="1547" y="2623"/>
                </a:lnTo>
                <a:lnTo>
                  <a:pt x="1454" y="2630"/>
                </a:lnTo>
                <a:lnTo>
                  <a:pt x="1361" y="2630"/>
                </a:lnTo>
                <a:lnTo>
                  <a:pt x="1361" y="2630"/>
                </a:lnTo>
                <a:lnTo>
                  <a:pt x="0" y="2630"/>
                </a:lnTo>
                <a:lnTo>
                  <a:pt x="0" y="1517"/>
                </a:lnTo>
                <a:close/>
              </a:path>
            </a:pathLst>
          </a:custGeom>
          <a:solidFill>
            <a:srgbClr val="80276C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fr-FR" sz="2400" dirty="0">
              <a:solidFill>
                <a:srgbClr val="63666A"/>
              </a:solidFill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1566711"/>
            <a:ext cx="10060799" cy="407053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058402" y="800140"/>
            <a:ext cx="1543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pPr/>
              <a:t>12/05/2021</a:t>
            </a:fld>
            <a:endParaRPr lang="fr-FR" dirty="0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23392" y="811957"/>
            <a:ext cx="2880783" cy="1185041"/>
          </a:xfrm>
          <a:prstGeom prst="rect">
            <a:avLst/>
          </a:prstGeo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457189" indent="0">
              <a:spcBef>
                <a:spcPts val="1200"/>
              </a:spcBef>
              <a:spcAft>
                <a:spcPts val="100"/>
              </a:spcAft>
              <a:buFontTx/>
              <a:buNone/>
              <a:defRPr lang="fr-FR" sz="180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35999" indent="-71998" algn="l" defTabSz="35999">
              <a:spcBef>
                <a:spcPts val="100"/>
              </a:spcBef>
              <a:spcAft>
                <a:spcPts val="100"/>
              </a:spcAft>
              <a:buFontTx/>
              <a:buNone/>
              <a:defRPr lang="fr-FR" sz="1600" dirty="0">
                <a:latin typeface="Arial Narrow" pitchFamily="34" charset="0"/>
              </a:defRPr>
            </a:lvl2pPr>
          </a:lstStyle>
          <a:p>
            <a:pPr marL="0" lvl="0">
              <a:spcBef>
                <a:spcPts val="1200"/>
              </a:spcBef>
              <a:spcAft>
                <a:spcPts val="100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1200"/>
              </a:spcBef>
              <a:spcAft>
                <a:spcPts val="100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89" y="5925278"/>
            <a:ext cx="1246697" cy="72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14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3205866"/>
            <a:ext cx="10560337" cy="166329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4500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2044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 dirty="0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indent="-380990"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sz="2400">
                <a:solidFill>
                  <a:schemeClr val="accent2"/>
                </a:solidFill>
              </a:defRPr>
            </a:lvl1pPr>
            <a:lvl2pPr marL="831830" indent="-380990"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831830" algn="l"/>
              </a:tabLst>
              <a:defRPr sz="1867">
                <a:solidFill>
                  <a:schemeClr val="tx1"/>
                </a:solidFill>
              </a:defRPr>
            </a:lvl2pPr>
            <a:lvl3pPr marL="1073124" indent="-239178">
              <a:buFont typeface="Arial" panose="020B0604020202020204" pitchFamily="34" charset="0"/>
              <a:buChar char="•"/>
              <a:tabLst>
                <a:tab pos="952476" algn="l"/>
              </a:tabLst>
              <a:defRPr sz="1600">
                <a:solidFill>
                  <a:schemeClr val="tx1"/>
                </a:solidFill>
              </a:defRPr>
            </a:lvl3pPr>
            <a:lvl4pPr marL="1432948" indent="-247644">
              <a:defRPr sz="1600">
                <a:solidFill>
                  <a:schemeClr val="tx1"/>
                </a:solidFill>
              </a:defRPr>
            </a:lvl4pPr>
            <a:lvl5pPr marL="1794888" indent="-247644"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baseline="0">
                <a:solidFill>
                  <a:schemeClr val="tx1"/>
                </a:solidFill>
              </a:defRPr>
            </a:lvl5pPr>
            <a:lvl6pPr marL="2275360" indent="-247644"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71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eneral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6001" y="1925639"/>
            <a:ext cx="11518900" cy="4191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551" y="1494000"/>
            <a:ext cx="11518349" cy="309600"/>
          </a:xfrm>
          <a:prstGeom prst="rect">
            <a:avLst/>
          </a:prstGeom>
        </p:spPr>
        <p:txBody>
          <a:bodyPr wrap="square"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here to add your text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69281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11518900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351586" y="6309321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33973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933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9" name="Inhaltsplatzhalter 6"/>
          <p:cNvSpPr>
            <a:spLocks noGrp="1"/>
          </p:cNvSpPr>
          <p:nvPr>
            <p:ph sz="quarter" idx="19" hasCustomPrompt="1"/>
          </p:nvPr>
        </p:nvSpPr>
        <p:spPr bwMode="gray">
          <a:xfrm>
            <a:off x="336000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27051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200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2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03321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7339"/>
            <a:ext cx="5975349" cy="455930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7499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16651" y="5806441"/>
            <a:ext cx="5975349" cy="310199"/>
          </a:xfrm>
          <a:prstGeom prst="rect">
            <a:avLst/>
          </a:prstGeom>
          <a:solidFill>
            <a:schemeClr val="bg1"/>
          </a:solidFill>
        </p:spPr>
        <p:txBody>
          <a:bodyPr rIns="108000" anchor="ctr" anchorCtr="0"/>
          <a:lstStyle>
            <a:lvl1pPr algn="r">
              <a:defRPr sz="1600"/>
            </a:lvl1pPr>
          </a:lstStyle>
          <a:p>
            <a:pPr lvl="0"/>
            <a:r>
              <a:rPr lang="en-US" noProof="0" dirty="0"/>
              <a:t>Image description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8800"/>
            <a:ext cx="5975349" cy="424764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35370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line + Sub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5999" y="1494000"/>
            <a:ext cx="11518900" cy="30960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67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here to add text for the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</a:p>
        </p:txBody>
      </p:sp>
      <p:sp>
        <p:nvSpPr>
          <p:cNvPr id="6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6765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68314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406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b="1" dirty="0">
              <a:solidFill>
                <a:srgbClr val="6D6D6D"/>
              </a:solidFill>
            </a:endParaRPr>
          </a:p>
        </p:txBody>
      </p:sp>
      <p:pic>
        <p:nvPicPr>
          <p:cNvPr id="3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635" y="4413451"/>
            <a:ext cx="3839800" cy="168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28009" y="2261185"/>
            <a:ext cx="8577284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fr-FR" sz="4533"/>
              <a:t>Modifiez le style du titre</a:t>
            </a:r>
            <a:endParaRPr lang="fr-FR" sz="4533" dirty="0"/>
          </a:p>
        </p:txBody>
      </p:sp>
    </p:spTree>
    <p:extLst>
      <p:ext uri="{BB962C8B-B14F-4D97-AF65-F5344CB8AC3E}">
        <p14:creationId xmlns:p14="http://schemas.microsoft.com/office/powerpoint/2010/main" val="2050119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363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94169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 dirty="0"/>
              <a:t>First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5"/>
            <a:r>
              <a:rPr lang="fr-FR" noProof="0" dirty="0" err="1"/>
              <a:t>Sixth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765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8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11362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6414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x1 Box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381001" y="1790701"/>
            <a:ext cx="11425767" cy="4040188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 b="0"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81000" y="1031840"/>
            <a:ext cx="11425765" cy="75886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085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737600" y="6525344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67" i="1">
                <a:latin typeface="Canal+" pitchFamily="50" charset="0"/>
              </a:defRPr>
            </a:lvl1pPr>
          </a:lstStyle>
          <a:p>
            <a:fld id="{47AFB671-B60B-4FD7-A4B2-341A32C1B78B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73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28671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18130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999973-DAAB-4687-B4B4-75DA6A298F11}" type="datetimeFigureOut">
              <a:rPr lang="fr-FR" smtClean="0"/>
              <a:t>12/05/2021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AFB671-B60B-4FD7-A4B2-341A32C1B78B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2977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4797"/>
            <a:ext cx="0" cy="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1900252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Relationship Id="rId30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270" imgH="270" progId="TCLayout.ActiveDocument.1">
                  <p:embed/>
                </p:oleObj>
              </mc:Choice>
              <mc:Fallback>
                <p:oleObj name="think-cell Slide" r:id="rId2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36001" y="40500"/>
            <a:ext cx="11519451" cy="90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 dirty="0"/>
              <a:t>Click here to add the headline</a:t>
            </a:r>
          </a:p>
        </p:txBody>
      </p:sp>
      <p:cxnSp>
        <p:nvCxnSpPr>
          <p:cNvPr id="48" name="Gerade Verbindung 47"/>
          <p:cNvCxnSpPr/>
          <p:nvPr/>
        </p:nvCxnSpPr>
        <p:spPr bwMode="gray">
          <a:xfrm flipV="1">
            <a:off x="609388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 bwMode="gray">
          <a:xfrm flipV="1">
            <a:off x="59732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 bwMode="gray">
          <a:xfrm flipV="1">
            <a:off x="62145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 bwMode="gray">
          <a:xfrm>
            <a:off x="5943664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0.00</a:t>
            </a:r>
          </a:p>
        </p:txBody>
      </p:sp>
      <p:sp>
        <p:nvSpPr>
          <p:cNvPr id="52" name="Textfeld 51"/>
          <p:cNvSpPr txBox="1"/>
          <p:nvPr/>
        </p:nvSpPr>
        <p:spPr bwMode="gray">
          <a:xfrm>
            <a:off x="562193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sp>
        <p:nvSpPr>
          <p:cNvPr id="53" name="Textfeld 52"/>
          <p:cNvSpPr txBox="1"/>
          <p:nvPr/>
        </p:nvSpPr>
        <p:spPr bwMode="gray">
          <a:xfrm>
            <a:off x="628021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cxnSp>
        <p:nvCxnSpPr>
          <p:cNvPr id="60" name="Gerade Verbindung 59"/>
          <p:cNvCxnSpPr/>
          <p:nvPr/>
        </p:nvCxnSpPr>
        <p:spPr bwMode="gray">
          <a:xfrm flipH="1">
            <a:off x="-198968" y="1265237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 bwMode="gray">
          <a:xfrm>
            <a:off x="-538690" y="15111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2.05</a:t>
            </a:r>
          </a:p>
        </p:txBody>
      </p:sp>
      <p:cxnSp>
        <p:nvCxnSpPr>
          <p:cNvPr id="62" name="Gerade Verbindung 61"/>
          <p:cNvCxnSpPr/>
          <p:nvPr/>
        </p:nvCxnSpPr>
        <p:spPr bwMode="gray">
          <a:xfrm flipH="1">
            <a:off x="-198968" y="38401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 bwMode="gray">
          <a:xfrm>
            <a:off x="-538690" y="379036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0.45</a:t>
            </a:r>
          </a:p>
        </p:txBody>
      </p:sp>
      <p:cxnSp>
        <p:nvCxnSpPr>
          <p:cNvPr id="64" name="Gerade Verbindung 63"/>
          <p:cNvCxnSpPr/>
          <p:nvPr/>
        </p:nvCxnSpPr>
        <p:spPr bwMode="gray">
          <a:xfrm flipH="1">
            <a:off x="-198968" y="39290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 bwMode="gray">
          <a:xfrm>
            <a:off x="-538690" y="388223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0.55</a:t>
            </a:r>
          </a:p>
        </p:txBody>
      </p:sp>
      <p:cxnSp>
        <p:nvCxnSpPr>
          <p:cNvPr id="69" name="Gerade Verbindung 68"/>
          <p:cNvCxnSpPr/>
          <p:nvPr/>
        </p:nvCxnSpPr>
        <p:spPr bwMode="gray">
          <a:xfrm flipH="1">
            <a:off x="-198968" y="374465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 bwMode="gray">
          <a:xfrm>
            <a:off x="-538690" y="3698489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0.35</a:t>
            </a:r>
          </a:p>
        </p:txBody>
      </p:sp>
      <p:cxnSp>
        <p:nvCxnSpPr>
          <p:cNvPr id="71" name="Gerade Verbindung 70"/>
          <p:cNvCxnSpPr/>
          <p:nvPr/>
        </p:nvCxnSpPr>
        <p:spPr bwMode="gray">
          <a:xfrm flipH="1">
            <a:off x="-198968" y="6116639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/>
          <p:cNvSpPr txBox="1"/>
          <p:nvPr/>
        </p:nvSpPr>
        <p:spPr bwMode="gray">
          <a:xfrm>
            <a:off x="-538690" y="60704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2.94</a:t>
            </a:r>
          </a:p>
        </p:txBody>
      </p:sp>
      <p:cxnSp>
        <p:nvCxnSpPr>
          <p:cNvPr id="54" name="Gerade Verbindung 39"/>
          <p:cNvCxnSpPr/>
          <p:nvPr/>
        </p:nvCxnSpPr>
        <p:spPr bwMode="gray">
          <a:xfrm flipV="1">
            <a:off x="11856640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44"/>
          <p:cNvSpPr txBox="1"/>
          <p:nvPr/>
        </p:nvSpPr>
        <p:spPr bwMode="gray">
          <a:xfrm>
            <a:off x="11706417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cxnSp>
        <p:nvCxnSpPr>
          <p:cNvPr id="57" name="Gerade Verbindung 39"/>
          <p:cNvCxnSpPr/>
          <p:nvPr/>
        </p:nvCxnSpPr>
        <p:spPr bwMode="gray">
          <a:xfrm flipV="1">
            <a:off x="337391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44"/>
          <p:cNvSpPr txBox="1"/>
          <p:nvPr/>
        </p:nvSpPr>
        <p:spPr bwMode="gray">
          <a:xfrm>
            <a:off x="187168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sp>
        <p:nvSpPr>
          <p:cNvPr id="7" name="Textfeld 6"/>
          <p:cNvSpPr txBox="1"/>
          <p:nvPr/>
        </p:nvSpPr>
        <p:spPr bwMode="gray">
          <a:xfrm>
            <a:off x="8229173" y="6590803"/>
            <a:ext cx="3626279" cy="2051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US" sz="1333" dirty="0">
                <a:solidFill>
                  <a:srgbClr val="6D6D6D"/>
                </a:solidFill>
              </a:rPr>
              <a:t>Avril 2020|</a:t>
            </a:r>
            <a:r>
              <a:rPr lang="en-US" sz="1333" dirty="0">
                <a:solidFill>
                  <a:srgbClr val="A9A9A9"/>
                </a:solidFill>
              </a:rPr>
              <a:t> </a:t>
            </a:r>
            <a:fld id="{5152254E-7EB4-45E4-904F-3575BFE2F20B}" type="slidenum">
              <a:rPr lang="en-US" sz="1333">
                <a:solidFill>
                  <a:srgbClr val="6D6D6D"/>
                </a:solidFill>
              </a:rPr>
              <a:pPr algn="r">
                <a:defRPr/>
              </a:pPr>
              <a:t>‹#›</a:t>
            </a:fld>
            <a:endParaRPr lang="en-US" sz="1333" dirty="0">
              <a:solidFill>
                <a:srgbClr val="6D6D6D"/>
              </a:solidFill>
            </a:endParaRPr>
          </a:p>
        </p:txBody>
      </p:sp>
      <p:graphicFrame>
        <p:nvGraphicFramePr>
          <p:cNvPr id="31" name="Object 30" hidden="1"/>
          <p:cNvGraphicFramePr>
            <a:graphicFrameLocks noChangeAspect="1"/>
          </p:cNvGraphicFramePr>
          <p:nvPr/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270" imgH="270" progId="TCLayout.ActiveDocument.1">
                  <p:embed/>
                </p:oleObj>
              </mc:Choice>
              <mc:Fallback>
                <p:oleObj name="think-cell Slide" r:id="rId30" imgW="270" imgH="270" progId="TCLayout.ActiveDocument.1">
                  <p:embed/>
                  <p:pic>
                    <p:nvPicPr>
                      <p:cNvPr id="31" name="Object 30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0" y="1001251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82" y="6412533"/>
            <a:ext cx="480053" cy="280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platzhalter 2"/>
          <p:cNvSpPr txBox="1">
            <a:spLocks/>
          </p:cNvSpPr>
          <p:nvPr userDrawn="1"/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270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xStyles>
    <p:titleStyle>
      <a:lvl1pPr algn="l" defTabSz="1219170" rtl="0" eaLnBrk="1" latinLnBrk="0" hangingPunct="1">
        <a:spcBef>
          <a:spcPct val="0"/>
        </a:spcBef>
        <a:buNone/>
        <a:defRPr sz="3200" kern="1200" cap="none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219170" rtl="0" eaLnBrk="1" fontAlgn="auto" latinLnBrk="0" hangingPunct="1">
        <a:lnSpc>
          <a:spcPct val="100000"/>
        </a:lnSpc>
        <a:spcBef>
          <a:spcPts val="0"/>
        </a:spcBef>
        <a:spcAft>
          <a:spcPts val="667"/>
        </a:spcAft>
        <a:buClrTx/>
        <a:buSzTx/>
        <a:buFont typeface="Arial" panose="020B0604020202020204" pitchFamily="34" charset="0"/>
        <a:buNone/>
        <a:tabLst/>
        <a:defRPr sz="2667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0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ED7404"/>
        </a:buClr>
        <a:buSzPct val="105000"/>
        <a:buFontTx/>
        <a:buNone/>
        <a:tabLst/>
        <a:defRPr sz="2400" kern="1200">
          <a:solidFill>
            <a:srgbClr val="6D6D6D"/>
          </a:solidFill>
          <a:latin typeface="+mn-lt"/>
          <a:ea typeface="+mn-ea"/>
          <a:cs typeface="+mn-cs"/>
        </a:defRPr>
      </a:lvl2pPr>
      <a:lvl3pPr marL="239994" marR="0" indent="-2399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›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3pPr>
      <a:lvl4pPr marL="489588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4pPr>
      <a:lvl5pPr marL="767981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5pPr>
      <a:lvl6pPr marL="1022325" marR="0" indent="-24764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»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6pPr>
      <a:lvl7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7pPr>
      <a:lvl8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8pPr>
      <a:lvl9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580359"/>
            <a:ext cx="10060799" cy="4070535"/>
          </a:xfrm>
        </p:spPr>
        <p:txBody>
          <a:bodyPr/>
          <a:lstStyle/>
          <a:p>
            <a:r>
              <a:rPr lang="fr-FR" dirty="0" err="1"/>
              <a:t>Find</a:t>
            </a:r>
            <a:r>
              <a:rPr lang="fr-FR" dirty="0"/>
              <a:t> a </a:t>
            </a:r>
            <a:r>
              <a:rPr lang="fr-FR" dirty="0" err="1"/>
              <a:t>task</a:t>
            </a:r>
            <a:r>
              <a:rPr lang="fr-FR" dirty="0"/>
              <a:t> on a </a:t>
            </a:r>
            <a:r>
              <a:rPr lang="fr-FR" dirty="0" err="1"/>
              <a:t>customer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623392" y="1501890"/>
            <a:ext cx="2880783" cy="495108"/>
          </a:xfrm>
        </p:spPr>
        <p:txBody>
          <a:bodyPr/>
          <a:lstStyle/>
          <a:p>
            <a:r>
              <a:rPr lang="fr-FR" dirty="0"/>
              <a:t>GVA SI - NETCRACKER</a:t>
            </a:r>
          </a:p>
        </p:txBody>
      </p:sp>
    </p:spTree>
    <p:extLst>
      <p:ext uri="{BB962C8B-B14F-4D97-AF65-F5344CB8AC3E}">
        <p14:creationId xmlns:p14="http://schemas.microsoft.com/office/powerpoint/2010/main" val="428140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3CF4D-F048-4EAB-94CE-4E47EE99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Find</a:t>
            </a:r>
            <a:r>
              <a:rPr lang="fr-FR" dirty="0"/>
              <a:t> the </a:t>
            </a:r>
            <a:r>
              <a:rPr lang="fr-FR" dirty="0" err="1"/>
              <a:t>customer’s</a:t>
            </a:r>
            <a:r>
              <a:rPr lang="fr-FR" dirty="0"/>
              <a:t> </a:t>
            </a:r>
            <a:r>
              <a:rPr lang="fr-FR" dirty="0" err="1"/>
              <a:t>account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89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0323FD5-5052-42D9-9E17-78C82E1DE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91" y="2292996"/>
            <a:ext cx="8288155" cy="4525361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350A6C32-FCC6-49E2-8537-F9F3A9E4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36776"/>
            <a:ext cx="11519451" cy="903600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account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How to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endParaRPr lang="en-GB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39B0C4-5782-4AB2-AE5C-7BB2450E99F5}"/>
              </a:ext>
            </a:extLst>
          </p:cNvPr>
          <p:cNvCxnSpPr/>
          <p:nvPr/>
        </p:nvCxnSpPr>
        <p:spPr>
          <a:xfrm>
            <a:off x="10681097" y="93492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6B624EB7-1269-4F21-9D7E-A71F2F63AA2A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>
              <a:solidFill>
                <a:srgbClr val="63666A"/>
              </a:solidFill>
              <a:latin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35E1A7-C26D-45D7-98B6-8F742852FB9C}"/>
              </a:ext>
            </a:extLst>
          </p:cNvPr>
          <p:cNvSpPr txBox="1"/>
          <p:nvPr/>
        </p:nvSpPr>
        <p:spPr>
          <a:xfrm>
            <a:off x="9535906" y="165008"/>
            <a:ext cx="1080873" cy="6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9170"/>
            <a:r>
              <a:rPr lang="fr-FR" sz="1867" b="1" dirty="0">
                <a:solidFill>
                  <a:srgbClr val="63666A"/>
                </a:solidFill>
                <a:latin typeface="Calibri"/>
              </a:rPr>
              <a:t>NOC</a:t>
            </a:r>
          </a:p>
          <a:p>
            <a:pPr defTabSz="1219170"/>
            <a:endParaRPr lang="fr-FR" sz="1867" b="1" dirty="0" err="1">
              <a:solidFill>
                <a:srgbClr val="63666A"/>
              </a:solidFill>
              <a:latin typeface="Calibri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24BDA7D-CB02-4E82-9F28-DEFF4B6C6980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9" name="Image 8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C911C89A-564B-4F32-917C-9AB8A30D3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B32D01F-263E-4BA1-ADE7-55CB2E4A0DD9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fr-FR" b="1" dirty="0">
                  <a:solidFill>
                    <a:schemeClr val="accent5"/>
                  </a:solidFill>
                  <a:latin typeface="Abadi" panose="020B0604020202020204" pitchFamily="34" charset="0"/>
                </a:rPr>
                <a:t>dmin</a:t>
              </a:r>
              <a:endParaRPr lang="en-GB" b="1" dirty="0" err="1">
                <a:solidFill>
                  <a:schemeClr val="accent5"/>
                </a:solidFill>
                <a:latin typeface="Abadi" panose="020B0604020202020204" pitchFamily="34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40F82-C123-4345-A98C-B46A0967D119}"/>
              </a:ext>
            </a:extLst>
          </p:cNvPr>
          <p:cNvSpPr/>
          <p:nvPr/>
        </p:nvSpPr>
        <p:spPr>
          <a:xfrm>
            <a:off x="6729263" y="2223540"/>
            <a:ext cx="1400436" cy="29094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fr-FR" sz="2400" b="1" dirty="0">
              <a:solidFill>
                <a:srgbClr val="6D6D6D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B50DD9-AA01-4B8C-9DD6-B409D6291EB5}"/>
              </a:ext>
            </a:extLst>
          </p:cNvPr>
          <p:cNvSpPr/>
          <p:nvPr/>
        </p:nvSpPr>
        <p:spPr>
          <a:xfrm>
            <a:off x="7240670" y="5719734"/>
            <a:ext cx="4876800" cy="1098623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fr-FR" sz="2000" b="1" dirty="0" err="1">
                <a:solidFill>
                  <a:srgbClr val="6D6D6D"/>
                </a:solidFill>
              </a:rPr>
              <a:t>From</a:t>
            </a:r>
            <a:r>
              <a:rPr lang="fr-FR" sz="2000" b="1" dirty="0">
                <a:solidFill>
                  <a:srgbClr val="6D6D6D"/>
                </a:solidFill>
              </a:rPr>
              <a:t> the home page </a:t>
            </a:r>
            <a:r>
              <a:rPr lang="fr-FR" sz="2000" b="1" dirty="0" err="1">
                <a:solidFill>
                  <a:srgbClr val="6D6D6D"/>
                </a:solidFill>
              </a:rPr>
              <a:t>you</a:t>
            </a:r>
            <a:r>
              <a:rPr lang="fr-FR" sz="2000" b="1" dirty="0">
                <a:solidFill>
                  <a:srgbClr val="6D6D6D"/>
                </a:solidFill>
              </a:rPr>
              <a:t> can </a:t>
            </a:r>
            <a:r>
              <a:rPr lang="fr-FR" sz="2000" b="1" dirty="0" err="1">
                <a:solidFill>
                  <a:srgbClr val="6D6D6D"/>
                </a:solidFill>
              </a:rPr>
              <a:t>either</a:t>
            </a:r>
            <a:r>
              <a:rPr lang="fr-FR" sz="2000" b="1" dirty="0">
                <a:solidFill>
                  <a:srgbClr val="6D6D6D"/>
                </a:solidFill>
              </a:rPr>
              <a:t> look for a </a:t>
            </a:r>
            <a:r>
              <a:rPr lang="fr-FR" sz="2000" b="1" dirty="0" err="1">
                <a:solidFill>
                  <a:srgbClr val="6D6D6D"/>
                </a:solidFill>
              </a:rPr>
              <a:t>customer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account</a:t>
            </a:r>
            <a:r>
              <a:rPr lang="fr-FR" sz="2000" b="1" dirty="0">
                <a:solidFill>
                  <a:srgbClr val="6D6D6D"/>
                </a:solidFill>
              </a:rPr>
              <a:t> or </a:t>
            </a:r>
            <a:r>
              <a:rPr lang="fr-FR" sz="2000" b="1" dirty="0" err="1">
                <a:solidFill>
                  <a:srgbClr val="6D6D6D"/>
                </a:solidFill>
              </a:rPr>
              <a:t>any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other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object</a:t>
            </a:r>
            <a:r>
              <a:rPr lang="fr-FR" sz="2000" b="1" dirty="0">
                <a:solidFill>
                  <a:srgbClr val="6D6D6D"/>
                </a:solidFill>
              </a:rPr>
              <a:t> : building, pole, </a:t>
            </a:r>
            <a:r>
              <a:rPr lang="fr-FR" sz="2000" b="1" dirty="0" err="1">
                <a:solidFill>
                  <a:srgbClr val="6D6D6D"/>
                </a:solidFill>
              </a:rPr>
              <a:t>otb</a:t>
            </a:r>
            <a:r>
              <a:rPr lang="fr-FR" sz="2000" b="1" dirty="0">
                <a:solidFill>
                  <a:srgbClr val="6D6D6D"/>
                </a:solidFill>
              </a:rPr>
              <a:t>, </a:t>
            </a:r>
            <a:r>
              <a:rPr lang="fr-FR" sz="2000" b="1" dirty="0" err="1">
                <a:solidFill>
                  <a:srgbClr val="6D6D6D"/>
                </a:solidFill>
              </a:rPr>
              <a:t>odf</a:t>
            </a:r>
            <a:r>
              <a:rPr lang="fr-FR" sz="2000" b="1" dirty="0">
                <a:solidFill>
                  <a:srgbClr val="6D6D6D"/>
                </a:solidFill>
              </a:rPr>
              <a:t>,…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658992-B857-4EE8-85A6-9E1D7072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386537"/>
            <a:ext cx="11520000" cy="321387"/>
          </a:xfrm>
        </p:spPr>
        <p:txBody>
          <a:bodyPr/>
          <a:lstStyle/>
          <a:p>
            <a:r>
              <a:rPr lang="fr-FR" b="1" i="1" dirty="0" err="1"/>
              <a:t>From</a:t>
            </a:r>
            <a:r>
              <a:rPr lang="fr-FR" b="1" i="1" dirty="0"/>
              <a:t> </a:t>
            </a:r>
            <a:r>
              <a:rPr lang="fr-FR" b="1" i="1" dirty="0" err="1"/>
              <a:t>Netcracker’s</a:t>
            </a:r>
            <a:r>
              <a:rPr lang="fr-FR" b="1" i="1" dirty="0"/>
              <a:t> </a:t>
            </a:r>
            <a:r>
              <a:rPr lang="fr-FR" b="1" i="1" dirty="0" err="1"/>
              <a:t>hompeage</a:t>
            </a:r>
            <a:r>
              <a:rPr lang="fr-FR" b="1" i="1" dirty="0"/>
              <a:t>, copy and paste the </a:t>
            </a:r>
            <a:r>
              <a:rPr lang="fr-FR" b="1" i="1" dirty="0" err="1"/>
              <a:t>account</a:t>
            </a:r>
            <a:r>
              <a:rPr lang="fr-FR" b="1" i="1" dirty="0"/>
              <a:t> </a:t>
            </a:r>
            <a:r>
              <a:rPr lang="fr-FR" b="1" i="1" dirty="0" err="1"/>
              <a:t>number</a:t>
            </a:r>
            <a:r>
              <a:rPr lang="fr-FR" b="1" i="1" dirty="0"/>
              <a:t> in the </a:t>
            </a:r>
            <a:r>
              <a:rPr lang="fr-FR" b="1" i="1" dirty="0" err="1"/>
              <a:t>search</a:t>
            </a:r>
            <a:r>
              <a:rPr lang="fr-FR" b="1" i="1" dirty="0"/>
              <a:t> </a:t>
            </a:r>
            <a:r>
              <a:rPr lang="fr-FR" b="1" i="1" dirty="0" err="1"/>
              <a:t>field</a:t>
            </a:r>
            <a:r>
              <a:rPr lang="fr-FR" b="1" i="1" dirty="0"/>
              <a:t> </a:t>
            </a:r>
            <a:r>
              <a:rPr lang="fr-FR" b="1" i="1" dirty="0" err="1"/>
              <a:t>then</a:t>
            </a:r>
            <a:r>
              <a:rPr lang="fr-FR" b="1" i="1" dirty="0"/>
              <a:t> </a:t>
            </a:r>
            <a:r>
              <a:rPr lang="fr-FR" b="1" i="1" dirty="0" err="1"/>
              <a:t>press</a:t>
            </a:r>
            <a:r>
              <a:rPr lang="fr-FR" b="1" i="1" dirty="0"/>
              <a:t> « enter »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11127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CE98D34-242E-4D41-B81B-A3F966C8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account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How to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endParaRPr lang="en-GB" b="1" i="1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523736AC-89E1-4D19-B745-56FFCF51CB18}"/>
              </a:ext>
            </a:extLst>
          </p:cNvPr>
          <p:cNvSpPr txBox="1">
            <a:spLocks/>
          </p:cNvSpPr>
          <p:nvPr/>
        </p:nvSpPr>
        <p:spPr bwMode="gray">
          <a:xfrm>
            <a:off x="335452" y="1111421"/>
            <a:ext cx="11520000" cy="728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Tx/>
              <a:buSzTx/>
              <a:buFont typeface="Arial" panose="020B0604020202020204" pitchFamily="34" charset="0"/>
              <a:buNone/>
              <a:tabLst/>
              <a:defRPr sz="26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ED7404"/>
              </a:buClr>
              <a:buSzPct val="105000"/>
              <a:buFontTx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9994" marR="0" indent="-2399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›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9588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67981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8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2325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Click on the first </a:t>
            </a:r>
            <a:r>
              <a:rPr lang="fr-FR" b="1" i="1" dirty="0" err="1"/>
              <a:t>link</a:t>
            </a:r>
            <a:r>
              <a:rPr lang="fr-FR" b="1" i="1" dirty="0"/>
              <a:t> of the </a:t>
            </a:r>
            <a:r>
              <a:rPr lang="fr-FR" b="1" i="1" dirty="0" err="1"/>
              <a:t>search</a:t>
            </a:r>
            <a:r>
              <a:rPr lang="fr-FR" b="1" i="1" dirty="0"/>
              <a:t> </a:t>
            </a:r>
            <a:r>
              <a:rPr lang="fr-FR" b="1" i="1" dirty="0" err="1"/>
              <a:t>results</a:t>
            </a:r>
            <a:r>
              <a:rPr lang="fr-FR" b="1" i="1" dirty="0"/>
              <a:t> </a:t>
            </a:r>
            <a:r>
              <a:rPr lang="fr-FR" b="1" i="1" dirty="0" err="1"/>
              <a:t>that</a:t>
            </a:r>
            <a:r>
              <a:rPr lang="fr-FR" b="1" i="1" dirty="0"/>
              <a:t> </a:t>
            </a:r>
            <a:r>
              <a:rPr lang="fr-FR" b="1" i="1" dirty="0" err="1"/>
              <a:t>represents</a:t>
            </a:r>
            <a:r>
              <a:rPr lang="fr-FR" b="1" i="1" dirty="0"/>
              <a:t> the </a:t>
            </a:r>
            <a:r>
              <a:rPr lang="fr-FR" b="1" i="1" dirty="0" err="1"/>
              <a:t>customer</a:t>
            </a:r>
            <a:r>
              <a:rPr lang="fr-FR" b="1" i="1" dirty="0"/>
              <a:t> </a:t>
            </a:r>
            <a:r>
              <a:rPr lang="fr-FR" b="1" i="1" dirty="0" err="1"/>
              <a:t>account</a:t>
            </a:r>
            <a:r>
              <a:rPr lang="fr-FR" b="1" i="1" dirty="0"/>
              <a:t> in the system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2C6E3E5-3D31-4D9C-8D6F-C879D2C04EAC}"/>
              </a:ext>
            </a:extLst>
          </p:cNvPr>
          <p:cNvCxnSpPr/>
          <p:nvPr/>
        </p:nvCxnSpPr>
        <p:spPr>
          <a:xfrm>
            <a:off x="10681097" y="93492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D9FD64BC-57C0-47E9-B434-F86820E48A28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>
              <a:solidFill>
                <a:srgbClr val="63666A"/>
              </a:solidFill>
              <a:latin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30D94-2856-4257-9222-41970898887F}"/>
              </a:ext>
            </a:extLst>
          </p:cNvPr>
          <p:cNvSpPr txBox="1"/>
          <p:nvPr/>
        </p:nvSpPr>
        <p:spPr>
          <a:xfrm>
            <a:off x="9535906" y="165008"/>
            <a:ext cx="1080873" cy="6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9170"/>
            <a:r>
              <a:rPr lang="fr-FR" sz="1867" b="1" dirty="0">
                <a:solidFill>
                  <a:srgbClr val="63666A"/>
                </a:solidFill>
                <a:latin typeface="Calibri"/>
              </a:rPr>
              <a:t>NOC</a:t>
            </a:r>
          </a:p>
          <a:p>
            <a:pPr defTabSz="1219170"/>
            <a:endParaRPr lang="fr-FR" sz="1867" b="1" dirty="0" err="1">
              <a:solidFill>
                <a:srgbClr val="63666A"/>
              </a:solidFill>
              <a:latin typeface="Calibri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4BABCE9-5C26-4A3A-9C46-009FD5D6A661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10" name="Image 9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E4DD8EDA-2180-470A-9107-EFD87346D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053A41B-A76B-4325-83AF-86774A0BE1EC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fr-FR" b="1" dirty="0">
                  <a:solidFill>
                    <a:schemeClr val="accent5"/>
                  </a:solidFill>
                  <a:latin typeface="Abadi" panose="020B0604020202020204" pitchFamily="34" charset="0"/>
                </a:rPr>
                <a:t>dmin</a:t>
              </a:r>
              <a:endParaRPr lang="en-GB" b="1" dirty="0" err="1">
                <a:solidFill>
                  <a:schemeClr val="accent5"/>
                </a:solidFill>
                <a:latin typeface="Abadi" panose="020B0604020202020204" pitchFamily="34" charset="0"/>
              </a:endParaRPr>
            </a:p>
          </p:txBody>
        </p:sp>
      </p:grp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FD72606D-02C6-4FB4-9187-9C50789CC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6748" y="1938760"/>
            <a:ext cx="8316298" cy="46228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839DE5-D7D8-4024-A478-7D5B57AC7507}"/>
              </a:ext>
            </a:extLst>
          </p:cNvPr>
          <p:cNvSpPr/>
          <p:nvPr/>
        </p:nvSpPr>
        <p:spPr>
          <a:xfrm>
            <a:off x="2377182" y="4631074"/>
            <a:ext cx="1400436" cy="290945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fr-FR" sz="2400" b="1" dirty="0">
              <a:solidFill>
                <a:srgbClr val="6D6D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65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ECB752D5-B690-47BE-8944-CAAEE26C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506" y="2415991"/>
            <a:ext cx="7834130" cy="4355776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6CE98D34-242E-4D41-B81B-A3F966C8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account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Select the correct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workorder</a:t>
            </a:r>
            <a:endParaRPr lang="en-GB" b="1" i="1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523736AC-89E1-4D19-B745-56FFCF51CB18}"/>
              </a:ext>
            </a:extLst>
          </p:cNvPr>
          <p:cNvSpPr txBox="1">
            <a:spLocks/>
          </p:cNvSpPr>
          <p:nvPr/>
        </p:nvSpPr>
        <p:spPr bwMode="gray">
          <a:xfrm>
            <a:off x="336000" y="1494001"/>
            <a:ext cx="11520000" cy="321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Tx/>
              <a:buSzTx/>
              <a:buFont typeface="Arial" panose="020B0604020202020204" pitchFamily="34" charset="0"/>
              <a:buNone/>
              <a:tabLst/>
              <a:defRPr sz="26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ED7404"/>
              </a:buClr>
              <a:buSzPct val="105000"/>
              <a:buFontTx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9994" marR="0" indent="-2399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›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9588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67981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8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2325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Click on the « Composite </a:t>
            </a:r>
            <a:r>
              <a:rPr lang="fr-FR" b="1" i="1" dirty="0" err="1"/>
              <a:t>Orders</a:t>
            </a:r>
            <a:r>
              <a:rPr lang="fr-FR" b="1" i="1" dirty="0"/>
              <a:t> » tab and </a:t>
            </a:r>
            <a:r>
              <a:rPr lang="fr-FR" b="1" i="1" dirty="0" err="1"/>
              <a:t>then</a:t>
            </a:r>
            <a:r>
              <a:rPr lang="fr-FR" b="1" i="1" dirty="0"/>
              <a:t> click on the </a:t>
            </a:r>
            <a:r>
              <a:rPr lang="fr-FR" b="1" i="1" dirty="0" err="1"/>
              <a:t>work</a:t>
            </a:r>
            <a:r>
              <a:rPr lang="fr-FR" b="1" i="1" dirty="0"/>
              <a:t> </a:t>
            </a:r>
            <a:r>
              <a:rPr lang="fr-FR" b="1" i="1" dirty="0" err="1"/>
              <a:t>order</a:t>
            </a:r>
            <a:r>
              <a:rPr lang="fr-FR" b="1" i="1" dirty="0"/>
              <a:t> </a:t>
            </a:r>
            <a:r>
              <a:rPr lang="fr-FR" b="1" i="1" dirty="0" err="1"/>
              <a:t>you</a:t>
            </a:r>
            <a:r>
              <a:rPr lang="fr-FR" b="1" i="1" dirty="0"/>
              <a:t> are </a:t>
            </a:r>
            <a:r>
              <a:rPr lang="fr-FR" b="1" i="1" dirty="0" err="1"/>
              <a:t>looking</a:t>
            </a:r>
            <a:r>
              <a:rPr lang="fr-FR" b="1" i="1" dirty="0"/>
              <a:t> for 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2C6E3E5-3D31-4D9C-8D6F-C879D2C04EAC}"/>
              </a:ext>
            </a:extLst>
          </p:cNvPr>
          <p:cNvCxnSpPr/>
          <p:nvPr/>
        </p:nvCxnSpPr>
        <p:spPr>
          <a:xfrm>
            <a:off x="10681097" y="93492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D9FD64BC-57C0-47E9-B434-F86820E48A28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>
              <a:solidFill>
                <a:srgbClr val="63666A"/>
              </a:solidFill>
              <a:latin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30D94-2856-4257-9222-41970898887F}"/>
              </a:ext>
            </a:extLst>
          </p:cNvPr>
          <p:cNvSpPr txBox="1"/>
          <p:nvPr/>
        </p:nvSpPr>
        <p:spPr>
          <a:xfrm>
            <a:off x="9535906" y="165008"/>
            <a:ext cx="1080873" cy="6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9170"/>
            <a:r>
              <a:rPr lang="fr-FR" sz="1867" b="1" dirty="0">
                <a:solidFill>
                  <a:srgbClr val="63666A"/>
                </a:solidFill>
                <a:latin typeface="Calibri"/>
              </a:rPr>
              <a:t>NOC</a:t>
            </a:r>
          </a:p>
          <a:p>
            <a:pPr defTabSz="1219170"/>
            <a:endParaRPr lang="fr-FR" sz="1867" b="1" dirty="0" err="1">
              <a:solidFill>
                <a:srgbClr val="63666A"/>
              </a:solidFill>
              <a:latin typeface="Calibri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4BABCE9-5C26-4A3A-9C46-009FD5D6A661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10" name="Image 9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E4DD8EDA-2180-470A-9107-EFD87346D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053A41B-A76B-4325-83AF-86774A0BE1EC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fr-FR" b="1" dirty="0">
                  <a:solidFill>
                    <a:schemeClr val="accent5"/>
                  </a:solidFill>
                  <a:latin typeface="Abadi" panose="020B0604020202020204" pitchFamily="34" charset="0"/>
                </a:rPr>
                <a:t>dmin</a:t>
              </a:r>
              <a:endParaRPr lang="en-GB" b="1" dirty="0" err="1">
                <a:solidFill>
                  <a:schemeClr val="accent5"/>
                </a:solidFill>
                <a:latin typeface="Abadi" panose="020B0604020202020204" pitchFamily="34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CFBC2797-038A-4BB8-99DD-7789A7F55FEE}"/>
              </a:ext>
            </a:extLst>
          </p:cNvPr>
          <p:cNvSpPr/>
          <p:nvPr/>
        </p:nvSpPr>
        <p:spPr>
          <a:xfrm>
            <a:off x="7980744" y="4496765"/>
            <a:ext cx="4132107" cy="1929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fr-FR" sz="2000" b="1" dirty="0">
                <a:solidFill>
                  <a:srgbClr val="6D6D6D"/>
                </a:solidFill>
              </a:rPr>
              <a:t>Work </a:t>
            </a:r>
            <a:r>
              <a:rPr lang="fr-FR" sz="2000" b="1" dirty="0" err="1">
                <a:solidFill>
                  <a:srgbClr val="6D6D6D"/>
                </a:solidFill>
              </a:rPr>
              <a:t>orders</a:t>
            </a:r>
            <a:r>
              <a:rPr lang="fr-FR" sz="2000" b="1" dirty="0">
                <a:solidFill>
                  <a:srgbClr val="6D6D6D"/>
                </a:solidFill>
              </a:rPr>
              <a:t> are </a:t>
            </a:r>
            <a:r>
              <a:rPr lang="fr-FR" sz="2000" b="1" dirty="0" err="1">
                <a:solidFill>
                  <a:srgbClr val="6D6D6D"/>
                </a:solidFill>
              </a:rPr>
              <a:t>listed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from</a:t>
            </a:r>
            <a:r>
              <a:rPr lang="fr-FR" sz="2000" b="1" dirty="0">
                <a:solidFill>
                  <a:srgbClr val="6D6D6D"/>
                </a:solidFill>
              </a:rPr>
              <a:t> the </a:t>
            </a:r>
            <a:r>
              <a:rPr lang="fr-FR" sz="2000" b="1" dirty="0" err="1">
                <a:solidFill>
                  <a:srgbClr val="6D6D6D"/>
                </a:solidFill>
              </a:rPr>
              <a:t>eldest</a:t>
            </a:r>
            <a:r>
              <a:rPr lang="fr-FR" sz="2000" b="1" dirty="0">
                <a:solidFill>
                  <a:srgbClr val="6D6D6D"/>
                </a:solidFill>
              </a:rPr>
              <a:t> to the </a:t>
            </a:r>
            <a:r>
              <a:rPr lang="fr-FR" sz="2000" b="1" dirty="0" err="1">
                <a:solidFill>
                  <a:srgbClr val="6D6D6D"/>
                </a:solidFill>
              </a:rPr>
              <a:t>newest</a:t>
            </a:r>
            <a:r>
              <a:rPr lang="fr-FR" sz="2000" b="1" dirty="0">
                <a:solidFill>
                  <a:srgbClr val="6D6D6D"/>
                </a:solidFill>
              </a:rPr>
              <a:t>, </a:t>
            </a:r>
            <a:r>
              <a:rPr lang="fr-FR" sz="2000" b="1" dirty="0" err="1">
                <a:solidFill>
                  <a:srgbClr val="6D6D6D"/>
                </a:solidFill>
              </a:rPr>
              <a:t>from</a:t>
            </a:r>
            <a:r>
              <a:rPr lang="fr-FR" sz="2000" b="1" dirty="0">
                <a:solidFill>
                  <a:srgbClr val="6D6D6D"/>
                </a:solidFill>
              </a:rPr>
              <a:t> top to </a:t>
            </a:r>
            <a:r>
              <a:rPr lang="fr-FR" sz="2000" b="1" dirty="0" err="1">
                <a:solidFill>
                  <a:srgbClr val="6D6D6D"/>
                </a:solidFill>
              </a:rPr>
              <a:t>bottom</a:t>
            </a:r>
            <a:r>
              <a:rPr lang="fr-FR" sz="2000" b="1" dirty="0">
                <a:solidFill>
                  <a:srgbClr val="6D6D6D"/>
                </a:solidFill>
              </a:rPr>
              <a:t>. For </a:t>
            </a:r>
            <a:r>
              <a:rPr lang="fr-FR" sz="2000" b="1" dirty="0" err="1">
                <a:solidFill>
                  <a:srgbClr val="6D6D6D"/>
                </a:solidFill>
              </a:rPr>
              <a:t>example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here</a:t>
            </a:r>
            <a:r>
              <a:rPr lang="fr-FR" sz="2000" b="1" dirty="0">
                <a:solidFill>
                  <a:srgbClr val="6D6D6D"/>
                </a:solidFill>
              </a:rPr>
              <a:t> I </a:t>
            </a:r>
            <a:r>
              <a:rPr lang="fr-FR" sz="2000" b="1" dirty="0" err="1">
                <a:solidFill>
                  <a:srgbClr val="6D6D6D"/>
                </a:solidFill>
              </a:rPr>
              <a:t>will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be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selecting</a:t>
            </a:r>
            <a:r>
              <a:rPr lang="fr-FR" sz="2000" b="1" dirty="0">
                <a:solidFill>
                  <a:srgbClr val="6D6D6D"/>
                </a:solidFill>
              </a:rPr>
              <a:t> the last one. I can </a:t>
            </a:r>
            <a:r>
              <a:rPr lang="fr-FR" sz="2000" b="1" dirty="0" err="1">
                <a:solidFill>
                  <a:srgbClr val="6D6D6D"/>
                </a:solidFill>
              </a:rPr>
              <a:t>see</a:t>
            </a:r>
            <a:r>
              <a:rPr lang="fr-FR" sz="2000" b="1" dirty="0">
                <a:solidFill>
                  <a:srgbClr val="6D6D6D"/>
                </a:solidFill>
              </a:rPr>
              <a:t> in the second </a:t>
            </a:r>
            <a:r>
              <a:rPr lang="fr-FR" sz="2000" b="1" dirty="0" err="1">
                <a:solidFill>
                  <a:srgbClr val="6D6D6D"/>
                </a:solidFill>
              </a:rPr>
              <a:t>column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that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it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is</a:t>
            </a:r>
            <a:r>
              <a:rPr lang="fr-FR" sz="2000" b="1" dirty="0">
                <a:solidFill>
                  <a:srgbClr val="6D6D6D"/>
                </a:solidFill>
              </a:rPr>
              <a:t> a </a:t>
            </a:r>
            <a:r>
              <a:rPr lang="fr-FR" sz="2000" b="1" dirty="0" err="1">
                <a:solidFill>
                  <a:srgbClr val="6D6D6D"/>
                </a:solidFill>
              </a:rPr>
              <a:t>Disconnect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order</a:t>
            </a:r>
            <a:r>
              <a:rPr lang="fr-FR" sz="2000" b="1" dirty="0">
                <a:solidFill>
                  <a:srgbClr val="6D6D6D"/>
                </a:solidFill>
              </a:rPr>
              <a:t> and </a:t>
            </a:r>
            <a:r>
              <a:rPr lang="fr-FR" sz="2000" b="1" dirty="0" err="1">
                <a:solidFill>
                  <a:srgbClr val="6D6D6D"/>
                </a:solidFill>
              </a:rPr>
              <a:t>that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it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is</a:t>
            </a:r>
            <a:r>
              <a:rPr lang="fr-FR" sz="2000" b="1" dirty="0">
                <a:solidFill>
                  <a:srgbClr val="6D6D6D"/>
                </a:solidFill>
              </a:rPr>
              <a:t> </a:t>
            </a:r>
            <a:r>
              <a:rPr lang="fr-FR" sz="2000" b="1" dirty="0" err="1">
                <a:solidFill>
                  <a:srgbClr val="6D6D6D"/>
                </a:solidFill>
              </a:rPr>
              <a:t>completed</a:t>
            </a:r>
            <a:r>
              <a:rPr lang="fr-FR" sz="2000" b="1" dirty="0">
                <a:solidFill>
                  <a:srgbClr val="6D6D6D"/>
                </a:solidFill>
              </a:rPr>
              <a:t>	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4A33D-D4A4-4BD9-9534-1BFF09F5333D}"/>
              </a:ext>
            </a:extLst>
          </p:cNvPr>
          <p:cNvSpPr/>
          <p:nvPr/>
        </p:nvSpPr>
        <p:spPr>
          <a:xfrm>
            <a:off x="2207361" y="5908115"/>
            <a:ext cx="1565985" cy="249618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fr-FR" sz="2400" b="1" dirty="0">
              <a:solidFill>
                <a:srgbClr val="6D6D6D"/>
              </a:solidFill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41D6D8C4-70AB-4239-95DC-3FB24D47BCED}"/>
              </a:ext>
            </a:extLst>
          </p:cNvPr>
          <p:cNvSpPr>
            <a:spLocks noEditPoints="1"/>
          </p:cNvSpPr>
          <p:nvPr/>
        </p:nvSpPr>
        <p:spPr bwMode="auto">
          <a:xfrm rot="4862561">
            <a:off x="4786455" y="3232688"/>
            <a:ext cx="624862" cy="743690"/>
          </a:xfrm>
          <a:custGeom>
            <a:avLst/>
            <a:gdLst/>
            <a:ahLst/>
            <a:cxnLst>
              <a:cxn ang="0">
                <a:pos x="109" y="89"/>
              </a:cxn>
              <a:cxn ang="0">
                <a:pos x="95" y="46"/>
              </a:cxn>
              <a:cxn ang="0">
                <a:pos x="75" y="38"/>
              </a:cxn>
              <a:cxn ang="0">
                <a:pos x="57" y="40"/>
              </a:cxn>
              <a:cxn ang="0">
                <a:pos x="40" y="44"/>
              </a:cxn>
              <a:cxn ang="0">
                <a:pos x="17" y="10"/>
              </a:cxn>
              <a:cxn ang="0">
                <a:pos x="6" y="16"/>
              </a:cxn>
              <a:cxn ang="0">
                <a:pos x="29" y="59"/>
              </a:cxn>
              <a:cxn ang="0">
                <a:pos x="38" y="86"/>
              </a:cxn>
              <a:cxn ang="0">
                <a:pos x="17" y="72"/>
              </a:cxn>
              <a:cxn ang="0">
                <a:pos x="6" y="80"/>
              </a:cxn>
              <a:cxn ang="0">
                <a:pos x="22" y="96"/>
              </a:cxn>
              <a:cxn ang="0">
                <a:pos x="35" y="102"/>
              </a:cxn>
              <a:cxn ang="0">
                <a:pos x="64" y="111"/>
              </a:cxn>
              <a:cxn ang="0">
                <a:pos x="74" y="116"/>
              </a:cxn>
              <a:cxn ang="0">
                <a:pos x="111" y="97"/>
              </a:cxn>
              <a:cxn ang="0">
                <a:pos x="109" y="89"/>
              </a:cxn>
              <a:cxn ang="0">
                <a:pos x="109" y="89"/>
              </a:cxn>
              <a:cxn ang="0">
                <a:pos x="109" y="89"/>
              </a:cxn>
            </a:cxnLst>
            <a:rect l="0" t="0" r="r" b="b"/>
            <a:pathLst>
              <a:path w="111" h="116">
                <a:moveTo>
                  <a:pt x="109" y="89"/>
                </a:moveTo>
                <a:cubicBezTo>
                  <a:pt x="108" y="68"/>
                  <a:pt x="100" y="56"/>
                  <a:pt x="95" y="46"/>
                </a:cubicBezTo>
                <a:cubicBezTo>
                  <a:pt x="88" y="33"/>
                  <a:pt x="75" y="38"/>
                  <a:pt x="75" y="38"/>
                </a:cubicBezTo>
                <a:cubicBezTo>
                  <a:pt x="65" y="29"/>
                  <a:pt x="57" y="40"/>
                  <a:pt x="57" y="40"/>
                </a:cubicBezTo>
                <a:cubicBezTo>
                  <a:pt x="46" y="31"/>
                  <a:pt x="40" y="44"/>
                  <a:pt x="40" y="44"/>
                </a:cubicBezTo>
                <a:cubicBezTo>
                  <a:pt x="39" y="45"/>
                  <a:pt x="18" y="11"/>
                  <a:pt x="17" y="10"/>
                </a:cubicBezTo>
                <a:cubicBezTo>
                  <a:pt x="12" y="0"/>
                  <a:pt x="0" y="5"/>
                  <a:pt x="6" y="16"/>
                </a:cubicBezTo>
                <a:cubicBezTo>
                  <a:pt x="22" y="44"/>
                  <a:pt x="23" y="49"/>
                  <a:pt x="29" y="59"/>
                </a:cubicBezTo>
                <a:cubicBezTo>
                  <a:pt x="31" y="63"/>
                  <a:pt x="44" y="85"/>
                  <a:pt x="38" y="86"/>
                </a:cubicBezTo>
                <a:cubicBezTo>
                  <a:pt x="33" y="87"/>
                  <a:pt x="27" y="75"/>
                  <a:pt x="17" y="72"/>
                </a:cubicBezTo>
                <a:cubicBezTo>
                  <a:pt x="2" y="67"/>
                  <a:pt x="0" y="77"/>
                  <a:pt x="6" y="80"/>
                </a:cubicBezTo>
                <a:cubicBezTo>
                  <a:pt x="7" y="81"/>
                  <a:pt x="16" y="84"/>
                  <a:pt x="22" y="96"/>
                </a:cubicBezTo>
                <a:cubicBezTo>
                  <a:pt x="23" y="99"/>
                  <a:pt x="32" y="101"/>
                  <a:pt x="35" y="102"/>
                </a:cubicBezTo>
                <a:cubicBezTo>
                  <a:pt x="54" y="114"/>
                  <a:pt x="57" y="111"/>
                  <a:pt x="64" y="111"/>
                </a:cubicBezTo>
                <a:cubicBezTo>
                  <a:pt x="72" y="112"/>
                  <a:pt x="74" y="116"/>
                  <a:pt x="74" y="116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11" y="98"/>
                  <a:pt x="110" y="91"/>
                  <a:pt x="109" y="89"/>
                </a:cubicBezTo>
                <a:close/>
                <a:moveTo>
                  <a:pt x="109" y="89"/>
                </a:moveTo>
                <a:cubicBezTo>
                  <a:pt x="109" y="89"/>
                  <a:pt x="109" y="89"/>
                  <a:pt x="109" y="89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31626"/>
            <a:endParaRPr 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97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1754630-5D94-4A4B-9512-4E595C21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158" y="2899907"/>
            <a:ext cx="9836690" cy="3449741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6CE98D34-242E-4D41-B81B-A3F966C8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25" y="110185"/>
            <a:ext cx="11519451" cy="903600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Composite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Check and select</a:t>
            </a:r>
            <a:endParaRPr lang="en-GB" b="1" i="1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523736AC-89E1-4D19-B745-56FFCF51CB18}"/>
              </a:ext>
            </a:extLst>
          </p:cNvPr>
          <p:cNvSpPr txBox="1">
            <a:spLocks/>
          </p:cNvSpPr>
          <p:nvPr/>
        </p:nvSpPr>
        <p:spPr bwMode="gray">
          <a:xfrm>
            <a:off x="336000" y="1494001"/>
            <a:ext cx="11520000" cy="321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Tx/>
              <a:buSzTx/>
              <a:buFont typeface="Arial" panose="020B0604020202020204" pitchFamily="34" charset="0"/>
              <a:buNone/>
              <a:tabLst/>
              <a:defRPr sz="26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ED7404"/>
              </a:buClr>
              <a:buSzPct val="105000"/>
              <a:buFontTx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9994" marR="0" indent="-2399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›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9588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67981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8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2325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Click on the « </a:t>
            </a:r>
            <a:r>
              <a:rPr lang="fr-FR" b="1" i="1" dirty="0" err="1"/>
              <a:t>Tasks</a:t>
            </a:r>
            <a:r>
              <a:rPr lang="fr-FR" b="1" i="1" dirty="0"/>
              <a:t> » tab and </a:t>
            </a:r>
            <a:r>
              <a:rPr lang="fr-FR" b="1" i="1" dirty="0" err="1"/>
              <a:t>then</a:t>
            </a:r>
            <a:r>
              <a:rPr lang="fr-FR" b="1" i="1" dirty="0"/>
              <a:t> click on the </a:t>
            </a:r>
            <a:r>
              <a:rPr lang="fr-FR" b="1" i="1" dirty="0" err="1"/>
              <a:t>execution</a:t>
            </a:r>
            <a:r>
              <a:rPr lang="fr-FR" b="1" i="1" dirty="0"/>
              <a:t> flow to continue. </a:t>
            </a:r>
          </a:p>
          <a:p>
            <a:r>
              <a:rPr lang="fr-FR" b="1" i="1" dirty="0" err="1"/>
              <a:t>Remember</a:t>
            </a:r>
            <a:r>
              <a:rPr lang="fr-FR" b="1" i="1" dirty="0"/>
              <a:t> to check the data of the </a:t>
            </a:r>
            <a:r>
              <a:rPr lang="fr-FR" b="1" i="1" dirty="0" err="1"/>
              <a:t>orders</a:t>
            </a:r>
            <a:r>
              <a:rPr lang="fr-FR" b="1" i="1" dirty="0"/>
              <a:t> to </a:t>
            </a:r>
            <a:r>
              <a:rPr lang="fr-FR" b="1" i="1" dirty="0" err="1"/>
              <a:t>see</a:t>
            </a:r>
            <a:r>
              <a:rPr lang="fr-FR" b="1" i="1" dirty="0"/>
              <a:t> if </a:t>
            </a:r>
            <a:r>
              <a:rPr lang="fr-FR" b="1" i="1" dirty="0" err="1"/>
              <a:t>you</a:t>
            </a:r>
            <a:r>
              <a:rPr lang="fr-FR" b="1" i="1" dirty="0"/>
              <a:t> </a:t>
            </a:r>
            <a:r>
              <a:rPr lang="fr-FR" b="1" i="1" dirty="0" err="1"/>
              <a:t>pick</a:t>
            </a:r>
            <a:r>
              <a:rPr lang="fr-FR" b="1" i="1" dirty="0"/>
              <a:t> the correct one </a:t>
            </a:r>
            <a:r>
              <a:rPr lang="fr-FR" b="1" i="1" dirty="0" err="1"/>
              <a:t>from</a:t>
            </a:r>
            <a:r>
              <a:rPr lang="fr-FR" b="1" i="1" dirty="0"/>
              <a:t> the </a:t>
            </a:r>
            <a:r>
              <a:rPr lang="fr-FR" b="1" i="1" dirty="0" err="1"/>
              <a:t>previous</a:t>
            </a:r>
            <a:r>
              <a:rPr lang="fr-FR" b="1" i="1" dirty="0"/>
              <a:t> screen</a:t>
            </a:r>
          </a:p>
          <a:p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2C6E3E5-3D31-4D9C-8D6F-C879D2C04EAC}"/>
              </a:ext>
            </a:extLst>
          </p:cNvPr>
          <p:cNvCxnSpPr/>
          <p:nvPr/>
        </p:nvCxnSpPr>
        <p:spPr>
          <a:xfrm>
            <a:off x="10681097" y="93492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D9FD64BC-57C0-47E9-B434-F86820E48A28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>
              <a:solidFill>
                <a:srgbClr val="63666A"/>
              </a:solidFill>
              <a:latin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30D94-2856-4257-9222-41970898887F}"/>
              </a:ext>
            </a:extLst>
          </p:cNvPr>
          <p:cNvSpPr txBox="1"/>
          <p:nvPr/>
        </p:nvSpPr>
        <p:spPr>
          <a:xfrm>
            <a:off x="9535906" y="165008"/>
            <a:ext cx="1080873" cy="6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9170"/>
            <a:r>
              <a:rPr lang="fr-FR" sz="1867" b="1" dirty="0">
                <a:solidFill>
                  <a:srgbClr val="63666A"/>
                </a:solidFill>
                <a:latin typeface="Calibri"/>
              </a:rPr>
              <a:t>NOC</a:t>
            </a:r>
          </a:p>
          <a:p>
            <a:pPr defTabSz="1219170"/>
            <a:endParaRPr lang="fr-FR" sz="1867" b="1" dirty="0" err="1">
              <a:solidFill>
                <a:srgbClr val="63666A"/>
              </a:solidFill>
              <a:latin typeface="Calibri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4BABCE9-5C26-4A3A-9C46-009FD5D6A661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10" name="Image 9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E4DD8EDA-2180-470A-9107-EFD87346D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053A41B-A76B-4325-83AF-86774A0BE1EC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fr-FR" b="1" dirty="0">
                  <a:solidFill>
                    <a:schemeClr val="accent5"/>
                  </a:solidFill>
                  <a:latin typeface="Abadi" panose="020B0604020202020204" pitchFamily="34" charset="0"/>
                </a:rPr>
                <a:t>dmin</a:t>
              </a:r>
              <a:endParaRPr lang="en-GB" b="1" dirty="0" err="1">
                <a:solidFill>
                  <a:schemeClr val="accent5"/>
                </a:solidFill>
                <a:latin typeface="Abadi" panose="020B060402020202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4A33D-D4A4-4BD9-9534-1BFF09F5333D}"/>
              </a:ext>
            </a:extLst>
          </p:cNvPr>
          <p:cNvSpPr/>
          <p:nvPr/>
        </p:nvSpPr>
        <p:spPr>
          <a:xfrm>
            <a:off x="5971503" y="4551363"/>
            <a:ext cx="1962943" cy="402601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fr-FR" sz="2400" b="1" dirty="0">
              <a:solidFill>
                <a:srgbClr val="6D6D6D"/>
              </a:solidFill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41D6D8C4-70AB-4239-95DC-3FB24D47BCED}"/>
              </a:ext>
            </a:extLst>
          </p:cNvPr>
          <p:cNvSpPr>
            <a:spLocks noEditPoints="1"/>
          </p:cNvSpPr>
          <p:nvPr/>
        </p:nvSpPr>
        <p:spPr bwMode="auto">
          <a:xfrm rot="4862561">
            <a:off x="3941503" y="3886415"/>
            <a:ext cx="624862" cy="743690"/>
          </a:xfrm>
          <a:custGeom>
            <a:avLst/>
            <a:gdLst/>
            <a:ahLst/>
            <a:cxnLst>
              <a:cxn ang="0">
                <a:pos x="109" y="89"/>
              </a:cxn>
              <a:cxn ang="0">
                <a:pos x="95" y="46"/>
              </a:cxn>
              <a:cxn ang="0">
                <a:pos x="75" y="38"/>
              </a:cxn>
              <a:cxn ang="0">
                <a:pos x="57" y="40"/>
              </a:cxn>
              <a:cxn ang="0">
                <a:pos x="40" y="44"/>
              </a:cxn>
              <a:cxn ang="0">
                <a:pos x="17" y="10"/>
              </a:cxn>
              <a:cxn ang="0">
                <a:pos x="6" y="16"/>
              </a:cxn>
              <a:cxn ang="0">
                <a:pos x="29" y="59"/>
              </a:cxn>
              <a:cxn ang="0">
                <a:pos x="38" y="86"/>
              </a:cxn>
              <a:cxn ang="0">
                <a:pos x="17" y="72"/>
              </a:cxn>
              <a:cxn ang="0">
                <a:pos x="6" y="80"/>
              </a:cxn>
              <a:cxn ang="0">
                <a:pos x="22" y="96"/>
              </a:cxn>
              <a:cxn ang="0">
                <a:pos x="35" y="102"/>
              </a:cxn>
              <a:cxn ang="0">
                <a:pos x="64" y="111"/>
              </a:cxn>
              <a:cxn ang="0">
                <a:pos x="74" y="116"/>
              </a:cxn>
              <a:cxn ang="0">
                <a:pos x="111" y="97"/>
              </a:cxn>
              <a:cxn ang="0">
                <a:pos x="109" y="89"/>
              </a:cxn>
              <a:cxn ang="0">
                <a:pos x="109" y="89"/>
              </a:cxn>
              <a:cxn ang="0">
                <a:pos x="109" y="89"/>
              </a:cxn>
            </a:cxnLst>
            <a:rect l="0" t="0" r="r" b="b"/>
            <a:pathLst>
              <a:path w="111" h="116">
                <a:moveTo>
                  <a:pt x="109" y="89"/>
                </a:moveTo>
                <a:cubicBezTo>
                  <a:pt x="108" y="68"/>
                  <a:pt x="100" y="56"/>
                  <a:pt x="95" y="46"/>
                </a:cubicBezTo>
                <a:cubicBezTo>
                  <a:pt x="88" y="33"/>
                  <a:pt x="75" y="38"/>
                  <a:pt x="75" y="38"/>
                </a:cubicBezTo>
                <a:cubicBezTo>
                  <a:pt x="65" y="29"/>
                  <a:pt x="57" y="40"/>
                  <a:pt x="57" y="40"/>
                </a:cubicBezTo>
                <a:cubicBezTo>
                  <a:pt x="46" y="31"/>
                  <a:pt x="40" y="44"/>
                  <a:pt x="40" y="44"/>
                </a:cubicBezTo>
                <a:cubicBezTo>
                  <a:pt x="39" y="45"/>
                  <a:pt x="18" y="11"/>
                  <a:pt x="17" y="10"/>
                </a:cubicBezTo>
                <a:cubicBezTo>
                  <a:pt x="12" y="0"/>
                  <a:pt x="0" y="5"/>
                  <a:pt x="6" y="16"/>
                </a:cubicBezTo>
                <a:cubicBezTo>
                  <a:pt x="22" y="44"/>
                  <a:pt x="23" y="49"/>
                  <a:pt x="29" y="59"/>
                </a:cubicBezTo>
                <a:cubicBezTo>
                  <a:pt x="31" y="63"/>
                  <a:pt x="44" y="85"/>
                  <a:pt x="38" y="86"/>
                </a:cubicBezTo>
                <a:cubicBezTo>
                  <a:pt x="33" y="87"/>
                  <a:pt x="27" y="75"/>
                  <a:pt x="17" y="72"/>
                </a:cubicBezTo>
                <a:cubicBezTo>
                  <a:pt x="2" y="67"/>
                  <a:pt x="0" y="77"/>
                  <a:pt x="6" y="80"/>
                </a:cubicBezTo>
                <a:cubicBezTo>
                  <a:pt x="7" y="81"/>
                  <a:pt x="16" y="84"/>
                  <a:pt x="22" y="96"/>
                </a:cubicBezTo>
                <a:cubicBezTo>
                  <a:pt x="23" y="99"/>
                  <a:pt x="32" y="101"/>
                  <a:pt x="35" y="102"/>
                </a:cubicBezTo>
                <a:cubicBezTo>
                  <a:pt x="54" y="114"/>
                  <a:pt x="57" y="111"/>
                  <a:pt x="64" y="111"/>
                </a:cubicBezTo>
                <a:cubicBezTo>
                  <a:pt x="72" y="112"/>
                  <a:pt x="74" y="116"/>
                  <a:pt x="74" y="116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11" y="98"/>
                  <a:pt x="110" y="91"/>
                  <a:pt x="109" y="89"/>
                </a:cubicBezTo>
                <a:close/>
                <a:moveTo>
                  <a:pt x="109" y="89"/>
                </a:moveTo>
                <a:cubicBezTo>
                  <a:pt x="109" y="89"/>
                  <a:pt x="109" y="89"/>
                  <a:pt x="109" y="89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31626"/>
            <a:endParaRPr 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4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C085C6D-33BF-4BBA-9D19-6285ABCF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39" y="2888157"/>
            <a:ext cx="8924081" cy="3326411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6CE98D34-242E-4D41-B81B-A3F966C8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25" y="110185"/>
            <a:ext cx="11519451" cy="903600"/>
          </a:xfrm>
        </p:spPr>
        <p:txBody>
          <a:bodyPr/>
          <a:lstStyle/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Tasks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Check for </a:t>
            </a:r>
            <a:r>
              <a:rPr lang="fr-FR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fr-FR" b="1" i="1" dirty="0">
                <a:latin typeface="Calibri" panose="020F0502020204030204" pitchFamily="34" charset="0"/>
                <a:cs typeface="Calibri" panose="020F0502020204030204" pitchFamily="34" charset="0"/>
              </a:rPr>
              <a:t> items</a:t>
            </a:r>
            <a:endParaRPr lang="en-GB" b="1" i="1" dirty="0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523736AC-89E1-4D19-B745-56FFCF51CB18}"/>
              </a:ext>
            </a:extLst>
          </p:cNvPr>
          <p:cNvSpPr txBox="1">
            <a:spLocks/>
          </p:cNvSpPr>
          <p:nvPr/>
        </p:nvSpPr>
        <p:spPr bwMode="gray">
          <a:xfrm>
            <a:off x="336000" y="1494001"/>
            <a:ext cx="11520000" cy="321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Tx/>
              <a:buSzTx/>
              <a:buFont typeface="Arial" panose="020B0604020202020204" pitchFamily="34" charset="0"/>
              <a:buNone/>
              <a:tabLst/>
              <a:defRPr sz="26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ED7404"/>
              </a:buClr>
              <a:buSzPct val="105000"/>
              <a:buFontTx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9994" marR="0" indent="-2399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›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9588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67981" marR="0" indent="-24959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8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2325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Click on the « Work Items » tab and </a:t>
            </a:r>
            <a:r>
              <a:rPr lang="fr-FR" b="1" i="1" dirty="0" err="1"/>
              <a:t>then</a:t>
            </a:r>
            <a:r>
              <a:rPr lang="fr-FR" b="1" i="1" dirty="0"/>
              <a:t> </a:t>
            </a:r>
            <a:r>
              <a:rPr lang="fr-FR" b="1" i="1" dirty="0" err="1"/>
              <a:t>you</a:t>
            </a:r>
            <a:r>
              <a:rPr lang="fr-FR" b="1" i="1" dirty="0"/>
              <a:t> </a:t>
            </a:r>
            <a:r>
              <a:rPr lang="fr-FR" b="1" i="1" dirty="0" err="1"/>
              <a:t>will</a:t>
            </a:r>
            <a:r>
              <a:rPr lang="fr-FR" b="1" i="1" dirty="0"/>
              <a:t> </a:t>
            </a:r>
            <a:r>
              <a:rPr lang="fr-FR" b="1" i="1" dirty="0" err="1"/>
              <a:t>see</a:t>
            </a:r>
            <a:r>
              <a:rPr lang="fr-FR" b="1" i="1" dirty="0"/>
              <a:t> if the </a:t>
            </a:r>
            <a:r>
              <a:rPr lang="fr-FR" b="1" i="1" dirty="0" err="1"/>
              <a:t>there</a:t>
            </a:r>
            <a:r>
              <a:rPr lang="fr-FR" b="1" i="1" dirty="0"/>
              <a:t> </a:t>
            </a:r>
            <a:r>
              <a:rPr lang="fr-FR" b="1" i="1" dirty="0" err="1"/>
              <a:t>is</a:t>
            </a:r>
            <a:r>
              <a:rPr lang="fr-FR" b="1" i="1" dirty="0"/>
              <a:t> a </a:t>
            </a:r>
            <a:r>
              <a:rPr lang="fr-FR" b="1" i="1" dirty="0" err="1"/>
              <a:t>task</a:t>
            </a:r>
            <a:r>
              <a:rPr lang="fr-FR" b="1" i="1" dirty="0"/>
              <a:t> and if </a:t>
            </a:r>
            <a:r>
              <a:rPr lang="fr-FR" b="1" i="1" dirty="0" err="1"/>
              <a:t>it</a:t>
            </a:r>
            <a:r>
              <a:rPr lang="fr-FR" b="1" i="1" dirty="0"/>
              <a:t> has been </a:t>
            </a:r>
            <a:r>
              <a:rPr lang="fr-FR" b="1" i="1" dirty="0" err="1"/>
              <a:t>completed</a:t>
            </a:r>
            <a:r>
              <a:rPr lang="fr-FR" b="1" i="1" dirty="0"/>
              <a:t> and by </a:t>
            </a:r>
            <a:r>
              <a:rPr lang="fr-FR" b="1" i="1" dirty="0" err="1"/>
              <a:t>whom</a:t>
            </a:r>
            <a:r>
              <a:rPr lang="fr-FR" b="1" i="1" dirty="0"/>
              <a:t> </a:t>
            </a:r>
            <a:r>
              <a:rPr lang="fr-FR" b="1" i="1" dirty="0">
                <a:sym typeface="Wingdings" panose="05000000000000000000" pitchFamily="2" charset="2"/>
              </a:rPr>
              <a:t></a:t>
            </a:r>
            <a:endParaRPr lang="fr-FR" b="1" i="1" dirty="0"/>
          </a:p>
          <a:p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2C6E3E5-3D31-4D9C-8D6F-C879D2C04EAC}"/>
              </a:ext>
            </a:extLst>
          </p:cNvPr>
          <p:cNvCxnSpPr/>
          <p:nvPr/>
        </p:nvCxnSpPr>
        <p:spPr>
          <a:xfrm>
            <a:off x="10681097" y="93492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D9FD64BC-57C0-47E9-B434-F86820E48A28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2400">
              <a:solidFill>
                <a:srgbClr val="63666A"/>
              </a:solidFill>
              <a:latin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D30D94-2856-4257-9222-41970898887F}"/>
              </a:ext>
            </a:extLst>
          </p:cNvPr>
          <p:cNvSpPr txBox="1"/>
          <p:nvPr/>
        </p:nvSpPr>
        <p:spPr>
          <a:xfrm>
            <a:off x="9535906" y="165008"/>
            <a:ext cx="1080873" cy="6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1219170"/>
            <a:r>
              <a:rPr lang="fr-FR" sz="1867" b="1" dirty="0">
                <a:solidFill>
                  <a:srgbClr val="63666A"/>
                </a:solidFill>
                <a:latin typeface="Calibri"/>
              </a:rPr>
              <a:t>NOC</a:t>
            </a:r>
          </a:p>
          <a:p>
            <a:pPr defTabSz="1219170"/>
            <a:endParaRPr lang="fr-FR" sz="1867" b="1" dirty="0" err="1">
              <a:solidFill>
                <a:srgbClr val="63666A"/>
              </a:solidFill>
              <a:latin typeface="Calibri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64BABCE9-5C26-4A3A-9C46-009FD5D6A661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10" name="Image 9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E4DD8EDA-2180-470A-9107-EFD87346D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053A41B-A76B-4325-83AF-86774A0BE1EC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fr-FR" b="1" dirty="0">
                  <a:solidFill>
                    <a:schemeClr val="accent5"/>
                  </a:solidFill>
                  <a:latin typeface="Abadi" panose="020B0604020202020204" pitchFamily="34" charset="0"/>
                </a:rPr>
                <a:t>dmin</a:t>
              </a:r>
              <a:endParaRPr lang="en-GB" b="1" dirty="0" err="1">
                <a:solidFill>
                  <a:schemeClr val="accent5"/>
                </a:solidFill>
                <a:latin typeface="Abadi" panose="020B0604020202020204" pitchFamily="34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4A33D-D4A4-4BD9-9534-1BFF09F5333D}"/>
              </a:ext>
            </a:extLst>
          </p:cNvPr>
          <p:cNvSpPr/>
          <p:nvPr/>
        </p:nvSpPr>
        <p:spPr>
          <a:xfrm>
            <a:off x="5949387" y="4551363"/>
            <a:ext cx="1404859" cy="367877"/>
          </a:xfrm>
          <a:prstGeom prst="rect">
            <a:avLst/>
          </a:prstGeom>
          <a:noFill/>
          <a:ln w="28575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fr-FR" sz="2400" b="1" dirty="0">
              <a:solidFill>
                <a:srgbClr val="6D6D6D"/>
              </a:solidFill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41D6D8C4-70AB-4239-95DC-3FB24D47BCED}"/>
              </a:ext>
            </a:extLst>
          </p:cNvPr>
          <p:cNvSpPr>
            <a:spLocks noEditPoints="1"/>
          </p:cNvSpPr>
          <p:nvPr/>
        </p:nvSpPr>
        <p:spPr bwMode="auto">
          <a:xfrm rot="4862561">
            <a:off x="1371923" y="4806603"/>
            <a:ext cx="624862" cy="743690"/>
          </a:xfrm>
          <a:custGeom>
            <a:avLst/>
            <a:gdLst/>
            <a:ahLst/>
            <a:cxnLst>
              <a:cxn ang="0">
                <a:pos x="109" y="89"/>
              </a:cxn>
              <a:cxn ang="0">
                <a:pos x="95" y="46"/>
              </a:cxn>
              <a:cxn ang="0">
                <a:pos x="75" y="38"/>
              </a:cxn>
              <a:cxn ang="0">
                <a:pos x="57" y="40"/>
              </a:cxn>
              <a:cxn ang="0">
                <a:pos x="40" y="44"/>
              </a:cxn>
              <a:cxn ang="0">
                <a:pos x="17" y="10"/>
              </a:cxn>
              <a:cxn ang="0">
                <a:pos x="6" y="16"/>
              </a:cxn>
              <a:cxn ang="0">
                <a:pos x="29" y="59"/>
              </a:cxn>
              <a:cxn ang="0">
                <a:pos x="38" y="86"/>
              </a:cxn>
              <a:cxn ang="0">
                <a:pos x="17" y="72"/>
              </a:cxn>
              <a:cxn ang="0">
                <a:pos x="6" y="80"/>
              </a:cxn>
              <a:cxn ang="0">
                <a:pos x="22" y="96"/>
              </a:cxn>
              <a:cxn ang="0">
                <a:pos x="35" y="102"/>
              </a:cxn>
              <a:cxn ang="0">
                <a:pos x="64" y="111"/>
              </a:cxn>
              <a:cxn ang="0">
                <a:pos x="74" y="116"/>
              </a:cxn>
              <a:cxn ang="0">
                <a:pos x="111" y="97"/>
              </a:cxn>
              <a:cxn ang="0">
                <a:pos x="109" y="89"/>
              </a:cxn>
              <a:cxn ang="0">
                <a:pos x="109" y="89"/>
              </a:cxn>
              <a:cxn ang="0">
                <a:pos x="109" y="89"/>
              </a:cxn>
            </a:cxnLst>
            <a:rect l="0" t="0" r="r" b="b"/>
            <a:pathLst>
              <a:path w="111" h="116">
                <a:moveTo>
                  <a:pt x="109" y="89"/>
                </a:moveTo>
                <a:cubicBezTo>
                  <a:pt x="108" y="68"/>
                  <a:pt x="100" y="56"/>
                  <a:pt x="95" y="46"/>
                </a:cubicBezTo>
                <a:cubicBezTo>
                  <a:pt x="88" y="33"/>
                  <a:pt x="75" y="38"/>
                  <a:pt x="75" y="38"/>
                </a:cubicBezTo>
                <a:cubicBezTo>
                  <a:pt x="65" y="29"/>
                  <a:pt x="57" y="40"/>
                  <a:pt x="57" y="40"/>
                </a:cubicBezTo>
                <a:cubicBezTo>
                  <a:pt x="46" y="31"/>
                  <a:pt x="40" y="44"/>
                  <a:pt x="40" y="44"/>
                </a:cubicBezTo>
                <a:cubicBezTo>
                  <a:pt x="39" y="45"/>
                  <a:pt x="18" y="11"/>
                  <a:pt x="17" y="10"/>
                </a:cubicBezTo>
                <a:cubicBezTo>
                  <a:pt x="12" y="0"/>
                  <a:pt x="0" y="5"/>
                  <a:pt x="6" y="16"/>
                </a:cubicBezTo>
                <a:cubicBezTo>
                  <a:pt x="22" y="44"/>
                  <a:pt x="23" y="49"/>
                  <a:pt x="29" y="59"/>
                </a:cubicBezTo>
                <a:cubicBezTo>
                  <a:pt x="31" y="63"/>
                  <a:pt x="44" y="85"/>
                  <a:pt x="38" y="86"/>
                </a:cubicBezTo>
                <a:cubicBezTo>
                  <a:pt x="33" y="87"/>
                  <a:pt x="27" y="75"/>
                  <a:pt x="17" y="72"/>
                </a:cubicBezTo>
                <a:cubicBezTo>
                  <a:pt x="2" y="67"/>
                  <a:pt x="0" y="77"/>
                  <a:pt x="6" y="80"/>
                </a:cubicBezTo>
                <a:cubicBezTo>
                  <a:pt x="7" y="81"/>
                  <a:pt x="16" y="84"/>
                  <a:pt x="22" y="96"/>
                </a:cubicBezTo>
                <a:cubicBezTo>
                  <a:pt x="23" y="99"/>
                  <a:pt x="32" y="101"/>
                  <a:pt x="35" y="102"/>
                </a:cubicBezTo>
                <a:cubicBezTo>
                  <a:pt x="54" y="114"/>
                  <a:pt x="57" y="111"/>
                  <a:pt x="64" y="111"/>
                </a:cubicBezTo>
                <a:cubicBezTo>
                  <a:pt x="72" y="112"/>
                  <a:pt x="74" y="116"/>
                  <a:pt x="74" y="116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11" y="98"/>
                  <a:pt x="110" y="91"/>
                  <a:pt x="109" y="89"/>
                </a:cubicBezTo>
                <a:close/>
                <a:moveTo>
                  <a:pt x="109" y="89"/>
                </a:moveTo>
                <a:cubicBezTo>
                  <a:pt x="109" y="89"/>
                  <a:pt x="109" y="89"/>
                  <a:pt x="109" y="89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031626"/>
            <a:endParaRPr 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54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VA">
  <a:themeElements>
    <a:clrScheme name="GVA">
      <a:dk1>
        <a:srgbClr val="63666A"/>
      </a:dk1>
      <a:lt1>
        <a:sysClr val="window" lastClr="FFFFFF"/>
      </a:lt1>
      <a:dk2>
        <a:srgbClr val="ED7404"/>
      </a:dk2>
      <a:lt2>
        <a:srgbClr val="D4021D"/>
      </a:lt2>
      <a:accent1>
        <a:srgbClr val="80A3CA"/>
      </a:accent1>
      <a:accent2>
        <a:srgbClr val="005782"/>
      </a:accent2>
      <a:accent3>
        <a:srgbClr val="B5B5B5"/>
      </a:accent3>
      <a:accent4>
        <a:srgbClr val="484B47"/>
      </a:accent4>
      <a:accent5>
        <a:srgbClr val="80276C"/>
      </a:accent5>
      <a:accent6>
        <a:srgbClr val="323C18"/>
      </a:accent6>
      <a:hlink>
        <a:srgbClr val="80A3CA"/>
      </a:hlink>
      <a:folHlink>
        <a:srgbClr val="00578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200" b="1" dirty="0">
            <a:solidFill>
              <a:srgbClr val="6D6D6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CanalBox" id="{18EF81D5-AB5A-4EB9-9447-665E8979DD17}" vid="{EFEEC22A-CA18-449D-B7AA-0B29F31189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1FA9B8EB82418B12BA4E71E5BF84" ma:contentTypeVersion="0" ma:contentTypeDescription="Crée un document." ma:contentTypeScope="" ma:versionID="3a92746c832571bccd2f44c1e94e979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3d6ca9f312fcd1c0ab10337cdbdb72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24070D-0B6B-4104-B6AC-2C3AB4A3C9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05DC8E-A94B-473F-A92D-F16B6490364C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F74E6B-BF67-4C6E-8BDF-9D0EE713A44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250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Abadi</vt:lpstr>
      <vt:lpstr>Arial</vt:lpstr>
      <vt:lpstr>Arial Narrow</vt:lpstr>
      <vt:lpstr>Calibri</vt:lpstr>
      <vt:lpstr>Canal+</vt:lpstr>
      <vt:lpstr>Courier New</vt:lpstr>
      <vt:lpstr>Symbol</vt:lpstr>
      <vt:lpstr>Wingdings</vt:lpstr>
      <vt:lpstr>GVA</vt:lpstr>
      <vt:lpstr>think-cell Slide</vt:lpstr>
      <vt:lpstr>Find a task on a customer account </vt:lpstr>
      <vt:lpstr>Find the customer’s account</vt:lpstr>
      <vt:lpstr>Customer account How to access it</vt:lpstr>
      <vt:lpstr>Customer account How to access it</vt:lpstr>
      <vt:lpstr>Customer account Select the correct workorder</vt:lpstr>
      <vt:lpstr>Composite order Check and select</vt:lpstr>
      <vt:lpstr>Tasks Check for work items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NOC</dc:title>
  <dc:creator>MELLOUK Djellali</dc:creator>
  <cp:lastModifiedBy>AWI ALHER Cherifane (Prestataire)</cp:lastModifiedBy>
  <cp:revision>10</cp:revision>
  <dcterms:created xsi:type="dcterms:W3CDTF">2020-04-29T08:03:34Z</dcterms:created>
  <dcterms:modified xsi:type="dcterms:W3CDTF">2021-05-12T09:04:39Z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0x010100AADF1FA9B8EB82418B12BA4E71E5BF84</vt:lpwstr>
  </property>
</Properties>
</file>