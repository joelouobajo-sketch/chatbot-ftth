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5" r:id="rId4"/>
  </p:sldMasterIdLst>
  <p:notesMasterIdLst>
    <p:notesMasterId r:id="rId10"/>
  </p:notesMasterIdLst>
  <p:handoutMasterIdLst>
    <p:handoutMasterId r:id="rId11"/>
  </p:handoutMasterIdLst>
  <p:sldIdLst>
    <p:sldId id="2549" r:id="rId5"/>
    <p:sldId id="2917" r:id="rId6"/>
    <p:sldId id="2921" r:id="rId7"/>
    <p:sldId id="2920" r:id="rId8"/>
    <p:sldId id="2919" r:id="rId9"/>
  </p:sldIdLst>
  <p:sldSz cx="9144000" cy="5143500" type="screen16x9"/>
  <p:notesSz cx="6797675" cy="9928225"/>
  <p:custDataLst>
    <p:tags r:id="rId12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181" userDrawn="1">
          <p15:clr>
            <a:srgbClr val="A4A3A4"/>
          </p15:clr>
        </p15:guide>
        <p15:guide id="5" pos="2540" userDrawn="1">
          <p15:clr>
            <a:srgbClr val="A4A3A4"/>
          </p15:clr>
        </p15:guide>
        <p15:guide id="6" pos="2404" userDrawn="1">
          <p15:clr>
            <a:srgbClr val="A4A3A4"/>
          </p15:clr>
        </p15:guide>
        <p15:guide id="8" orient="horz" pos="2074" userDrawn="1">
          <p15:clr>
            <a:srgbClr val="A4A3A4"/>
          </p15:clr>
        </p15:guide>
        <p15:guide id="10" pos="1701" userDrawn="1">
          <p15:clr>
            <a:srgbClr val="A4A3A4"/>
          </p15:clr>
        </p15:guide>
        <p15:guide id="12" orient="horz" pos="6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FA8192-48C0-07C6-F1DD-F25C346EF20F}" name="Yembila LALLOGO" initials="YL" userId="S::lallogo.yemibla@gva.africa::c0d4e840-beab-412d-a194-c626e8977eba" providerId="AD"/>
  <p188:author id="{4937C9C7-C99F-3CDD-D24A-319AD5D55D65}" name="Peworsangui Fousseni YEO" initials="PFY" userId="S::peworsangui.yeo@gva.africa::ed256305-18c3-410d-8052-596fa203138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PF Nicolas" initials="KN" lastIdx="1" clrIdx="0">
    <p:extLst>
      <p:ext uri="{19B8F6BF-5375-455C-9EA6-DF929625EA0E}">
        <p15:presenceInfo xmlns:p15="http://schemas.microsoft.com/office/powerpoint/2012/main" userId="S::Nicolas.KOPF@gva.africa::a457279a-17a9-4605-b0d6-e9cb18c83339" providerId="AD"/>
      </p:ext>
    </p:extLst>
  </p:cmAuthor>
  <p:cmAuthor id="2" name="DE SUSBIELLE Thibaut (Vivendi)" initials="DST(" lastIdx="1" clrIdx="1">
    <p:extLst>
      <p:ext uri="{19B8F6BF-5375-455C-9EA6-DF929625EA0E}">
        <p15:presenceInfo xmlns:p15="http://schemas.microsoft.com/office/powerpoint/2012/main" userId="S::desusbt@vivendi.com::58acf41f-5895-4298-a3c0-87d01457b9f7" providerId="AD"/>
      </p:ext>
    </p:extLst>
  </p:cmAuthor>
  <p:cmAuthor id="3" name="PROUILLET Romain" initials="PR" lastIdx="7" clrIdx="2">
    <p:extLst>
      <p:ext uri="{19B8F6BF-5375-455C-9EA6-DF929625EA0E}">
        <p15:presenceInfo xmlns:p15="http://schemas.microsoft.com/office/powerpoint/2012/main" userId="S::Romain.PROUILLET@gva.africa::6b5ffb75-2772-446e-bac0-a02bbf73c6ba" providerId="AD"/>
      </p:ext>
    </p:extLst>
  </p:cmAuthor>
  <p:cmAuthor id="4" name="DAILLER Albane" initials="DA" lastIdx="17" clrIdx="3">
    <p:extLst>
      <p:ext uri="{19B8F6BF-5375-455C-9EA6-DF929625EA0E}">
        <p15:presenceInfo xmlns:p15="http://schemas.microsoft.com/office/powerpoint/2012/main" userId="DAILLER Albane" providerId="None"/>
      </p:ext>
    </p:extLst>
  </p:cmAuthor>
  <p:cmAuthor id="5" name="LE DU Vincent" initials="LV" lastIdx="55" clrIdx="4">
    <p:extLst>
      <p:ext uri="{19B8F6BF-5375-455C-9EA6-DF929625EA0E}">
        <p15:presenceInfo xmlns:p15="http://schemas.microsoft.com/office/powerpoint/2012/main" userId="S::vincent.ledu@gva.africa::90437aaa-e673-4f33-9fe8-67941acddd5a" providerId="AD"/>
      </p:ext>
    </p:extLst>
  </p:cmAuthor>
  <p:cmAuthor id="6" name="KOPF Nicolas" initials="KN [2]" lastIdx="17" clrIdx="5">
    <p:extLst>
      <p:ext uri="{19B8F6BF-5375-455C-9EA6-DF929625EA0E}">
        <p15:presenceInfo xmlns:p15="http://schemas.microsoft.com/office/powerpoint/2012/main" userId="KOPF Nicolas" providerId="None"/>
      </p:ext>
    </p:extLst>
  </p:cmAuthor>
  <p:cmAuthor id="7" name="Vincent  Le Du" initials="VD" lastIdx="13" clrIdx="6">
    <p:extLst>
      <p:ext uri="{19B8F6BF-5375-455C-9EA6-DF929625EA0E}">
        <p15:presenceInfo xmlns:p15="http://schemas.microsoft.com/office/powerpoint/2012/main" userId="S::vincent.ledu@gva.africa::9de8e8d8-cf8a-49c1-aff6-7066c828ff3e" providerId="AD"/>
      </p:ext>
    </p:extLst>
  </p:cmAuthor>
  <p:cmAuthor id="8" name="Nicolas KOPF" initials="NK" lastIdx="31" clrIdx="7">
    <p:extLst>
      <p:ext uri="{19B8F6BF-5375-455C-9EA6-DF929625EA0E}">
        <p15:presenceInfo xmlns:p15="http://schemas.microsoft.com/office/powerpoint/2012/main" userId="Nicolas KOPF" providerId="None"/>
      </p:ext>
    </p:extLst>
  </p:cmAuthor>
  <p:cmAuthor id="9" name="Albane DAILLER" initials="AD" lastIdx="1" clrIdx="8">
    <p:extLst>
      <p:ext uri="{19B8F6BF-5375-455C-9EA6-DF929625EA0E}">
        <p15:presenceInfo xmlns:p15="http://schemas.microsoft.com/office/powerpoint/2012/main" userId="S::albane.dailler@gva.africa::eb3b35ef-47d1-44e8-9107-000fa635b15f" providerId="AD"/>
      </p:ext>
    </p:extLst>
  </p:cmAuthor>
  <p:cmAuthor id="10" name="Albane DAILLER" initials="AD [2]" lastIdx="60" clrIdx="9">
    <p:extLst>
      <p:ext uri="{19B8F6BF-5375-455C-9EA6-DF929625EA0E}">
        <p15:presenceInfo xmlns:p15="http://schemas.microsoft.com/office/powerpoint/2012/main" userId="Albane DAILLER" providerId="None"/>
      </p:ext>
    </p:extLst>
  </p:cmAuthor>
  <p:cmAuthor id="11" name="Khassim SAMASSA" initials="KS" lastIdx="1" clrIdx="10">
    <p:extLst>
      <p:ext uri="{19B8F6BF-5375-455C-9EA6-DF929625EA0E}">
        <p15:presenceInfo xmlns:p15="http://schemas.microsoft.com/office/powerpoint/2012/main" userId="S::khassim.samassa@gva.africa::dad9f7be-4450-4c6b-8347-9700e7bae9bf" providerId="AD"/>
      </p:ext>
    </p:extLst>
  </p:cmAuthor>
  <p:cmAuthor id="12" name="Albane  DAILLER" initials="AD" lastIdx="4" clrIdx="11">
    <p:extLst>
      <p:ext uri="{19B8F6BF-5375-455C-9EA6-DF929625EA0E}">
        <p15:presenceInfo xmlns:p15="http://schemas.microsoft.com/office/powerpoint/2012/main" userId="Albane  DAILLER" providerId="None"/>
      </p:ext>
    </p:extLst>
  </p:cmAuthor>
  <p:cmAuthor id="13" name="Yembila LALLOGO" initials="YL" lastIdx="22" clrIdx="12">
    <p:extLst>
      <p:ext uri="{19B8F6BF-5375-455C-9EA6-DF929625EA0E}">
        <p15:presenceInfo xmlns:p15="http://schemas.microsoft.com/office/powerpoint/2012/main" userId="S::lallogo.yemibla@gva.africa::c0d4e840-beab-412d-a194-c626e8977eba" providerId="AD"/>
      </p:ext>
    </p:extLst>
  </p:cmAuthor>
  <p:cmAuthor id="14" name="Peworsangui Fousseni YEO" initials="PFY" lastIdx="20" clrIdx="13">
    <p:extLst>
      <p:ext uri="{19B8F6BF-5375-455C-9EA6-DF929625EA0E}">
        <p15:presenceInfo xmlns:p15="http://schemas.microsoft.com/office/powerpoint/2012/main" userId="S::peworsangui.yeo@gva.africa::ed256305-18c3-410d-8052-596fa20313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2BE1"/>
    <a:srgbClr val="C3CFE1"/>
    <a:srgbClr val="DF91DD"/>
    <a:srgbClr val="CEC4D9"/>
    <a:srgbClr val="336699"/>
    <a:srgbClr val="7C146C"/>
    <a:srgbClr val="FFFFFF"/>
    <a:srgbClr val="F2F2F2"/>
    <a:srgbClr val="E0E6F0"/>
    <a:srgbClr val="F5C0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B5B6D7-48B0-4B65-8F13-81A76859210F}" v="41" dt="2024-01-02T17:09:48.8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8" d="100"/>
          <a:sy n="88" d="100"/>
        </p:scale>
        <p:origin x="418" y="322"/>
      </p:cViewPr>
      <p:guideLst>
        <p:guide pos="181"/>
        <p:guide pos="2540"/>
        <p:guide pos="2404"/>
        <p:guide orient="horz" pos="2074"/>
        <p:guide pos="1701"/>
        <p:guide orient="horz" pos="62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5862" cy="495872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295" y="2"/>
            <a:ext cx="2945862" cy="495872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/>
            </a:lvl1pPr>
          </a:lstStyle>
          <a:p>
            <a:fld id="{0858D75D-41FF-4242-8058-B1843CC3A09D}" type="datetimeFigureOut">
              <a:rPr lang="fr-FR" smtClean="0"/>
              <a:pPr/>
              <a:t>02/01/2024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30813"/>
            <a:ext cx="2945862" cy="495872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295" y="9430813"/>
            <a:ext cx="2945862" cy="495872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7F096CD8-3CDC-4602-B813-F3500879F6B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07369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6411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F938480E-809B-44FD-8AE4-17BC5416270E}" type="datetimeFigureOut">
              <a:rPr lang="en-US" smtClean="0"/>
              <a:pPr/>
              <a:t>1/2/2024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30092"/>
            <a:ext cx="2945659" cy="496411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5" y="9430092"/>
            <a:ext cx="2945659" cy="496411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67E54374-A78E-40A2-A4CA-2DCF0D049237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0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Source en local :</a:t>
            </a:r>
          </a:p>
          <a:p>
            <a:pPr marL="171450" indent="-171450">
              <a:buFontTx/>
              <a:buChar char="-"/>
            </a:pPr>
            <a:r>
              <a:rPr lang="fr-FR" err="1"/>
              <a:t>Worday</a:t>
            </a:r>
            <a:r>
              <a:rPr lang="fr-FR"/>
              <a:t> pour le P&amp;L</a:t>
            </a:r>
          </a:p>
          <a:p>
            <a:pPr marL="171450" indent="-171450">
              <a:buFontTx/>
              <a:buChar char="-"/>
            </a:pPr>
            <a:r>
              <a:rPr lang="fr-FR" err="1"/>
              <a:t>Webtréso</a:t>
            </a:r>
            <a:r>
              <a:rPr lang="fr-FR"/>
              <a:t> pour le cash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7F1D24-D83F-6047-B56F-2EF61829BAE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Book" panose="020B0502020204020303" pitchFamily="34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Book" panose="020B05020202040203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62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Source en local :</a:t>
            </a:r>
          </a:p>
          <a:p>
            <a:pPr marL="171450" indent="-171450">
              <a:buFontTx/>
              <a:buChar char="-"/>
            </a:pPr>
            <a:r>
              <a:rPr lang="fr-FR" err="1"/>
              <a:t>Worday</a:t>
            </a:r>
            <a:r>
              <a:rPr lang="fr-FR"/>
              <a:t> pour le P&amp;L</a:t>
            </a:r>
          </a:p>
          <a:p>
            <a:pPr marL="171450" indent="-171450">
              <a:buFontTx/>
              <a:buChar char="-"/>
            </a:pPr>
            <a:r>
              <a:rPr lang="fr-FR" err="1"/>
              <a:t>Webtréso</a:t>
            </a:r>
            <a:r>
              <a:rPr lang="fr-FR"/>
              <a:t> pour le cash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7F1D24-D83F-6047-B56F-2EF61829BAE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Book" panose="020B0502020204020303" pitchFamily="34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Book" panose="020B05020202040203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060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Source en local :</a:t>
            </a:r>
          </a:p>
          <a:p>
            <a:pPr marL="171450" indent="-171450">
              <a:buFontTx/>
              <a:buChar char="-"/>
            </a:pPr>
            <a:r>
              <a:rPr lang="fr-FR" err="1"/>
              <a:t>Worday</a:t>
            </a:r>
            <a:r>
              <a:rPr lang="fr-FR"/>
              <a:t> pour le P&amp;L</a:t>
            </a:r>
          </a:p>
          <a:p>
            <a:pPr marL="171450" indent="-171450">
              <a:buFontTx/>
              <a:buChar char="-"/>
            </a:pPr>
            <a:r>
              <a:rPr lang="fr-FR" err="1"/>
              <a:t>Webtréso</a:t>
            </a:r>
            <a:r>
              <a:rPr lang="fr-FR"/>
              <a:t> pour le cash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7F1D24-D83F-6047-B56F-2EF61829BAE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Book" panose="020B0502020204020303" pitchFamily="34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Book" panose="020B05020202040203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4054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Source en local :</a:t>
            </a:r>
          </a:p>
          <a:p>
            <a:pPr marL="171450" indent="-171450">
              <a:buFontTx/>
              <a:buChar char="-"/>
            </a:pPr>
            <a:r>
              <a:rPr lang="fr-FR" err="1"/>
              <a:t>Worday</a:t>
            </a:r>
            <a:r>
              <a:rPr lang="fr-FR"/>
              <a:t> pour le P&amp;L</a:t>
            </a:r>
          </a:p>
          <a:p>
            <a:pPr marL="171450" indent="-171450">
              <a:buFontTx/>
              <a:buChar char="-"/>
            </a:pPr>
            <a:r>
              <a:rPr lang="fr-FR" err="1"/>
              <a:t>Webtréso</a:t>
            </a:r>
            <a:r>
              <a:rPr lang="fr-FR"/>
              <a:t> pour le cash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7F1D24-D83F-6047-B56F-2EF61829BAE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Book" panose="020B0502020204020303" pitchFamily="34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Book" panose="020B05020202040203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9302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4.emf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8211F8-0454-6D45-AEDB-905AD546D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3213669-AF68-F441-94E6-D4314B378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15/12/2021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443E20-29F4-8647-948B-329A26FF7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A64184F-EA6C-764D-945F-C96A6B4D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243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UVERTURE_SANS_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 7">
            <a:extLst>
              <a:ext uri="{FF2B5EF4-FFF2-40B4-BE49-F238E27FC236}">
                <a16:creationId xmlns:a16="http://schemas.microsoft.com/office/drawing/2014/main" id="{00B7AFF4-2B6F-B744-962E-518FFCEDBAC9}"/>
              </a:ext>
            </a:extLst>
          </p:cNvPr>
          <p:cNvSpPr/>
          <p:nvPr userDrawn="1"/>
        </p:nvSpPr>
        <p:spPr>
          <a:xfrm>
            <a:off x="4772025" y="-7361"/>
            <a:ext cx="4371975" cy="5154215"/>
          </a:xfrm>
          <a:custGeom>
            <a:avLst/>
            <a:gdLst>
              <a:gd name="connsiteX0" fmla="*/ 5829300 w 5829300"/>
              <a:gd name="connsiteY0" fmla="*/ 0 h 6872287"/>
              <a:gd name="connsiteX1" fmla="*/ 5828980 w 5829300"/>
              <a:gd name="connsiteY1" fmla="*/ 6560344 h 6872287"/>
              <a:gd name="connsiteX2" fmla="*/ 5829300 w 5829300"/>
              <a:gd name="connsiteY2" fmla="*/ 6560344 h 6872287"/>
              <a:gd name="connsiteX3" fmla="*/ 5829300 w 5829300"/>
              <a:gd name="connsiteY3" fmla="*/ 6867815 h 6872287"/>
              <a:gd name="connsiteX4" fmla="*/ 2590350 w 5829300"/>
              <a:gd name="connsiteY4" fmla="*/ 6867815 h 6872287"/>
              <a:gd name="connsiteX5" fmla="*/ 1114426 w 5829300"/>
              <a:gd name="connsiteY5" fmla="*/ 6872287 h 6872287"/>
              <a:gd name="connsiteX6" fmla="*/ 0 w 5829300"/>
              <a:gd name="connsiteY6" fmla="*/ 14288 h 6872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9300" h="6872287">
                <a:moveTo>
                  <a:pt x="5829300" y="0"/>
                </a:moveTo>
                <a:lnTo>
                  <a:pt x="5828980" y="6560344"/>
                </a:lnTo>
                <a:lnTo>
                  <a:pt x="5829300" y="6560344"/>
                </a:lnTo>
                <a:lnTo>
                  <a:pt x="5829300" y="6867815"/>
                </a:lnTo>
                <a:lnTo>
                  <a:pt x="2590350" y="6867815"/>
                </a:lnTo>
                <a:lnTo>
                  <a:pt x="1114426" y="6872287"/>
                </a:lnTo>
                <a:lnTo>
                  <a:pt x="0" y="14288"/>
                </a:lnTo>
                <a:close/>
              </a:path>
            </a:pathLst>
          </a:custGeom>
          <a:solidFill>
            <a:srgbClr val="00C1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13" name="Forme libre 12">
            <a:extLst>
              <a:ext uri="{FF2B5EF4-FFF2-40B4-BE49-F238E27FC236}">
                <a16:creationId xmlns:a16="http://schemas.microsoft.com/office/drawing/2014/main" id="{B32E8506-496C-0346-B93A-422D59C14D98}"/>
              </a:ext>
            </a:extLst>
          </p:cNvPr>
          <p:cNvSpPr/>
          <p:nvPr userDrawn="1"/>
        </p:nvSpPr>
        <p:spPr>
          <a:xfrm rot="10800000">
            <a:off x="5983684" y="283747"/>
            <a:ext cx="3160316" cy="4572000"/>
          </a:xfrm>
          <a:custGeom>
            <a:avLst/>
            <a:gdLst>
              <a:gd name="connsiteX0" fmla="*/ 1165754 w 4213754"/>
              <a:gd name="connsiteY0" fmla="*/ 0 h 6096000"/>
              <a:gd name="connsiteX1" fmla="*/ 4213754 w 4213754"/>
              <a:gd name="connsiteY1" fmla="*/ 3048000 h 6096000"/>
              <a:gd name="connsiteX2" fmla="*/ 1165754 w 4213754"/>
              <a:gd name="connsiteY2" fmla="*/ 6096000 h 6096000"/>
              <a:gd name="connsiteX3" fmla="*/ 259372 w 4213754"/>
              <a:gd name="connsiteY3" fmla="*/ 5958968 h 6096000"/>
              <a:gd name="connsiteX4" fmla="*/ 0 w 4213754"/>
              <a:gd name="connsiteY4" fmla="*/ 5864037 h 6096000"/>
              <a:gd name="connsiteX5" fmla="*/ 0 w 4213754"/>
              <a:gd name="connsiteY5" fmla="*/ 231964 h 6096000"/>
              <a:gd name="connsiteX6" fmla="*/ 259372 w 4213754"/>
              <a:gd name="connsiteY6" fmla="*/ 137032 h 6096000"/>
              <a:gd name="connsiteX7" fmla="*/ 1165754 w 4213754"/>
              <a:gd name="connsiteY7" fmla="*/ 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13754" h="6096000">
                <a:moveTo>
                  <a:pt x="1165754" y="0"/>
                </a:moveTo>
                <a:cubicBezTo>
                  <a:pt x="2849118" y="0"/>
                  <a:pt x="4213754" y="1364636"/>
                  <a:pt x="4213754" y="3048000"/>
                </a:cubicBezTo>
                <a:cubicBezTo>
                  <a:pt x="4213754" y="4731364"/>
                  <a:pt x="2849118" y="6096000"/>
                  <a:pt x="1165754" y="6096000"/>
                </a:cubicBezTo>
                <a:cubicBezTo>
                  <a:pt x="850123" y="6096000"/>
                  <a:pt x="545698" y="6048025"/>
                  <a:pt x="259372" y="5958968"/>
                </a:cubicBezTo>
                <a:lnTo>
                  <a:pt x="0" y="5864037"/>
                </a:lnTo>
                <a:lnTo>
                  <a:pt x="0" y="231964"/>
                </a:lnTo>
                <a:lnTo>
                  <a:pt x="259372" y="137032"/>
                </a:lnTo>
                <a:cubicBezTo>
                  <a:pt x="545698" y="47976"/>
                  <a:pt x="850123" y="0"/>
                  <a:pt x="1165754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34E8C39A-48D0-3B45-9582-48166EC7CD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1797" y="3568866"/>
            <a:ext cx="1875972" cy="1033267"/>
          </a:xfrm>
          <a:prstGeom prst="rect">
            <a:avLst/>
          </a:prstGeom>
        </p:spPr>
      </p:pic>
      <p:sp>
        <p:nvSpPr>
          <p:cNvPr id="25" name="Titre 1">
            <a:extLst>
              <a:ext uri="{FF2B5EF4-FFF2-40B4-BE49-F238E27FC236}">
                <a16:creationId xmlns:a16="http://schemas.microsoft.com/office/drawing/2014/main" id="{77C9AA03-0FF2-E44B-BB5A-06152E41B6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1797" y="988997"/>
            <a:ext cx="3740203" cy="1740150"/>
          </a:xfrm>
          <a:noFill/>
        </p:spPr>
        <p:txBody>
          <a:bodyPr anchor="t">
            <a:normAutofit/>
          </a:bodyPr>
          <a:lstStyle>
            <a:lvl1pPr algn="l">
              <a:defRPr sz="3000" b="1" i="1">
                <a:solidFill>
                  <a:schemeClr val="tx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la présentation sans visuel</a:t>
            </a:r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3CD1AEE0-C303-C04B-9753-032ECA085B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1797" y="715153"/>
            <a:ext cx="2057400" cy="273844"/>
          </a:xfrm>
        </p:spPr>
        <p:txBody>
          <a:bodyPr/>
          <a:lstStyle>
            <a:lvl1pPr algn="l">
              <a:defRPr b="0" i="0">
                <a:latin typeface="Futura PT Book" panose="020B0502020204020303" pitchFamily="34" charset="77"/>
              </a:defRPr>
            </a:lvl1pPr>
          </a:lstStyle>
          <a:p>
            <a:fld id="{4AAD6E3D-2EAD-6841-9F2E-E129E6E6363B}" type="datetime1">
              <a:rPr lang="fr-FR" smtClean="0"/>
              <a:pPr/>
              <a:t>02/01/2024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710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SANS_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 7">
            <a:extLst>
              <a:ext uri="{FF2B5EF4-FFF2-40B4-BE49-F238E27FC236}">
                <a16:creationId xmlns:a16="http://schemas.microsoft.com/office/drawing/2014/main" id="{00B7AFF4-2B6F-B744-962E-518FFCEDBAC9}"/>
              </a:ext>
            </a:extLst>
          </p:cNvPr>
          <p:cNvSpPr/>
          <p:nvPr userDrawn="1"/>
        </p:nvSpPr>
        <p:spPr>
          <a:xfrm>
            <a:off x="4772025" y="-7361"/>
            <a:ext cx="4371975" cy="5154215"/>
          </a:xfrm>
          <a:custGeom>
            <a:avLst/>
            <a:gdLst>
              <a:gd name="connsiteX0" fmla="*/ 5829300 w 5829300"/>
              <a:gd name="connsiteY0" fmla="*/ 0 h 6872287"/>
              <a:gd name="connsiteX1" fmla="*/ 5828980 w 5829300"/>
              <a:gd name="connsiteY1" fmla="*/ 6560344 h 6872287"/>
              <a:gd name="connsiteX2" fmla="*/ 5829300 w 5829300"/>
              <a:gd name="connsiteY2" fmla="*/ 6560344 h 6872287"/>
              <a:gd name="connsiteX3" fmla="*/ 5829300 w 5829300"/>
              <a:gd name="connsiteY3" fmla="*/ 6867815 h 6872287"/>
              <a:gd name="connsiteX4" fmla="*/ 2590350 w 5829300"/>
              <a:gd name="connsiteY4" fmla="*/ 6867815 h 6872287"/>
              <a:gd name="connsiteX5" fmla="*/ 1114426 w 5829300"/>
              <a:gd name="connsiteY5" fmla="*/ 6872287 h 6872287"/>
              <a:gd name="connsiteX6" fmla="*/ 0 w 5829300"/>
              <a:gd name="connsiteY6" fmla="*/ 14288 h 6872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29300" h="6872287">
                <a:moveTo>
                  <a:pt x="5829300" y="0"/>
                </a:moveTo>
                <a:lnTo>
                  <a:pt x="5828980" y="6560344"/>
                </a:lnTo>
                <a:lnTo>
                  <a:pt x="5829300" y="6560344"/>
                </a:lnTo>
                <a:lnTo>
                  <a:pt x="5829300" y="6867815"/>
                </a:lnTo>
                <a:lnTo>
                  <a:pt x="2590350" y="6867815"/>
                </a:lnTo>
                <a:lnTo>
                  <a:pt x="1114426" y="6872287"/>
                </a:lnTo>
                <a:lnTo>
                  <a:pt x="0" y="14288"/>
                </a:lnTo>
                <a:close/>
              </a:path>
            </a:pathLst>
          </a:custGeom>
          <a:solidFill>
            <a:srgbClr val="FF7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13" name="Forme libre 12">
            <a:extLst>
              <a:ext uri="{FF2B5EF4-FFF2-40B4-BE49-F238E27FC236}">
                <a16:creationId xmlns:a16="http://schemas.microsoft.com/office/drawing/2014/main" id="{B32E8506-496C-0346-B93A-422D59C14D98}"/>
              </a:ext>
            </a:extLst>
          </p:cNvPr>
          <p:cNvSpPr/>
          <p:nvPr userDrawn="1"/>
        </p:nvSpPr>
        <p:spPr>
          <a:xfrm rot="10800000">
            <a:off x="5983684" y="283747"/>
            <a:ext cx="3160316" cy="4572000"/>
          </a:xfrm>
          <a:custGeom>
            <a:avLst/>
            <a:gdLst>
              <a:gd name="connsiteX0" fmla="*/ 1165754 w 4213754"/>
              <a:gd name="connsiteY0" fmla="*/ 0 h 6096000"/>
              <a:gd name="connsiteX1" fmla="*/ 4213754 w 4213754"/>
              <a:gd name="connsiteY1" fmla="*/ 3048000 h 6096000"/>
              <a:gd name="connsiteX2" fmla="*/ 1165754 w 4213754"/>
              <a:gd name="connsiteY2" fmla="*/ 6096000 h 6096000"/>
              <a:gd name="connsiteX3" fmla="*/ 259372 w 4213754"/>
              <a:gd name="connsiteY3" fmla="*/ 5958968 h 6096000"/>
              <a:gd name="connsiteX4" fmla="*/ 0 w 4213754"/>
              <a:gd name="connsiteY4" fmla="*/ 5864037 h 6096000"/>
              <a:gd name="connsiteX5" fmla="*/ 0 w 4213754"/>
              <a:gd name="connsiteY5" fmla="*/ 231964 h 6096000"/>
              <a:gd name="connsiteX6" fmla="*/ 259372 w 4213754"/>
              <a:gd name="connsiteY6" fmla="*/ 137032 h 6096000"/>
              <a:gd name="connsiteX7" fmla="*/ 1165754 w 4213754"/>
              <a:gd name="connsiteY7" fmla="*/ 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13754" h="6096000">
                <a:moveTo>
                  <a:pt x="1165754" y="0"/>
                </a:moveTo>
                <a:cubicBezTo>
                  <a:pt x="2849118" y="0"/>
                  <a:pt x="4213754" y="1364636"/>
                  <a:pt x="4213754" y="3048000"/>
                </a:cubicBezTo>
                <a:cubicBezTo>
                  <a:pt x="4213754" y="4731364"/>
                  <a:pt x="2849118" y="6096000"/>
                  <a:pt x="1165754" y="6096000"/>
                </a:cubicBezTo>
                <a:cubicBezTo>
                  <a:pt x="850123" y="6096000"/>
                  <a:pt x="545698" y="6048025"/>
                  <a:pt x="259372" y="5958968"/>
                </a:cubicBezTo>
                <a:lnTo>
                  <a:pt x="0" y="5864037"/>
                </a:lnTo>
                <a:lnTo>
                  <a:pt x="0" y="231964"/>
                </a:lnTo>
                <a:lnTo>
                  <a:pt x="259372" y="137032"/>
                </a:lnTo>
                <a:cubicBezTo>
                  <a:pt x="545698" y="47976"/>
                  <a:pt x="850123" y="0"/>
                  <a:pt x="1165754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34E8C39A-48D0-3B45-9582-48166EC7CD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1797" y="3568866"/>
            <a:ext cx="1875972" cy="1033267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564B9321-80D8-2345-8FF2-68E03F486D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1797" y="988997"/>
            <a:ext cx="3740203" cy="1740150"/>
          </a:xfrm>
          <a:noFill/>
        </p:spPr>
        <p:txBody>
          <a:bodyPr anchor="t">
            <a:normAutofit/>
          </a:bodyPr>
          <a:lstStyle>
            <a:lvl1pPr algn="l">
              <a:defRPr sz="3000" b="1" i="1">
                <a:solidFill>
                  <a:schemeClr val="tx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la présentation sans visuel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D1187416-16B1-3044-A7EF-385E0CB0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1797" y="715153"/>
            <a:ext cx="2057400" cy="273844"/>
          </a:xfrm>
        </p:spPr>
        <p:txBody>
          <a:bodyPr/>
          <a:lstStyle>
            <a:lvl1pPr algn="l">
              <a:defRPr b="0" i="0">
                <a:latin typeface="Futura PT Book" panose="020B0502020204020303" pitchFamily="34" charset="77"/>
              </a:defRPr>
            </a:lvl1pPr>
          </a:lstStyle>
          <a:p>
            <a:fld id="{4AAD6E3D-2EAD-6841-9F2E-E129E6E6363B}" type="datetime1">
              <a:rPr lang="fr-FR" smtClean="0"/>
              <a:pPr/>
              <a:t>02/01/2024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047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OMMAIRE-COU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4" y="1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2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00C1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21060000">
            <a:off x="2074046" y="-286956"/>
            <a:ext cx="3882695" cy="99513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3000" b="1" i="1">
                <a:latin typeface="Futura PT Heavy" panose="020B0502020204020303" pitchFamily="34" charset="77"/>
              </a:rPr>
              <a:t>SOMMAIRE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21060000">
            <a:off x="2546350" y="851594"/>
            <a:ext cx="6136550" cy="3545845"/>
          </a:xfrm>
          <a:prstGeom prst="rect">
            <a:avLst/>
          </a:prstGeom>
        </p:spPr>
        <p:txBody>
          <a:bodyPr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2" y="471963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37907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MMAIRE-COU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4" y="1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2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F7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21060000">
            <a:off x="2074046" y="-286956"/>
            <a:ext cx="3882695" cy="99513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3000" b="1" i="1">
                <a:latin typeface="Futura PT Heavy" panose="020B0502020204020303" pitchFamily="34" charset="77"/>
              </a:rPr>
              <a:t>Agenda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21060000">
            <a:off x="2546350" y="851594"/>
            <a:ext cx="6136550" cy="3545845"/>
          </a:xfrm>
          <a:prstGeom prst="rect">
            <a:avLst/>
          </a:prstGeom>
        </p:spPr>
        <p:txBody>
          <a:bodyPr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2" y="471963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378199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MMAIRE-COU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4" y="1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2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00B0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21060000">
            <a:off x="2074046" y="-286956"/>
            <a:ext cx="3882695" cy="99513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3000" b="1" i="1">
                <a:latin typeface="Futura PT Heavy" panose="020B0502020204020303" pitchFamily="34" charset="77"/>
              </a:rPr>
              <a:t>SOMMAIRE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21060000">
            <a:off x="2546350" y="851594"/>
            <a:ext cx="6136550" cy="3545845"/>
          </a:xfrm>
          <a:prstGeom prst="rect">
            <a:avLst/>
          </a:prstGeom>
        </p:spPr>
        <p:txBody>
          <a:bodyPr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2" y="471963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275203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OMMAIRE-COU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4" y="1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2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21060000">
            <a:off x="2074046" y="-286956"/>
            <a:ext cx="3882695" cy="99513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3000" b="1" i="1">
                <a:latin typeface="Futura PT Heavy" panose="020B0502020204020303" pitchFamily="34" charset="77"/>
              </a:rPr>
              <a:t>SOMMAIRE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21060000">
            <a:off x="2546350" y="851594"/>
            <a:ext cx="6136550" cy="3545845"/>
          </a:xfrm>
          <a:prstGeom prst="rect">
            <a:avLst/>
          </a:prstGeom>
        </p:spPr>
        <p:txBody>
          <a:bodyPr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2" y="471963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47362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MMAIRE-COU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4" y="1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2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3C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21060000">
            <a:off x="2074046" y="-286956"/>
            <a:ext cx="3882695" cy="99513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3000" b="1" i="1">
                <a:latin typeface="Futura PT Heavy" panose="020B0502020204020303" pitchFamily="34" charset="77"/>
              </a:rPr>
              <a:t>SOMMAIRE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21060000">
            <a:off x="2546350" y="851594"/>
            <a:ext cx="6136550" cy="3545845"/>
          </a:xfrm>
          <a:prstGeom prst="rect">
            <a:avLst/>
          </a:prstGeom>
        </p:spPr>
        <p:txBody>
          <a:bodyPr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2" y="471963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348820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MMAIRE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le 16">
            <a:extLst>
              <a:ext uri="{FF2B5EF4-FFF2-40B4-BE49-F238E27FC236}">
                <a16:creationId xmlns:a16="http://schemas.microsoft.com/office/drawing/2014/main" id="{FD6EC8EC-716F-2747-9B5A-2E50171F6636}"/>
              </a:ext>
            </a:extLst>
          </p:cNvPr>
          <p:cNvSpPr/>
          <p:nvPr userDrawn="1"/>
        </p:nvSpPr>
        <p:spPr>
          <a:xfrm rot="10800000">
            <a:off x="0" y="0"/>
            <a:ext cx="9144000" cy="1444804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926405">
                <a:moveTo>
                  <a:pt x="0" y="1926405"/>
                </a:moveTo>
                <a:lnTo>
                  <a:pt x="12188576" y="0"/>
                </a:lnTo>
                <a:cubicBezTo>
                  <a:pt x="12189717" y="714054"/>
                  <a:pt x="12190859" y="1212351"/>
                  <a:pt x="12192000" y="1926405"/>
                </a:cubicBezTo>
                <a:lnTo>
                  <a:pt x="0" y="192640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21060000">
            <a:off x="442737" y="-92631"/>
            <a:ext cx="4076522" cy="99513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3000" b="1" i="1">
                <a:latin typeface="Futura PT Heavy" panose="020B0502020204020303" pitchFamily="34" charset="77"/>
              </a:rPr>
              <a:t>SOMMAIRE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21060000">
            <a:off x="902908" y="907578"/>
            <a:ext cx="7893542" cy="3545845"/>
          </a:xfrm>
          <a:prstGeom prst="rect">
            <a:avLst/>
          </a:prstGeom>
        </p:spPr>
        <p:txBody>
          <a:bodyPr numCol="2" spcCol="1440000"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45277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OMMAIRE-COU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3" y="0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1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00C1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-540000">
            <a:off x="2074045" y="-286956"/>
            <a:ext cx="3882695" cy="99513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3000" b="1" i="1">
                <a:latin typeface="Futura PT Heavy" panose="020B0502020204020303" pitchFamily="34" charset="77"/>
              </a:rPr>
              <a:t>SOMMAIRE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-540000">
            <a:off x="2546350" y="851593"/>
            <a:ext cx="6136550" cy="3545845"/>
          </a:xfrm>
          <a:prstGeom prst="rect">
            <a:avLst/>
          </a:prstGeom>
        </p:spPr>
        <p:txBody>
          <a:bodyPr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3" y="471962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82992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MMAIRE-COU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3" y="0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1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F7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-540000">
            <a:off x="2074045" y="-286956"/>
            <a:ext cx="3882695" cy="99513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3000" b="1" i="1">
                <a:latin typeface="Futura PT Heavy" panose="020B0502020204020303" pitchFamily="34" charset="77"/>
              </a:rPr>
              <a:t>Agenda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-540000">
            <a:off x="2546350" y="851593"/>
            <a:ext cx="6136550" cy="3545845"/>
          </a:xfrm>
          <a:prstGeom prst="rect">
            <a:avLst/>
          </a:prstGeom>
        </p:spPr>
        <p:txBody>
          <a:bodyPr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3" y="471962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2626824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MMAIRE-COU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3" y="0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1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00B0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-540000">
            <a:off x="2074045" y="-286956"/>
            <a:ext cx="3882695" cy="99513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3000" b="1" i="1">
                <a:latin typeface="Futura PT Heavy" panose="020B0502020204020303" pitchFamily="34" charset="77"/>
              </a:rPr>
              <a:t>SOMMAIRE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-540000">
            <a:off x="2546350" y="851593"/>
            <a:ext cx="6136550" cy="3545845"/>
          </a:xfrm>
          <a:prstGeom prst="rect">
            <a:avLst/>
          </a:prstGeom>
        </p:spPr>
        <p:txBody>
          <a:bodyPr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3" y="471962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3538414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OMMAIRE-COU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3" y="0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1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-540000">
            <a:off x="2074045" y="-286956"/>
            <a:ext cx="3882695" cy="99513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3000" b="1" i="1">
                <a:latin typeface="Futura PT Heavy" panose="020B0502020204020303" pitchFamily="34" charset="77"/>
              </a:rPr>
              <a:t>SOMMAIRE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-540000">
            <a:off x="2546350" y="851593"/>
            <a:ext cx="6136550" cy="3545845"/>
          </a:xfrm>
          <a:prstGeom prst="rect">
            <a:avLst/>
          </a:prstGeom>
        </p:spPr>
        <p:txBody>
          <a:bodyPr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3" y="471962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7804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MMAIRE-COU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3" y="0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1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3C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-540000">
            <a:off x="2074045" y="-286956"/>
            <a:ext cx="3882695" cy="99513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3000" b="1" i="1">
                <a:latin typeface="Futura PT Heavy" panose="020B0502020204020303" pitchFamily="34" charset="77"/>
              </a:rPr>
              <a:t>SOMMAIRE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-540000">
            <a:off x="2546350" y="851593"/>
            <a:ext cx="6136550" cy="3545845"/>
          </a:xfrm>
          <a:prstGeom prst="rect">
            <a:avLst/>
          </a:prstGeom>
        </p:spPr>
        <p:txBody>
          <a:bodyPr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3" y="471962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3651878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MMAIRE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le 16">
            <a:extLst>
              <a:ext uri="{FF2B5EF4-FFF2-40B4-BE49-F238E27FC236}">
                <a16:creationId xmlns:a16="http://schemas.microsoft.com/office/drawing/2014/main" id="{FD6EC8EC-716F-2747-9B5A-2E50171F6636}"/>
              </a:ext>
            </a:extLst>
          </p:cNvPr>
          <p:cNvSpPr/>
          <p:nvPr userDrawn="1"/>
        </p:nvSpPr>
        <p:spPr>
          <a:xfrm rot="10800000">
            <a:off x="0" y="0"/>
            <a:ext cx="9144000" cy="1444804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926405">
                <a:moveTo>
                  <a:pt x="0" y="1926405"/>
                </a:moveTo>
                <a:lnTo>
                  <a:pt x="12188576" y="0"/>
                </a:lnTo>
                <a:cubicBezTo>
                  <a:pt x="12189717" y="714054"/>
                  <a:pt x="12190859" y="1212351"/>
                  <a:pt x="12192000" y="1926405"/>
                </a:cubicBezTo>
                <a:lnTo>
                  <a:pt x="0" y="192640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-540000">
            <a:off x="442736" y="-92631"/>
            <a:ext cx="4076522" cy="995135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3000" b="1" i="1">
                <a:latin typeface="Futura PT Heavy" panose="020B0502020204020303" pitchFamily="34" charset="77"/>
              </a:rPr>
              <a:t>SOMMAIRE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66D7FE9-CDC1-2F4E-A5E6-D6E0A72A5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-540000">
            <a:off x="902907" y="907577"/>
            <a:ext cx="7893542" cy="3545845"/>
          </a:xfrm>
          <a:prstGeom prst="rect">
            <a:avLst/>
          </a:prstGeom>
        </p:spPr>
        <p:txBody>
          <a:bodyPr numCol="2" spcCol="1440000"/>
          <a:lstStyle>
            <a:lvl1pPr>
              <a:buClr>
                <a:srgbClr val="7D136B"/>
              </a:buClr>
              <a:defRPr b="0" i="0" cap="all" baseline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792058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-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B179852D-6D79-E241-AE04-D51A3394E7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05727" y="0"/>
            <a:ext cx="5138273" cy="5138273"/>
          </a:xfrm>
          <a:custGeom>
            <a:avLst/>
            <a:gdLst>
              <a:gd name="connsiteX0" fmla="*/ 1403350 w 2806700"/>
              <a:gd name="connsiteY0" fmla="*/ 0 h 2806700"/>
              <a:gd name="connsiteX1" fmla="*/ 2806700 w 2806700"/>
              <a:gd name="connsiteY1" fmla="*/ 1403350 h 2806700"/>
              <a:gd name="connsiteX2" fmla="*/ 1403350 w 2806700"/>
              <a:gd name="connsiteY2" fmla="*/ 2806700 h 2806700"/>
              <a:gd name="connsiteX3" fmla="*/ 0 w 2806700"/>
              <a:gd name="connsiteY3" fmla="*/ 1403350 h 2806700"/>
              <a:gd name="connsiteX4" fmla="*/ 1403350 w 2806700"/>
              <a:gd name="connsiteY4" fmla="*/ 0 h 280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6700" h="2806700">
                <a:moveTo>
                  <a:pt x="1403350" y="0"/>
                </a:moveTo>
                <a:cubicBezTo>
                  <a:pt x="2178399" y="0"/>
                  <a:pt x="2806700" y="628301"/>
                  <a:pt x="2806700" y="1403350"/>
                </a:cubicBezTo>
                <a:cubicBezTo>
                  <a:pt x="2806700" y="2178399"/>
                  <a:pt x="2178399" y="2806700"/>
                  <a:pt x="1403350" y="2806700"/>
                </a:cubicBezTo>
                <a:cubicBezTo>
                  <a:pt x="628301" y="2806700"/>
                  <a:pt x="0" y="2178399"/>
                  <a:pt x="0" y="1403350"/>
                </a:cubicBezTo>
                <a:cubicBezTo>
                  <a:pt x="0" y="628301"/>
                  <a:pt x="628301" y="0"/>
                  <a:pt x="140335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125" b="0" i="0">
                <a:latin typeface="Futura PT Book" panose="020B05020202040203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</p:spTree>
    <p:extLst>
      <p:ext uri="{BB962C8B-B14F-4D97-AF65-F5344CB8AC3E}">
        <p14:creationId xmlns:p14="http://schemas.microsoft.com/office/powerpoint/2010/main" val="32760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-CHAPITR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00C1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449BE958-2912-2745-8DCF-D018395F5382}"/>
              </a:ext>
            </a:extLst>
          </p:cNvPr>
          <p:cNvSpPr/>
          <p:nvPr userDrawn="1"/>
        </p:nvSpPr>
        <p:spPr>
          <a:xfrm>
            <a:off x="4698340" y="692612"/>
            <a:ext cx="3753047" cy="3753047"/>
          </a:xfrm>
          <a:prstGeom prst="ellipse">
            <a:avLst/>
          </a:pr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2672934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-CHAPIT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00C1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7FB75132-C53D-0643-8816-B0CDA68C12B9}"/>
              </a:ext>
            </a:extLst>
          </p:cNvPr>
          <p:cNvSpPr/>
          <p:nvPr userDrawn="1"/>
        </p:nvSpPr>
        <p:spPr>
          <a:xfrm>
            <a:off x="5138272" y="0"/>
            <a:ext cx="4005728" cy="4005728"/>
          </a:xfrm>
          <a:custGeom>
            <a:avLst/>
            <a:gdLst>
              <a:gd name="connsiteX0" fmla="*/ 0 w 2639952"/>
              <a:gd name="connsiteY0" fmla="*/ 0 h 2639952"/>
              <a:gd name="connsiteX1" fmla="*/ 2639952 w 2639952"/>
              <a:gd name="connsiteY1" fmla="*/ 0 h 2639952"/>
              <a:gd name="connsiteX2" fmla="*/ 2639952 w 2639952"/>
              <a:gd name="connsiteY2" fmla="*/ 2639952 h 2639952"/>
              <a:gd name="connsiteX3" fmla="*/ 0 w 2639952"/>
              <a:gd name="connsiteY3" fmla="*/ 0 h 263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9952" h="2639952">
                <a:moveTo>
                  <a:pt x="0" y="0"/>
                </a:moveTo>
                <a:lnTo>
                  <a:pt x="2639952" y="0"/>
                </a:lnTo>
                <a:lnTo>
                  <a:pt x="2639952" y="2639952"/>
                </a:lnTo>
                <a:cubicBezTo>
                  <a:pt x="1181947" y="2639952"/>
                  <a:pt x="0" y="1458005"/>
                  <a:pt x="0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33458714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-CHAPITR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00C1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D682CE0D-329F-9444-815A-F106A73469A1}"/>
              </a:ext>
            </a:extLst>
          </p:cNvPr>
          <p:cNvSpPr/>
          <p:nvPr userDrawn="1"/>
        </p:nvSpPr>
        <p:spPr>
          <a:xfrm>
            <a:off x="6580208" y="20971"/>
            <a:ext cx="2563793" cy="5127585"/>
          </a:xfrm>
          <a:custGeom>
            <a:avLst/>
            <a:gdLst>
              <a:gd name="connsiteX0" fmla="*/ 2502032 w 2502032"/>
              <a:gd name="connsiteY0" fmla="*/ 0 h 5004064"/>
              <a:gd name="connsiteX1" fmla="*/ 2502032 w 2502032"/>
              <a:gd name="connsiteY1" fmla="*/ 5004064 h 5004064"/>
              <a:gd name="connsiteX2" fmla="*/ 0 w 2502032"/>
              <a:gd name="connsiteY2" fmla="*/ 2502032 h 5004064"/>
              <a:gd name="connsiteX3" fmla="*/ 2502032 w 2502032"/>
              <a:gd name="connsiteY3" fmla="*/ 0 h 500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2032" h="5004064">
                <a:moveTo>
                  <a:pt x="2502032" y="0"/>
                </a:moveTo>
                <a:lnTo>
                  <a:pt x="2502032" y="5004064"/>
                </a:lnTo>
                <a:cubicBezTo>
                  <a:pt x="1120198" y="5004064"/>
                  <a:pt x="0" y="3883866"/>
                  <a:pt x="0" y="2502032"/>
                </a:cubicBezTo>
                <a:cubicBezTo>
                  <a:pt x="0" y="1120198"/>
                  <a:pt x="1120198" y="0"/>
                  <a:pt x="2502032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2917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-CHAPITR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FF7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449BE958-2912-2745-8DCF-D018395F5382}"/>
              </a:ext>
            </a:extLst>
          </p:cNvPr>
          <p:cNvSpPr/>
          <p:nvPr userDrawn="1"/>
        </p:nvSpPr>
        <p:spPr>
          <a:xfrm>
            <a:off x="4698340" y="692612"/>
            <a:ext cx="3753047" cy="3753047"/>
          </a:xfrm>
          <a:prstGeom prst="ellipse">
            <a:avLst/>
          </a:pr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7575902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-CHAPIT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FF7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7FB75132-C53D-0643-8816-B0CDA68C12B9}"/>
              </a:ext>
            </a:extLst>
          </p:cNvPr>
          <p:cNvSpPr/>
          <p:nvPr userDrawn="1"/>
        </p:nvSpPr>
        <p:spPr>
          <a:xfrm>
            <a:off x="5138272" y="0"/>
            <a:ext cx="4005728" cy="4005728"/>
          </a:xfrm>
          <a:custGeom>
            <a:avLst/>
            <a:gdLst>
              <a:gd name="connsiteX0" fmla="*/ 0 w 2639952"/>
              <a:gd name="connsiteY0" fmla="*/ 0 h 2639952"/>
              <a:gd name="connsiteX1" fmla="*/ 2639952 w 2639952"/>
              <a:gd name="connsiteY1" fmla="*/ 0 h 2639952"/>
              <a:gd name="connsiteX2" fmla="*/ 2639952 w 2639952"/>
              <a:gd name="connsiteY2" fmla="*/ 2639952 h 2639952"/>
              <a:gd name="connsiteX3" fmla="*/ 0 w 2639952"/>
              <a:gd name="connsiteY3" fmla="*/ 0 h 263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9952" h="2639952">
                <a:moveTo>
                  <a:pt x="0" y="0"/>
                </a:moveTo>
                <a:lnTo>
                  <a:pt x="2639952" y="0"/>
                </a:lnTo>
                <a:lnTo>
                  <a:pt x="2639952" y="2639952"/>
                </a:lnTo>
                <a:cubicBezTo>
                  <a:pt x="1181947" y="2639952"/>
                  <a:pt x="0" y="1458005"/>
                  <a:pt x="0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23833713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-CHAPITR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FF7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D682CE0D-329F-9444-815A-F106A73469A1}"/>
              </a:ext>
            </a:extLst>
          </p:cNvPr>
          <p:cNvSpPr/>
          <p:nvPr userDrawn="1"/>
        </p:nvSpPr>
        <p:spPr>
          <a:xfrm>
            <a:off x="6580208" y="20971"/>
            <a:ext cx="2563793" cy="5127585"/>
          </a:xfrm>
          <a:custGeom>
            <a:avLst/>
            <a:gdLst>
              <a:gd name="connsiteX0" fmla="*/ 2502032 w 2502032"/>
              <a:gd name="connsiteY0" fmla="*/ 0 h 5004064"/>
              <a:gd name="connsiteX1" fmla="*/ 2502032 w 2502032"/>
              <a:gd name="connsiteY1" fmla="*/ 5004064 h 5004064"/>
              <a:gd name="connsiteX2" fmla="*/ 0 w 2502032"/>
              <a:gd name="connsiteY2" fmla="*/ 2502032 h 5004064"/>
              <a:gd name="connsiteX3" fmla="*/ 2502032 w 2502032"/>
              <a:gd name="connsiteY3" fmla="*/ 0 h 500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2032" h="5004064">
                <a:moveTo>
                  <a:pt x="2502032" y="0"/>
                </a:moveTo>
                <a:lnTo>
                  <a:pt x="2502032" y="5004064"/>
                </a:lnTo>
                <a:cubicBezTo>
                  <a:pt x="1120198" y="5004064"/>
                  <a:pt x="0" y="3883866"/>
                  <a:pt x="0" y="2502032"/>
                </a:cubicBezTo>
                <a:cubicBezTo>
                  <a:pt x="0" y="1120198"/>
                  <a:pt x="1120198" y="0"/>
                  <a:pt x="2502032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47128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-CHAPITR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449BE958-2912-2745-8DCF-D018395F5382}"/>
              </a:ext>
            </a:extLst>
          </p:cNvPr>
          <p:cNvSpPr/>
          <p:nvPr userDrawn="1"/>
        </p:nvSpPr>
        <p:spPr>
          <a:xfrm>
            <a:off x="4698340" y="692612"/>
            <a:ext cx="3753047" cy="3753047"/>
          </a:xfrm>
          <a:prstGeom prst="ellipse">
            <a:avLst/>
          </a:pr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28111748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-CHAPIT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7FB75132-C53D-0643-8816-B0CDA68C12B9}"/>
              </a:ext>
            </a:extLst>
          </p:cNvPr>
          <p:cNvSpPr/>
          <p:nvPr userDrawn="1"/>
        </p:nvSpPr>
        <p:spPr>
          <a:xfrm>
            <a:off x="5138272" y="0"/>
            <a:ext cx="4005728" cy="4005728"/>
          </a:xfrm>
          <a:custGeom>
            <a:avLst/>
            <a:gdLst>
              <a:gd name="connsiteX0" fmla="*/ 0 w 2639952"/>
              <a:gd name="connsiteY0" fmla="*/ 0 h 2639952"/>
              <a:gd name="connsiteX1" fmla="*/ 2639952 w 2639952"/>
              <a:gd name="connsiteY1" fmla="*/ 0 h 2639952"/>
              <a:gd name="connsiteX2" fmla="*/ 2639952 w 2639952"/>
              <a:gd name="connsiteY2" fmla="*/ 2639952 h 2639952"/>
              <a:gd name="connsiteX3" fmla="*/ 0 w 2639952"/>
              <a:gd name="connsiteY3" fmla="*/ 0 h 263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9952" h="2639952">
                <a:moveTo>
                  <a:pt x="0" y="0"/>
                </a:moveTo>
                <a:lnTo>
                  <a:pt x="2639952" y="0"/>
                </a:lnTo>
                <a:lnTo>
                  <a:pt x="2639952" y="2639952"/>
                </a:lnTo>
                <a:cubicBezTo>
                  <a:pt x="1181947" y="2639952"/>
                  <a:pt x="0" y="1458005"/>
                  <a:pt x="0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7573597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-CHAPITR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D682CE0D-329F-9444-815A-F106A73469A1}"/>
              </a:ext>
            </a:extLst>
          </p:cNvPr>
          <p:cNvSpPr/>
          <p:nvPr userDrawn="1"/>
        </p:nvSpPr>
        <p:spPr>
          <a:xfrm>
            <a:off x="6580208" y="20971"/>
            <a:ext cx="2563793" cy="5127585"/>
          </a:xfrm>
          <a:custGeom>
            <a:avLst/>
            <a:gdLst>
              <a:gd name="connsiteX0" fmla="*/ 2502032 w 2502032"/>
              <a:gd name="connsiteY0" fmla="*/ 0 h 5004064"/>
              <a:gd name="connsiteX1" fmla="*/ 2502032 w 2502032"/>
              <a:gd name="connsiteY1" fmla="*/ 5004064 h 5004064"/>
              <a:gd name="connsiteX2" fmla="*/ 0 w 2502032"/>
              <a:gd name="connsiteY2" fmla="*/ 2502032 h 5004064"/>
              <a:gd name="connsiteX3" fmla="*/ 2502032 w 2502032"/>
              <a:gd name="connsiteY3" fmla="*/ 0 h 500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2032" h="5004064">
                <a:moveTo>
                  <a:pt x="2502032" y="0"/>
                </a:moveTo>
                <a:lnTo>
                  <a:pt x="2502032" y="5004064"/>
                </a:lnTo>
                <a:cubicBezTo>
                  <a:pt x="1120198" y="5004064"/>
                  <a:pt x="0" y="3883866"/>
                  <a:pt x="0" y="2502032"/>
                </a:cubicBezTo>
                <a:cubicBezTo>
                  <a:pt x="0" y="1120198"/>
                  <a:pt x="1120198" y="0"/>
                  <a:pt x="2502032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9365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-CHAPITR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00B0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449BE958-2912-2745-8DCF-D018395F5382}"/>
              </a:ext>
            </a:extLst>
          </p:cNvPr>
          <p:cNvSpPr/>
          <p:nvPr userDrawn="1"/>
        </p:nvSpPr>
        <p:spPr>
          <a:xfrm>
            <a:off x="4698340" y="692612"/>
            <a:ext cx="3753047" cy="3753047"/>
          </a:xfrm>
          <a:prstGeom prst="ellipse">
            <a:avLst/>
          </a:pr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20210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-CHAPIT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00B0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7FB75132-C53D-0643-8816-B0CDA68C12B9}"/>
              </a:ext>
            </a:extLst>
          </p:cNvPr>
          <p:cNvSpPr/>
          <p:nvPr userDrawn="1"/>
        </p:nvSpPr>
        <p:spPr>
          <a:xfrm>
            <a:off x="5138272" y="0"/>
            <a:ext cx="4005728" cy="4005728"/>
          </a:xfrm>
          <a:custGeom>
            <a:avLst/>
            <a:gdLst>
              <a:gd name="connsiteX0" fmla="*/ 0 w 2639952"/>
              <a:gd name="connsiteY0" fmla="*/ 0 h 2639952"/>
              <a:gd name="connsiteX1" fmla="*/ 2639952 w 2639952"/>
              <a:gd name="connsiteY1" fmla="*/ 0 h 2639952"/>
              <a:gd name="connsiteX2" fmla="*/ 2639952 w 2639952"/>
              <a:gd name="connsiteY2" fmla="*/ 2639952 h 2639952"/>
              <a:gd name="connsiteX3" fmla="*/ 0 w 2639952"/>
              <a:gd name="connsiteY3" fmla="*/ 0 h 263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9952" h="2639952">
                <a:moveTo>
                  <a:pt x="0" y="0"/>
                </a:moveTo>
                <a:lnTo>
                  <a:pt x="2639952" y="0"/>
                </a:lnTo>
                <a:lnTo>
                  <a:pt x="2639952" y="2639952"/>
                </a:lnTo>
                <a:cubicBezTo>
                  <a:pt x="1181947" y="2639952"/>
                  <a:pt x="0" y="1458005"/>
                  <a:pt x="0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7589098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-CHAPITR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00B0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D682CE0D-329F-9444-815A-F106A73469A1}"/>
              </a:ext>
            </a:extLst>
          </p:cNvPr>
          <p:cNvSpPr/>
          <p:nvPr userDrawn="1"/>
        </p:nvSpPr>
        <p:spPr>
          <a:xfrm>
            <a:off x="6580208" y="20971"/>
            <a:ext cx="2563793" cy="5127585"/>
          </a:xfrm>
          <a:custGeom>
            <a:avLst/>
            <a:gdLst>
              <a:gd name="connsiteX0" fmla="*/ 2502032 w 2502032"/>
              <a:gd name="connsiteY0" fmla="*/ 0 h 5004064"/>
              <a:gd name="connsiteX1" fmla="*/ 2502032 w 2502032"/>
              <a:gd name="connsiteY1" fmla="*/ 5004064 h 5004064"/>
              <a:gd name="connsiteX2" fmla="*/ 0 w 2502032"/>
              <a:gd name="connsiteY2" fmla="*/ 2502032 h 5004064"/>
              <a:gd name="connsiteX3" fmla="*/ 2502032 w 2502032"/>
              <a:gd name="connsiteY3" fmla="*/ 0 h 500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2032" h="5004064">
                <a:moveTo>
                  <a:pt x="2502032" y="0"/>
                </a:moveTo>
                <a:lnTo>
                  <a:pt x="2502032" y="5004064"/>
                </a:lnTo>
                <a:cubicBezTo>
                  <a:pt x="1120198" y="5004064"/>
                  <a:pt x="0" y="3883866"/>
                  <a:pt x="0" y="2502032"/>
                </a:cubicBezTo>
                <a:cubicBezTo>
                  <a:pt x="0" y="1120198"/>
                  <a:pt x="1120198" y="0"/>
                  <a:pt x="2502032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73807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-CHAPITR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F3C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449BE958-2912-2745-8DCF-D018395F5382}"/>
              </a:ext>
            </a:extLst>
          </p:cNvPr>
          <p:cNvSpPr/>
          <p:nvPr userDrawn="1"/>
        </p:nvSpPr>
        <p:spPr>
          <a:xfrm>
            <a:off x="4698340" y="692612"/>
            <a:ext cx="3753047" cy="3753047"/>
          </a:xfrm>
          <a:prstGeom prst="ellipse">
            <a:avLst/>
          </a:pr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6009668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-CHAPIT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F3C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7FB75132-C53D-0643-8816-B0CDA68C12B9}"/>
              </a:ext>
            </a:extLst>
          </p:cNvPr>
          <p:cNvSpPr/>
          <p:nvPr userDrawn="1"/>
        </p:nvSpPr>
        <p:spPr>
          <a:xfrm>
            <a:off x="5138272" y="0"/>
            <a:ext cx="4005728" cy="4005728"/>
          </a:xfrm>
          <a:custGeom>
            <a:avLst/>
            <a:gdLst>
              <a:gd name="connsiteX0" fmla="*/ 0 w 2639952"/>
              <a:gd name="connsiteY0" fmla="*/ 0 h 2639952"/>
              <a:gd name="connsiteX1" fmla="*/ 2639952 w 2639952"/>
              <a:gd name="connsiteY1" fmla="*/ 0 h 2639952"/>
              <a:gd name="connsiteX2" fmla="*/ 2639952 w 2639952"/>
              <a:gd name="connsiteY2" fmla="*/ 2639952 h 2639952"/>
              <a:gd name="connsiteX3" fmla="*/ 0 w 2639952"/>
              <a:gd name="connsiteY3" fmla="*/ 0 h 263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9952" h="2639952">
                <a:moveTo>
                  <a:pt x="0" y="0"/>
                </a:moveTo>
                <a:lnTo>
                  <a:pt x="2639952" y="0"/>
                </a:lnTo>
                <a:lnTo>
                  <a:pt x="2639952" y="2639952"/>
                </a:lnTo>
                <a:cubicBezTo>
                  <a:pt x="1181947" y="2639952"/>
                  <a:pt x="0" y="1458005"/>
                  <a:pt x="0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4097760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-CHAPITR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DD4EA3-5FDD-9949-8B9D-B25EE0DD36EE}"/>
              </a:ext>
            </a:extLst>
          </p:cNvPr>
          <p:cNvSpPr/>
          <p:nvPr userDrawn="1"/>
        </p:nvSpPr>
        <p:spPr>
          <a:xfrm>
            <a:off x="4005727" y="0"/>
            <a:ext cx="5138273" cy="5143500"/>
          </a:xfrm>
          <a:prstGeom prst="rect">
            <a:avLst/>
          </a:prstGeom>
          <a:solidFill>
            <a:srgbClr val="F3C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9D538-A788-5A44-8088-F5BD48875878}"/>
              </a:ext>
            </a:extLst>
          </p:cNvPr>
          <p:cNvSpPr/>
          <p:nvPr userDrawn="1"/>
        </p:nvSpPr>
        <p:spPr>
          <a:xfrm>
            <a:off x="0" y="0"/>
            <a:ext cx="4005728" cy="4027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24E8C-6C1B-3548-9EC7-8E41AB53D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900" y="1471095"/>
            <a:ext cx="3153189" cy="2196083"/>
          </a:xfrm>
        </p:spPr>
        <p:txBody>
          <a:bodyPr anchor="b">
            <a:normAutofit/>
          </a:bodyPr>
          <a:lstStyle>
            <a:lvl1pPr algn="l">
              <a:defRPr sz="3000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Titre de chapitre sur plusieurs lignes</a:t>
            </a:r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D682CE0D-329F-9444-815A-F106A73469A1}"/>
              </a:ext>
            </a:extLst>
          </p:cNvPr>
          <p:cNvSpPr/>
          <p:nvPr userDrawn="1"/>
        </p:nvSpPr>
        <p:spPr>
          <a:xfrm>
            <a:off x="6580208" y="20971"/>
            <a:ext cx="2563793" cy="5127585"/>
          </a:xfrm>
          <a:custGeom>
            <a:avLst/>
            <a:gdLst>
              <a:gd name="connsiteX0" fmla="*/ 2502032 w 2502032"/>
              <a:gd name="connsiteY0" fmla="*/ 0 h 5004064"/>
              <a:gd name="connsiteX1" fmla="*/ 2502032 w 2502032"/>
              <a:gd name="connsiteY1" fmla="*/ 5004064 h 5004064"/>
              <a:gd name="connsiteX2" fmla="*/ 0 w 2502032"/>
              <a:gd name="connsiteY2" fmla="*/ 2502032 h 5004064"/>
              <a:gd name="connsiteX3" fmla="*/ 2502032 w 2502032"/>
              <a:gd name="connsiteY3" fmla="*/ 0 h 500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2032" h="5004064">
                <a:moveTo>
                  <a:pt x="2502032" y="0"/>
                </a:moveTo>
                <a:lnTo>
                  <a:pt x="2502032" y="5004064"/>
                </a:lnTo>
                <a:cubicBezTo>
                  <a:pt x="1120198" y="5004064"/>
                  <a:pt x="0" y="3883866"/>
                  <a:pt x="0" y="2502032"/>
                </a:cubicBezTo>
                <a:cubicBezTo>
                  <a:pt x="0" y="1120198"/>
                  <a:pt x="1120198" y="0"/>
                  <a:pt x="2502032" y="0"/>
                </a:cubicBezTo>
                <a:close/>
              </a:path>
            </a:pathLst>
          </a:cu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8AD1D-E7B6-1143-8C65-89BAF64A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5080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OUS-CHAPITRE-GRAND-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302A6481-1180-9942-9563-12DA190B7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7103" y="500296"/>
            <a:ext cx="2979797" cy="128964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240CD8EB-BF1D-904E-B269-54470D10E9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1435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85D5B7C4-1DD6-F54E-AA77-3EEE3B66067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557103" y="2098549"/>
            <a:ext cx="2979797" cy="1710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DE7CAF95-C5B0-8D40-8BA4-A477C59B8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880D92-061A-3F44-A45C-C8EAAB565283}"/>
              </a:ext>
            </a:extLst>
          </p:cNvPr>
          <p:cNvSpPr/>
          <p:nvPr userDrawn="1"/>
        </p:nvSpPr>
        <p:spPr>
          <a:xfrm>
            <a:off x="9457490" y="-555498"/>
            <a:ext cx="831797" cy="83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421281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US-CHAPITRE-GRAND-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302A6481-1180-9942-9563-12DA190B7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3" y="500296"/>
            <a:ext cx="2979797" cy="921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240CD8EB-BF1D-904E-B269-54470D10E9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00500" y="0"/>
            <a:ext cx="51435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85D5B7C4-1DD6-F54E-AA77-3EEE3B66067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7103" y="1663909"/>
            <a:ext cx="2979797" cy="21450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DE7CAF95-C5B0-8D40-8BA4-A477C59B8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501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OUS-CHAPITRE-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848ED82-A9C2-0441-A304-8769F36930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7102" y="2571751"/>
            <a:ext cx="7929797" cy="2071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D173F03-B6B0-8941-BA77-DE53FB9E0A2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7103" y="1541862"/>
            <a:ext cx="7929796" cy="84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C2B71B0-9E8E-8547-ABAF-6457CD27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B1A07C3-8FF1-EA40-BBE1-2EEEA65F6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3" y="500296"/>
            <a:ext cx="7929797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</p:spTree>
    <p:extLst>
      <p:ext uri="{BB962C8B-B14F-4D97-AF65-F5344CB8AC3E}">
        <p14:creationId xmlns:p14="http://schemas.microsoft.com/office/powerpoint/2010/main" val="1536474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US-CHAPITRE-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848ED82-A9C2-0441-A304-8769F36930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7103" y="2571751"/>
            <a:ext cx="7926049" cy="1740150"/>
          </a:xfrm>
          <a:prstGeom prst="rect">
            <a:avLst/>
          </a:prstGeom>
        </p:spPr>
        <p:txBody>
          <a:bodyPr numCol="2" spcCol="720000"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- Texte sur 2 colonnes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D173F03-B6B0-8941-BA77-DE53FB9E0A2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7103" y="1541862"/>
            <a:ext cx="7926048" cy="84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ABDD8722-552B-8045-8AE7-A6B381BE46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3" y="500296"/>
            <a:ext cx="7926049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267F71A8-8CDB-B04B-9B12-7E6B32A2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588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OUS-CHAPITRE-GRAND-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302A6481-1180-9942-9563-12DA190B7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7102" y="500296"/>
            <a:ext cx="2979797" cy="128964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240CD8EB-BF1D-904E-B269-54470D10E9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1435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85D5B7C4-1DD6-F54E-AA77-3EEE3B66067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557102" y="2098548"/>
            <a:ext cx="2979797" cy="1710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DE7CAF95-C5B0-8D40-8BA4-A477C59B8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880D92-061A-3F44-A45C-C8EAAB565283}"/>
              </a:ext>
            </a:extLst>
          </p:cNvPr>
          <p:cNvSpPr/>
          <p:nvPr userDrawn="1"/>
        </p:nvSpPr>
        <p:spPr>
          <a:xfrm>
            <a:off x="9457489" y="-555498"/>
            <a:ext cx="831797" cy="83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3149122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US-CHAPITRE-GRAND-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302A6481-1180-9942-9563-12DA190B7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2979797" cy="921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240CD8EB-BF1D-904E-B269-54470D10E9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00500" y="0"/>
            <a:ext cx="51435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85D5B7C4-1DD6-F54E-AA77-3EEE3B66067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7102" y="1663908"/>
            <a:ext cx="2979797" cy="21450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DE7CAF95-C5B0-8D40-8BA4-A477C59B8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654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OUS-CHAPITRE-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848ED82-A9C2-0441-A304-8769F36930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7101" y="2571750"/>
            <a:ext cx="7929797" cy="2071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D173F03-B6B0-8941-BA77-DE53FB9E0A2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7102" y="1541861"/>
            <a:ext cx="7929796" cy="84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C2B71B0-9E8E-8547-ABAF-6457CD27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B1A07C3-8FF1-EA40-BBE1-2EEEA65F6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29797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</p:spTree>
    <p:extLst>
      <p:ext uri="{BB962C8B-B14F-4D97-AF65-F5344CB8AC3E}">
        <p14:creationId xmlns:p14="http://schemas.microsoft.com/office/powerpoint/2010/main" val="329993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US-CHAPITRE-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848ED82-A9C2-0441-A304-8769F36930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7102" y="2571751"/>
            <a:ext cx="7926049" cy="1740150"/>
          </a:xfrm>
          <a:prstGeom prst="rect">
            <a:avLst/>
          </a:prstGeom>
        </p:spPr>
        <p:txBody>
          <a:bodyPr numCol="2" spcCol="720000"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- Texte sur 2 colonnes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D173F03-B6B0-8941-BA77-DE53FB9E0A2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7103" y="1541861"/>
            <a:ext cx="7926048" cy="84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ABDD8722-552B-8045-8AE7-A6B381BE46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26049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267F71A8-8CDB-B04B-9B12-7E6B32A2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837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 A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C2B71B0-9E8E-8547-ABAF-6457CD27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B1A07C3-8FF1-EA40-BBE1-2EEEA65F6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29797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91592D13-6D88-8F48-9746-FAF3DBD5C5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102" y="1543050"/>
            <a:ext cx="7929797" cy="2486025"/>
          </a:xfrm>
          <a:prstGeom prst="rect">
            <a:avLst/>
          </a:prstGeom>
        </p:spPr>
        <p:txBody>
          <a:bodyPr/>
          <a:lstStyle>
            <a:lvl1pPr>
              <a:buClr>
                <a:srgbClr val="7D136B"/>
              </a:buClr>
              <a:defRPr b="0" i="0" cap="none" baseline="0"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2pPr>
            <a:lvl3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3pPr>
            <a:lvl4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4pPr>
            <a:lvl5pPr>
              <a:buClr>
                <a:srgbClr val="7D136B"/>
              </a:buClr>
              <a:defRPr b="0" i="0">
                <a:latin typeface="Futura PT Book" panose="020B0502020204020303" pitchFamily="34" charset="77"/>
                <a:cs typeface="Futura Medium" panose="020B0602020204020303" pitchFamily="34" charset="-79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159969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US-CHAPITRE-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848ED82-A9C2-0441-A304-8769F36930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9200" y="2571751"/>
            <a:ext cx="4452707" cy="1750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D173F03-B6B0-8941-BA77-DE53FB9E0A2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69199" y="1541862"/>
            <a:ext cx="4452708" cy="84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C2B71B0-9E8E-8547-ABAF-6457CD27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Espace réservé pour une image  9">
            <a:extLst>
              <a:ext uri="{FF2B5EF4-FFF2-40B4-BE49-F238E27FC236}">
                <a16:creationId xmlns:a16="http://schemas.microsoft.com/office/drawing/2014/main" id="{9D0161DD-9480-F841-8789-215A900C275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102" y="1502512"/>
            <a:ext cx="2780084" cy="27800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07766115-EE21-EA4A-9BCB-E220D9AC5D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14806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</p:spTree>
    <p:extLst>
      <p:ext uri="{BB962C8B-B14F-4D97-AF65-F5344CB8AC3E}">
        <p14:creationId xmlns:p14="http://schemas.microsoft.com/office/powerpoint/2010/main" val="2505920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OUS-CHAPITRE-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848ED82-A9C2-0441-A304-8769F36930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7102" y="2571751"/>
            <a:ext cx="4536398" cy="1750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D173F03-B6B0-8941-BA77-DE53FB9E0A2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7102" y="1541862"/>
            <a:ext cx="4536398" cy="84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C2B71B0-9E8E-8547-ABAF-6457CD27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Espace réservé pour une image  9">
            <a:extLst>
              <a:ext uri="{FF2B5EF4-FFF2-40B4-BE49-F238E27FC236}">
                <a16:creationId xmlns:a16="http://schemas.microsoft.com/office/drawing/2014/main" id="{9D0161DD-9480-F841-8789-215A900C275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6204" y="1541860"/>
            <a:ext cx="2780084" cy="27800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07766115-EE21-EA4A-9BCB-E220D9AC5D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3" y="500296"/>
            <a:ext cx="7909185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</p:spTree>
    <p:extLst>
      <p:ext uri="{BB962C8B-B14F-4D97-AF65-F5344CB8AC3E}">
        <p14:creationId xmlns:p14="http://schemas.microsoft.com/office/powerpoint/2010/main" val="1449137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US-CHAPITRE-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ED4C12-76D6-B943-B7EB-8C0650E9660B}"/>
              </a:ext>
            </a:extLst>
          </p:cNvPr>
          <p:cNvSpPr/>
          <p:nvPr userDrawn="1"/>
        </p:nvSpPr>
        <p:spPr>
          <a:xfrm>
            <a:off x="607103" y="1541862"/>
            <a:ext cx="2404061" cy="2380198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848ED82-A9C2-0441-A304-8769F36930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8285" y="2571751"/>
            <a:ext cx="3938003" cy="2071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D173F03-B6B0-8941-BA77-DE53FB9E0A2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5717" y="1541862"/>
            <a:ext cx="3950571" cy="84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C2B71B0-9E8E-8547-ABAF-6457CD27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E41FA814-9967-0A41-86E6-AE8BC49D11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11163" y="3246538"/>
            <a:ext cx="1351040" cy="1351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6C71A61B-9B95-7E4E-849B-A3811BB0EA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103" y="1541862"/>
            <a:ext cx="2380198" cy="2380198"/>
          </a:xfrm>
          <a:custGeom>
            <a:avLst/>
            <a:gdLst>
              <a:gd name="connsiteX0" fmla="*/ 1403350 w 2806700"/>
              <a:gd name="connsiteY0" fmla="*/ 0 h 2806700"/>
              <a:gd name="connsiteX1" fmla="*/ 2806700 w 2806700"/>
              <a:gd name="connsiteY1" fmla="*/ 1403350 h 2806700"/>
              <a:gd name="connsiteX2" fmla="*/ 1403350 w 2806700"/>
              <a:gd name="connsiteY2" fmla="*/ 2806700 h 2806700"/>
              <a:gd name="connsiteX3" fmla="*/ 0 w 2806700"/>
              <a:gd name="connsiteY3" fmla="*/ 1403350 h 2806700"/>
              <a:gd name="connsiteX4" fmla="*/ 1403350 w 2806700"/>
              <a:gd name="connsiteY4" fmla="*/ 0 h 280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6700" h="2806700">
                <a:moveTo>
                  <a:pt x="1403350" y="0"/>
                </a:moveTo>
                <a:cubicBezTo>
                  <a:pt x="2178399" y="0"/>
                  <a:pt x="2806700" y="628301"/>
                  <a:pt x="2806700" y="1403350"/>
                </a:cubicBezTo>
                <a:cubicBezTo>
                  <a:pt x="2806700" y="2178399"/>
                  <a:pt x="2178399" y="2806700"/>
                  <a:pt x="1403350" y="2806700"/>
                </a:cubicBezTo>
                <a:cubicBezTo>
                  <a:pt x="628301" y="2806700"/>
                  <a:pt x="0" y="2178399"/>
                  <a:pt x="0" y="1403350"/>
                </a:cubicBezTo>
                <a:cubicBezTo>
                  <a:pt x="0" y="628301"/>
                  <a:pt x="628301" y="0"/>
                  <a:pt x="140335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125" b="0" i="0">
                <a:latin typeface="Futura PT Book" panose="020B0502020204020303" pitchFamily="34" charset="77"/>
              </a:defRPr>
            </a:lvl1pPr>
          </a:lstStyle>
          <a:p>
            <a:endParaRPr lang="en-US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2487DC05-097F-3140-9293-FA9D6F266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3" y="500296"/>
            <a:ext cx="7909185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</p:spTree>
    <p:extLst>
      <p:ext uri="{BB962C8B-B14F-4D97-AF65-F5344CB8AC3E}">
        <p14:creationId xmlns:p14="http://schemas.microsoft.com/office/powerpoint/2010/main" val="3332844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OUS-CHAPITRE-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ED4C12-76D6-B943-B7EB-8C0650E9660B}"/>
              </a:ext>
            </a:extLst>
          </p:cNvPr>
          <p:cNvSpPr/>
          <p:nvPr userDrawn="1"/>
        </p:nvSpPr>
        <p:spPr>
          <a:xfrm>
            <a:off x="4761188" y="1541862"/>
            <a:ext cx="2404061" cy="2380198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848ED82-A9C2-0441-A304-8769F36930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7103" y="2571751"/>
            <a:ext cx="3938003" cy="2071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D173F03-B6B0-8941-BA77-DE53FB9E0A2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4533" y="1541862"/>
            <a:ext cx="3950571" cy="84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C2B71B0-9E8E-8547-ABAF-6457CD27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E41FA814-9967-0A41-86E6-AE8BC49D11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5248" y="3246538"/>
            <a:ext cx="1351040" cy="1351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6C71A61B-9B95-7E4E-849B-A3811BB0EA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61188" y="1541862"/>
            <a:ext cx="2380198" cy="2380198"/>
          </a:xfrm>
          <a:custGeom>
            <a:avLst/>
            <a:gdLst>
              <a:gd name="connsiteX0" fmla="*/ 1403350 w 2806700"/>
              <a:gd name="connsiteY0" fmla="*/ 0 h 2806700"/>
              <a:gd name="connsiteX1" fmla="*/ 2806700 w 2806700"/>
              <a:gd name="connsiteY1" fmla="*/ 1403350 h 2806700"/>
              <a:gd name="connsiteX2" fmla="*/ 1403350 w 2806700"/>
              <a:gd name="connsiteY2" fmla="*/ 2806700 h 2806700"/>
              <a:gd name="connsiteX3" fmla="*/ 0 w 2806700"/>
              <a:gd name="connsiteY3" fmla="*/ 1403350 h 2806700"/>
              <a:gd name="connsiteX4" fmla="*/ 1403350 w 2806700"/>
              <a:gd name="connsiteY4" fmla="*/ 0 h 280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6700" h="2806700">
                <a:moveTo>
                  <a:pt x="1403350" y="0"/>
                </a:moveTo>
                <a:cubicBezTo>
                  <a:pt x="2178399" y="0"/>
                  <a:pt x="2806700" y="628301"/>
                  <a:pt x="2806700" y="1403350"/>
                </a:cubicBezTo>
                <a:cubicBezTo>
                  <a:pt x="2806700" y="2178399"/>
                  <a:pt x="2178399" y="2806700"/>
                  <a:pt x="1403350" y="2806700"/>
                </a:cubicBezTo>
                <a:cubicBezTo>
                  <a:pt x="628301" y="2806700"/>
                  <a:pt x="0" y="2178399"/>
                  <a:pt x="0" y="1403350"/>
                </a:cubicBezTo>
                <a:cubicBezTo>
                  <a:pt x="0" y="628301"/>
                  <a:pt x="628301" y="0"/>
                  <a:pt x="140335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125" b="0" i="0">
                <a:latin typeface="Futura PT Book" panose="020B0502020204020303" pitchFamily="34" charset="77"/>
              </a:defRPr>
            </a:lvl1pPr>
          </a:lstStyle>
          <a:p>
            <a:endParaRPr lang="en-US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2487DC05-097F-3140-9293-FA9D6F266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3" y="500296"/>
            <a:ext cx="7909185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</p:spTree>
    <p:extLst>
      <p:ext uri="{BB962C8B-B14F-4D97-AF65-F5344CB8AC3E}">
        <p14:creationId xmlns:p14="http://schemas.microsoft.com/office/powerpoint/2010/main" val="4163465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ED-DE-CHAPITRE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 11">
            <a:extLst>
              <a:ext uri="{FF2B5EF4-FFF2-40B4-BE49-F238E27FC236}">
                <a16:creationId xmlns:a16="http://schemas.microsoft.com/office/drawing/2014/main" id="{F6651CFB-D56F-E74B-9612-53D76860271E}"/>
              </a:ext>
            </a:extLst>
          </p:cNvPr>
          <p:cNvSpPr/>
          <p:nvPr userDrawn="1"/>
        </p:nvSpPr>
        <p:spPr>
          <a:xfrm rot="5400000" flipV="1">
            <a:off x="6156352" y="2155853"/>
            <a:ext cx="5143500" cy="831797"/>
          </a:xfrm>
          <a:custGeom>
            <a:avLst/>
            <a:gdLst>
              <a:gd name="connsiteX0" fmla="*/ 0 w 6587325"/>
              <a:gd name="connsiteY0" fmla="*/ 1065289 h 1065289"/>
              <a:gd name="connsiteX1" fmla="*/ 6587325 w 6587325"/>
              <a:gd name="connsiteY1" fmla="*/ 1065289 h 1065289"/>
              <a:gd name="connsiteX2" fmla="*/ 6587325 w 6587325"/>
              <a:gd name="connsiteY2" fmla="*/ 0 h 1065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87325" h="1065289">
                <a:moveTo>
                  <a:pt x="0" y="1065289"/>
                </a:moveTo>
                <a:lnTo>
                  <a:pt x="6587325" y="1065289"/>
                </a:lnTo>
                <a:lnTo>
                  <a:pt x="6587325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C00563-B9CC-F44D-BA9E-7F904933251B}"/>
              </a:ext>
            </a:extLst>
          </p:cNvPr>
          <p:cNvSpPr/>
          <p:nvPr userDrawn="1"/>
        </p:nvSpPr>
        <p:spPr>
          <a:xfrm>
            <a:off x="0" y="4021432"/>
            <a:ext cx="9144000" cy="11318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8" name="Triangle 16">
            <a:extLst>
              <a:ext uri="{FF2B5EF4-FFF2-40B4-BE49-F238E27FC236}">
                <a16:creationId xmlns:a16="http://schemas.microsoft.com/office/drawing/2014/main" id="{175E820D-6F6F-AE46-8DC6-066453869A86}"/>
              </a:ext>
            </a:extLst>
          </p:cNvPr>
          <p:cNvSpPr/>
          <p:nvPr userDrawn="1"/>
        </p:nvSpPr>
        <p:spPr>
          <a:xfrm flipH="1">
            <a:off x="0" y="2576628"/>
            <a:ext cx="9144000" cy="1444804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926405">
                <a:moveTo>
                  <a:pt x="0" y="1926405"/>
                </a:moveTo>
                <a:lnTo>
                  <a:pt x="12188576" y="0"/>
                </a:lnTo>
                <a:cubicBezTo>
                  <a:pt x="12189717" y="714054"/>
                  <a:pt x="12190859" y="1212351"/>
                  <a:pt x="12192000" y="1926405"/>
                </a:cubicBezTo>
                <a:lnTo>
                  <a:pt x="0" y="192640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41E1205-CF92-C346-8B47-9761EBC41C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34" y="3743326"/>
            <a:ext cx="5615768" cy="7698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75" b="0" i="0">
                <a:solidFill>
                  <a:schemeClr val="bg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Conclusion de chapitre 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3018DB3D-B7CC-3842-BD65-5F9C4428DF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532" y="500298"/>
            <a:ext cx="7981058" cy="1973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</p:spTree>
    <p:extLst>
      <p:ext uri="{BB962C8B-B14F-4D97-AF65-F5344CB8AC3E}">
        <p14:creationId xmlns:p14="http://schemas.microsoft.com/office/powerpoint/2010/main" val="109857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ED-DE-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e libre 12">
            <a:extLst>
              <a:ext uri="{FF2B5EF4-FFF2-40B4-BE49-F238E27FC236}">
                <a16:creationId xmlns:a16="http://schemas.microsoft.com/office/drawing/2014/main" id="{584BC382-B0CD-8747-915F-A0CBE5C51135}"/>
              </a:ext>
            </a:extLst>
          </p:cNvPr>
          <p:cNvSpPr/>
          <p:nvPr userDrawn="1"/>
        </p:nvSpPr>
        <p:spPr>
          <a:xfrm rot="5400000" flipV="1">
            <a:off x="6156352" y="2155853"/>
            <a:ext cx="5143500" cy="831797"/>
          </a:xfrm>
          <a:custGeom>
            <a:avLst/>
            <a:gdLst>
              <a:gd name="connsiteX0" fmla="*/ 0 w 6587325"/>
              <a:gd name="connsiteY0" fmla="*/ 1065289 h 1065289"/>
              <a:gd name="connsiteX1" fmla="*/ 6587325 w 6587325"/>
              <a:gd name="connsiteY1" fmla="*/ 1065289 h 1065289"/>
              <a:gd name="connsiteX2" fmla="*/ 6587325 w 6587325"/>
              <a:gd name="connsiteY2" fmla="*/ 0 h 1065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87325" h="1065289">
                <a:moveTo>
                  <a:pt x="0" y="1065289"/>
                </a:moveTo>
                <a:lnTo>
                  <a:pt x="6587325" y="1065289"/>
                </a:lnTo>
                <a:lnTo>
                  <a:pt x="6587325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C00563-B9CC-F44D-BA9E-7F904933251B}"/>
              </a:ext>
            </a:extLst>
          </p:cNvPr>
          <p:cNvSpPr/>
          <p:nvPr userDrawn="1"/>
        </p:nvSpPr>
        <p:spPr>
          <a:xfrm>
            <a:off x="0" y="4767262"/>
            <a:ext cx="9144000" cy="3859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8" name="Triangle 16">
            <a:extLst>
              <a:ext uri="{FF2B5EF4-FFF2-40B4-BE49-F238E27FC236}">
                <a16:creationId xmlns:a16="http://schemas.microsoft.com/office/drawing/2014/main" id="{175E820D-6F6F-AE46-8DC6-066453869A86}"/>
              </a:ext>
            </a:extLst>
          </p:cNvPr>
          <p:cNvSpPr/>
          <p:nvPr userDrawn="1"/>
        </p:nvSpPr>
        <p:spPr>
          <a:xfrm flipH="1">
            <a:off x="0" y="3322460"/>
            <a:ext cx="9144000" cy="1444804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926405">
                <a:moveTo>
                  <a:pt x="0" y="1926405"/>
                </a:moveTo>
                <a:lnTo>
                  <a:pt x="12188576" y="0"/>
                </a:lnTo>
                <a:cubicBezTo>
                  <a:pt x="12189717" y="714054"/>
                  <a:pt x="12190859" y="1212351"/>
                  <a:pt x="12192000" y="1926405"/>
                </a:cubicBezTo>
                <a:lnTo>
                  <a:pt x="0" y="192640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4A68BFFD-E19E-1A42-BA85-52582D32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900" y="4767264"/>
            <a:ext cx="2057400" cy="273844"/>
          </a:xfrm>
        </p:spPr>
        <p:txBody>
          <a:bodyPr/>
          <a:lstStyle/>
          <a:p>
            <a:fld id="{BE90E35B-6B1A-1349-A203-54634A11CA1A}" type="datetime1">
              <a:rPr lang="fr-FR" smtClean="0"/>
              <a:t>02/01/2024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AB026252-9C0D-1E4E-90CC-7C8DF732AB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534" y="1522080"/>
            <a:ext cx="7968700" cy="16882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FF8E160-14C3-0844-9814-C95B4DDD5A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33" y="500296"/>
            <a:ext cx="7968701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</p:spTree>
    <p:extLst>
      <p:ext uri="{BB962C8B-B14F-4D97-AF65-F5344CB8AC3E}">
        <p14:creationId xmlns:p14="http://schemas.microsoft.com/office/powerpoint/2010/main" val="777520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80FCEA9-BF1D-F44D-96C4-55A6F70D9A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69664" y="829506"/>
            <a:ext cx="816102" cy="490679"/>
          </a:xfrm>
          <a:prstGeom prst="rect">
            <a:avLst/>
          </a:prstGeom>
        </p:spPr>
      </p:pic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D38EDE6D-6E95-7448-9760-56BFAA49B8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2679" y="831601"/>
            <a:ext cx="3482395" cy="3482395"/>
          </a:xfrm>
          <a:custGeom>
            <a:avLst/>
            <a:gdLst>
              <a:gd name="connsiteX0" fmla="*/ 1403350 w 2806700"/>
              <a:gd name="connsiteY0" fmla="*/ 0 h 2806700"/>
              <a:gd name="connsiteX1" fmla="*/ 2806700 w 2806700"/>
              <a:gd name="connsiteY1" fmla="*/ 1403350 h 2806700"/>
              <a:gd name="connsiteX2" fmla="*/ 1403350 w 2806700"/>
              <a:gd name="connsiteY2" fmla="*/ 2806700 h 2806700"/>
              <a:gd name="connsiteX3" fmla="*/ 0 w 2806700"/>
              <a:gd name="connsiteY3" fmla="*/ 1403350 h 2806700"/>
              <a:gd name="connsiteX4" fmla="*/ 1403350 w 2806700"/>
              <a:gd name="connsiteY4" fmla="*/ 0 h 280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6700" h="2806700">
                <a:moveTo>
                  <a:pt x="1403350" y="0"/>
                </a:moveTo>
                <a:cubicBezTo>
                  <a:pt x="2178399" y="0"/>
                  <a:pt x="2806700" y="628301"/>
                  <a:pt x="2806700" y="1403350"/>
                </a:cubicBezTo>
                <a:cubicBezTo>
                  <a:pt x="2806700" y="2178399"/>
                  <a:pt x="2178399" y="2806700"/>
                  <a:pt x="1403350" y="2806700"/>
                </a:cubicBezTo>
                <a:cubicBezTo>
                  <a:pt x="628301" y="2806700"/>
                  <a:pt x="0" y="2178399"/>
                  <a:pt x="0" y="1403350"/>
                </a:cubicBezTo>
                <a:cubicBezTo>
                  <a:pt x="0" y="628301"/>
                  <a:pt x="628301" y="0"/>
                  <a:pt x="140335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125" b="0" i="0">
                <a:latin typeface="Futura PT Book" panose="020B0502020204020303" pitchFamily="34" charset="77"/>
              </a:defRPr>
            </a:lvl1pPr>
          </a:lstStyle>
          <a:p>
            <a:endParaRPr lang="en-US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5A50F11F-A47C-6B4A-8C8C-010828E200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232654" y="1062991"/>
            <a:ext cx="3058668" cy="22494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fr-FR" sz="1800" b="1" i="0" smtClean="0">
                <a:effectLst/>
                <a:latin typeface="Futura PT Demi" panose="020B0502020204020303" pitchFamily="34" charset="77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Citation </a:t>
            </a:r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do </a:t>
            </a:r>
            <a:r>
              <a:rPr lang="fr-FR" err="1"/>
              <a:t>eiusmod</a:t>
            </a:r>
            <a:r>
              <a:rPr lang="fr-FR"/>
              <a:t> </a:t>
            </a:r>
            <a:r>
              <a:rPr lang="fr-FR" err="1"/>
              <a:t>tempor</a:t>
            </a:r>
            <a:r>
              <a:rPr lang="fr-FR"/>
              <a:t> </a:t>
            </a:r>
            <a:r>
              <a:rPr lang="fr-FR" err="1"/>
              <a:t>incididunt</a:t>
            </a:r>
            <a:r>
              <a:rPr lang="fr-FR"/>
              <a:t> ut </a:t>
            </a:r>
            <a:r>
              <a:rPr lang="fr-FR" err="1"/>
              <a:t>labore</a:t>
            </a:r>
            <a:r>
              <a:rPr lang="fr-FR"/>
              <a:t> et </a:t>
            </a:r>
            <a:r>
              <a:rPr lang="fr-FR" err="1"/>
              <a:t>dolore</a:t>
            </a:r>
            <a:r>
              <a:rPr lang="fr-FR"/>
              <a:t> magna </a:t>
            </a:r>
            <a:r>
              <a:rPr lang="fr-FR" err="1"/>
              <a:t>aliqua</a:t>
            </a:r>
            <a:r>
              <a:rPr lang="fr-FR"/>
              <a:t>. Ut </a:t>
            </a:r>
            <a:r>
              <a:rPr lang="fr-FR" err="1"/>
              <a:t>enim</a:t>
            </a:r>
            <a:r>
              <a:rPr lang="fr-FR"/>
              <a:t> ad </a:t>
            </a:r>
            <a:r>
              <a:rPr lang="fr-FR" err="1"/>
              <a:t>minim</a:t>
            </a:r>
            <a:r>
              <a:rPr lang="fr-FR"/>
              <a:t> </a:t>
            </a:r>
            <a:r>
              <a:rPr lang="fr-FR" err="1"/>
              <a:t>veniam</a:t>
            </a:r>
            <a:r>
              <a:rPr lang="fr-FR"/>
              <a:t>, </a:t>
            </a:r>
            <a:r>
              <a:rPr lang="fr-FR" err="1"/>
              <a:t>quis</a:t>
            </a:r>
            <a:r>
              <a:rPr lang="fr-FR"/>
              <a:t> </a:t>
            </a:r>
            <a:r>
              <a:rPr lang="fr-FR" err="1"/>
              <a:t>nostrud</a:t>
            </a:r>
            <a:r>
              <a:rPr lang="fr-FR"/>
              <a:t> </a:t>
            </a:r>
            <a:r>
              <a:rPr lang="fr-FR" err="1"/>
              <a:t>exercitation</a:t>
            </a:r>
            <a:r>
              <a:rPr lang="fr-FR"/>
              <a:t> </a:t>
            </a:r>
            <a:r>
              <a:rPr lang="fr-FR" err="1"/>
              <a:t>ullamco</a:t>
            </a:r>
            <a:r>
              <a:rPr lang="fr-FR"/>
              <a:t> </a:t>
            </a:r>
            <a:r>
              <a:rPr lang="fr-FR" err="1"/>
              <a:t>laboris</a:t>
            </a:r>
            <a:r>
              <a:rPr lang="fr-FR"/>
              <a:t> </a:t>
            </a:r>
            <a:r>
              <a:rPr lang="fr-FR" err="1"/>
              <a:t>nisi</a:t>
            </a:r>
            <a:r>
              <a:rPr lang="fr-FR"/>
              <a:t> ut </a:t>
            </a:r>
            <a:r>
              <a:rPr lang="fr-FR" err="1"/>
              <a:t>aliquip</a:t>
            </a:r>
            <a:r>
              <a:rPr lang="fr-FR"/>
              <a:t> ex </a:t>
            </a:r>
            <a:r>
              <a:rPr lang="fr-FR" err="1"/>
              <a:t>ea</a:t>
            </a:r>
            <a:r>
              <a:rPr lang="fr-FR"/>
              <a:t> </a:t>
            </a:r>
            <a:r>
              <a:rPr lang="fr-FR" err="1"/>
              <a:t>commodo</a:t>
            </a:r>
            <a:r>
              <a:rPr lang="fr-FR"/>
              <a:t> </a:t>
            </a:r>
            <a:r>
              <a:rPr lang="fr-FR" err="1"/>
              <a:t>consequat</a:t>
            </a:r>
            <a:r>
              <a:rPr lang="fr-FR"/>
              <a:t>. 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DED6FD6C-5D52-AE45-B3D2-A7602470772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32654" y="3580448"/>
            <a:ext cx="3058668" cy="5989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>
                <a:solidFill>
                  <a:schemeClr val="tx1"/>
                </a:solidFill>
                <a:latin typeface="Futura PT Medium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Nom </a:t>
            </a:r>
          </a:p>
          <a:p>
            <a:pPr lvl="0"/>
            <a:r>
              <a:rPr lang="fr-FR"/>
              <a:t>Fonction</a:t>
            </a:r>
          </a:p>
        </p:txBody>
      </p:sp>
    </p:spTree>
    <p:extLst>
      <p:ext uri="{BB962C8B-B14F-4D97-AF65-F5344CB8AC3E}">
        <p14:creationId xmlns:p14="http://schemas.microsoft.com/office/powerpoint/2010/main" val="1928502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D38EDE6D-6E95-7448-9760-56BFAA49B8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2679" y="831601"/>
            <a:ext cx="3482395" cy="3482395"/>
          </a:xfrm>
          <a:custGeom>
            <a:avLst/>
            <a:gdLst>
              <a:gd name="connsiteX0" fmla="*/ 1403350 w 2806700"/>
              <a:gd name="connsiteY0" fmla="*/ 0 h 2806700"/>
              <a:gd name="connsiteX1" fmla="*/ 2806700 w 2806700"/>
              <a:gd name="connsiteY1" fmla="*/ 1403350 h 2806700"/>
              <a:gd name="connsiteX2" fmla="*/ 1403350 w 2806700"/>
              <a:gd name="connsiteY2" fmla="*/ 2806700 h 2806700"/>
              <a:gd name="connsiteX3" fmla="*/ 0 w 2806700"/>
              <a:gd name="connsiteY3" fmla="*/ 1403350 h 2806700"/>
              <a:gd name="connsiteX4" fmla="*/ 1403350 w 2806700"/>
              <a:gd name="connsiteY4" fmla="*/ 0 h 280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6700" h="2806700">
                <a:moveTo>
                  <a:pt x="1403350" y="0"/>
                </a:moveTo>
                <a:cubicBezTo>
                  <a:pt x="2178399" y="0"/>
                  <a:pt x="2806700" y="628301"/>
                  <a:pt x="2806700" y="1403350"/>
                </a:cubicBezTo>
                <a:cubicBezTo>
                  <a:pt x="2806700" y="2178399"/>
                  <a:pt x="2178399" y="2806700"/>
                  <a:pt x="1403350" y="2806700"/>
                </a:cubicBezTo>
                <a:cubicBezTo>
                  <a:pt x="628301" y="2806700"/>
                  <a:pt x="0" y="2178399"/>
                  <a:pt x="0" y="1403350"/>
                </a:cubicBezTo>
                <a:cubicBezTo>
                  <a:pt x="0" y="628301"/>
                  <a:pt x="628301" y="0"/>
                  <a:pt x="140335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125" b="0" i="0">
                <a:latin typeface="Futura PT Book" panose="020B0502020204020303" pitchFamily="34" charset="77"/>
              </a:defRPr>
            </a:lvl1pPr>
          </a:lstStyle>
          <a:p>
            <a:endParaRPr lang="en-US"/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43AAC2CC-701D-6A48-BF42-7E742FE802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1920239"/>
            <a:ext cx="3635502" cy="2391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Bio Cliquez pour modifier les styles du texte du masque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C37E0F1B-9EAA-A74F-8214-E00C6E1FA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20" y="829507"/>
            <a:ext cx="3635502" cy="8516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25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Nom</a:t>
            </a:r>
            <a:br>
              <a:rPr lang="fr-FR"/>
            </a:br>
            <a:r>
              <a:rPr lang="fr-FR"/>
              <a:t>Fonction</a:t>
            </a:r>
          </a:p>
        </p:txBody>
      </p:sp>
    </p:spTree>
    <p:extLst>
      <p:ext uri="{BB962C8B-B14F-4D97-AF65-F5344CB8AC3E}">
        <p14:creationId xmlns:p14="http://schemas.microsoft.com/office/powerpoint/2010/main" val="4046508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UVERN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pour une image  9">
            <a:extLst>
              <a:ext uri="{FF2B5EF4-FFF2-40B4-BE49-F238E27FC236}">
                <a16:creationId xmlns:a16="http://schemas.microsoft.com/office/drawing/2014/main" id="{508F5E1F-1036-DA46-B9A7-A529A4D38BE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137137" y="1655351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9B7F9B2A-3E32-2848-B6AA-C905F6BE1D0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292437" y="2810058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1" name="Espace réservé pour une image  9">
            <a:extLst>
              <a:ext uri="{FF2B5EF4-FFF2-40B4-BE49-F238E27FC236}">
                <a16:creationId xmlns:a16="http://schemas.microsoft.com/office/drawing/2014/main" id="{45781B80-6346-A247-BE91-DC789F8892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37139" y="3988203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1C93B4AC-FD25-8B41-B704-FEAEE3AB26A4}"/>
              </a:ext>
            </a:extLst>
          </p:cNvPr>
          <p:cNvSpPr>
            <a:spLocks noGrp="1"/>
          </p:cNvSpPr>
          <p:nvPr>
            <p:ph type="body" idx="45"/>
          </p:nvPr>
        </p:nvSpPr>
        <p:spPr>
          <a:xfrm>
            <a:off x="3380783" y="1787683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57E5604C-7465-C64C-BCF2-2D25A89E741A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4568108" y="2940337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F788DAF4-A8B6-D148-9544-A571336F87DD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3380782" y="4041919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99C4271A-62FD-544E-805A-296C5AE6C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477796"/>
            <a:ext cx="7982262" cy="41599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Gouvernance</a:t>
            </a:r>
          </a:p>
        </p:txBody>
      </p:sp>
    </p:spTree>
    <p:extLst>
      <p:ext uri="{BB962C8B-B14F-4D97-AF65-F5344CB8AC3E}">
        <p14:creationId xmlns:p14="http://schemas.microsoft.com/office/powerpoint/2010/main" val="236567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UVERNANC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Espace réservé pour une image  9">
            <a:extLst>
              <a:ext uri="{FF2B5EF4-FFF2-40B4-BE49-F238E27FC236}">
                <a16:creationId xmlns:a16="http://schemas.microsoft.com/office/drawing/2014/main" id="{41833DB0-9608-2F42-BE17-36AA4DF1F17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137137" y="1160532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5" name="Espace réservé pour une image  9">
            <a:extLst>
              <a:ext uri="{FF2B5EF4-FFF2-40B4-BE49-F238E27FC236}">
                <a16:creationId xmlns:a16="http://schemas.microsoft.com/office/drawing/2014/main" id="{B9083A8D-D8AC-6B40-85A2-D433C113AE3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292437" y="2315241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20" name="Espace réservé pour une image  9">
            <a:extLst>
              <a:ext uri="{FF2B5EF4-FFF2-40B4-BE49-F238E27FC236}">
                <a16:creationId xmlns:a16="http://schemas.microsoft.com/office/drawing/2014/main" id="{576B5458-ACE5-0D47-B04A-AF50F9CCBDA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37139" y="3493385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80F1CF0C-D1D4-9143-8E11-1D789A169F77}"/>
              </a:ext>
            </a:extLst>
          </p:cNvPr>
          <p:cNvSpPr>
            <a:spLocks noGrp="1"/>
          </p:cNvSpPr>
          <p:nvPr>
            <p:ph type="body" idx="45"/>
          </p:nvPr>
        </p:nvSpPr>
        <p:spPr>
          <a:xfrm>
            <a:off x="3380783" y="1292866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10C640B6-0810-C648-8BFE-9B04F4F926E9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4568108" y="2445517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D381113F-403A-AA47-8A9B-5A6C32C6C652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3380782" y="3547099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8" name="Espace réservé pour une image  9">
            <a:extLst>
              <a:ext uri="{FF2B5EF4-FFF2-40B4-BE49-F238E27FC236}">
                <a16:creationId xmlns:a16="http://schemas.microsoft.com/office/drawing/2014/main" id="{399E3923-3813-1549-B551-6EF63268822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3302565" y="-1147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697116-D176-0845-B3BA-0FF455EEBD7F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4578238" y="129130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14944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US-CHAPITRE-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848ED82-A9C2-0441-A304-8769F36930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9199" y="2571751"/>
            <a:ext cx="4452707" cy="1750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D173F03-B6B0-8941-BA77-DE53FB9E0A2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69199" y="1541861"/>
            <a:ext cx="4452708" cy="84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C2B71B0-9E8E-8547-ABAF-6457CD27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Espace réservé pour une image  9">
            <a:extLst>
              <a:ext uri="{FF2B5EF4-FFF2-40B4-BE49-F238E27FC236}">
                <a16:creationId xmlns:a16="http://schemas.microsoft.com/office/drawing/2014/main" id="{9D0161DD-9480-F841-8789-215A900C275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7101" y="1502511"/>
            <a:ext cx="2780084" cy="27800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07766115-EE21-EA4A-9BCB-E220D9AC5D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14806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</p:spTree>
    <p:extLst>
      <p:ext uri="{BB962C8B-B14F-4D97-AF65-F5344CB8AC3E}">
        <p14:creationId xmlns:p14="http://schemas.microsoft.com/office/powerpoint/2010/main" val="1484182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OUS-CHAPITRE-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848ED82-A9C2-0441-A304-8769F36930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7102" y="2571751"/>
            <a:ext cx="4536398" cy="1750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D173F03-B6B0-8941-BA77-DE53FB9E0A2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7102" y="1541861"/>
            <a:ext cx="4536398" cy="84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C2B71B0-9E8E-8547-ABAF-6457CD27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Espace réservé pour une image  9">
            <a:extLst>
              <a:ext uri="{FF2B5EF4-FFF2-40B4-BE49-F238E27FC236}">
                <a16:creationId xmlns:a16="http://schemas.microsoft.com/office/drawing/2014/main" id="{9D0161DD-9480-F841-8789-215A900C275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6203" y="1541860"/>
            <a:ext cx="2780084" cy="27800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07766115-EE21-EA4A-9BCB-E220D9AC5D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09185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</p:spTree>
    <p:extLst>
      <p:ext uri="{BB962C8B-B14F-4D97-AF65-F5344CB8AC3E}">
        <p14:creationId xmlns:p14="http://schemas.microsoft.com/office/powerpoint/2010/main" val="1146104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US-CHAPITRE-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ED4C12-76D6-B943-B7EB-8C0650E9660B}"/>
              </a:ext>
            </a:extLst>
          </p:cNvPr>
          <p:cNvSpPr/>
          <p:nvPr userDrawn="1"/>
        </p:nvSpPr>
        <p:spPr>
          <a:xfrm>
            <a:off x="607102" y="1541861"/>
            <a:ext cx="2404061" cy="2380198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848ED82-A9C2-0441-A304-8769F36930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8284" y="2571750"/>
            <a:ext cx="3938003" cy="2071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D173F03-B6B0-8941-BA77-DE53FB9E0A2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5716" y="1541861"/>
            <a:ext cx="3950571" cy="84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C2B71B0-9E8E-8547-ABAF-6457CD27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E41FA814-9967-0A41-86E6-AE8BC49D11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11162" y="3246538"/>
            <a:ext cx="1351040" cy="1351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6C71A61B-9B95-7E4E-849B-A3811BB0EA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102" y="1541861"/>
            <a:ext cx="2380198" cy="2380198"/>
          </a:xfrm>
          <a:custGeom>
            <a:avLst/>
            <a:gdLst>
              <a:gd name="connsiteX0" fmla="*/ 1403350 w 2806700"/>
              <a:gd name="connsiteY0" fmla="*/ 0 h 2806700"/>
              <a:gd name="connsiteX1" fmla="*/ 2806700 w 2806700"/>
              <a:gd name="connsiteY1" fmla="*/ 1403350 h 2806700"/>
              <a:gd name="connsiteX2" fmla="*/ 1403350 w 2806700"/>
              <a:gd name="connsiteY2" fmla="*/ 2806700 h 2806700"/>
              <a:gd name="connsiteX3" fmla="*/ 0 w 2806700"/>
              <a:gd name="connsiteY3" fmla="*/ 1403350 h 2806700"/>
              <a:gd name="connsiteX4" fmla="*/ 1403350 w 2806700"/>
              <a:gd name="connsiteY4" fmla="*/ 0 h 280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6700" h="2806700">
                <a:moveTo>
                  <a:pt x="1403350" y="0"/>
                </a:moveTo>
                <a:cubicBezTo>
                  <a:pt x="2178399" y="0"/>
                  <a:pt x="2806700" y="628301"/>
                  <a:pt x="2806700" y="1403350"/>
                </a:cubicBezTo>
                <a:cubicBezTo>
                  <a:pt x="2806700" y="2178399"/>
                  <a:pt x="2178399" y="2806700"/>
                  <a:pt x="1403350" y="2806700"/>
                </a:cubicBezTo>
                <a:cubicBezTo>
                  <a:pt x="628301" y="2806700"/>
                  <a:pt x="0" y="2178399"/>
                  <a:pt x="0" y="1403350"/>
                </a:cubicBezTo>
                <a:cubicBezTo>
                  <a:pt x="0" y="628301"/>
                  <a:pt x="628301" y="0"/>
                  <a:pt x="140335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125" b="0" i="0">
                <a:latin typeface="Futura PT Book" panose="020B0502020204020303" pitchFamily="34" charset="77"/>
              </a:defRPr>
            </a:lvl1pPr>
          </a:lstStyle>
          <a:p>
            <a:endParaRPr lang="en-US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2487DC05-097F-3140-9293-FA9D6F266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09185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</p:spTree>
    <p:extLst>
      <p:ext uri="{BB962C8B-B14F-4D97-AF65-F5344CB8AC3E}">
        <p14:creationId xmlns:p14="http://schemas.microsoft.com/office/powerpoint/2010/main" val="404816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OUS-CHAPITRE-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ED4C12-76D6-B943-B7EB-8C0650E9660B}"/>
              </a:ext>
            </a:extLst>
          </p:cNvPr>
          <p:cNvSpPr/>
          <p:nvPr userDrawn="1"/>
        </p:nvSpPr>
        <p:spPr>
          <a:xfrm>
            <a:off x="4761187" y="1541861"/>
            <a:ext cx="2404061" cy="2380198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2848ED82-A9C2-0441-A304-8769F36930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7102" y="2571750"/>
            <a:ext cx="3938003" cy="2071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1D173F03-B6B0-8941-BA77-DE53FB9E0A2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4533" y="1541861"/>
            <a:ext cx="3950571" cy="84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C2B71B0-9E8E-8547-ABAF-6457CD27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E41FA814-9967-0A41-86E6-AE8BC49D11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5247" y="3246538"/>
            <a:ext cx="1351040" cy="1351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6C71A61B-9B95-7E4E-849B-A3811BB0EA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61187" y="1541861"/>
            <a:ext cx="2380198" cy="2380198"/>
          </a:xfrm>
          <a:custGeom>
            <a:avLst/>
            <a:gdLst>
              <a:gd name="connsiteX0" fmla="*/ 1403350 w 2806700"/>
              <a:gd name="connsiteY0" fmla="*/ 0 h 2806700"/>
              <a:gd name="connsiteX1" fmla="*/ 2806700 w 2806700"/>
              <a:gd name="connsiteY1" fmla="*/ 1403350 h 2806700"/>
              <a:gd name="connsiteX2" fmla="*/ 1403350 w 2806700"/>
              <a:gd name="connsiteY2" fmla="*/ 2806700 h 2806700"/>
              <a:gd name="connsiteX3" fmla="*/ 0 w 2806700"/>
              <a:gd name="connsiteY3" fmla="*/ 1403350 h 2806700"/>
              <a:gd name="connsiteX4" fmla="*/ 1403350 w 2806700"/>
              <a:gd name="connsiteY4" fmla="*/ 0 h 280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6700" h="2806700">
                <a:moveTo>
                  <a:pt x="1403350" y="0"/>
                </a:moveTo>
                <a:cubicBezTo>
                  <a:pt x="2178399" y="0"/>
                  <a:pt x="2806700" y="628301"/>
                  <a:pt x="2806700" y="1403350"/>
                </a:cubicBezTo>
                <a:cubicBezTo>
                  <a:pt x="2806700" y="2178399"/>
                  <a:pt x="2178399" y="2806700"/>
                  <a:pt x="1403350" y="2806700"/>
                </a:cubicBezTo>
                <a:cubicBezTo>
                  <a:pt x="628301" y="2806700"/>
                  <a:pt x="0" y="2178399"/>
                  <a:pt x="0" y="1403350"/>
                </a:cubicBezTo>
                <a:cubicBezTo>
                  <a:pt x="0" y="628301"/>
                  <a:pt x="628301" y="0"/>
                  <a:pt x="140335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125" b="0" i="0">
                <a:latin typeface="Futura PT Book" panose="020B0502020204020303" pitchFamily="34" charset="77"/>
              </a:defRPr>
            </a:lvl1pPr>
          </a:lstStyle>
          <a:p>
            <a:endParaRPr lang="en-US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2487DC05-097F-3140-9293-FA9D6F266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09185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</p:spTree>
    <p:extLst>
      <p:ext uri="{BB962C8B-B14F-4D97-AF65-F5344CB8AC3E}">
        <p14:creationId xmlns:p14="http://schemas.microsoft.com/office/powerpoint/2010/main" val="4277023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ED-DE-CHAPITRE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 11">
            <a:extLst>
              <a:ext uri="{FF2B5EF4-FFF2-40B4-BE49-F238E27FC236}">
                <a16:creationId xmlns:a16="http://schemas.microsoft.com/office/drawing/2014/main" id="{F6651CFB-D56F-E74B-9612-53D76860271E}"/>
              </a:ext>
            </a:extLst>
          </p:cNvPr>
          <p:cNvSpPr/>
          <p:nvPr userDrawn="1"/>
        </p:nvSpPr>
        <p:spPr>
          <a:xfrm rot="5400000" flipV="1">
            <a:off x="6156352" y="2155852"/>
            <a:ext cx="5143500" cy="831797"/>
          </a:xfrm>
          <a:custGeom>
            <a:avLst/>
            <a:gdLst>
              <a:gd name="connsiteX0" fmla="*/ 0 w 6587325"/>
              <a:gd name="connsiteY0" fmla="*/ 1065289 h 1065289"/>
              <a:gd name="connsiteX1" fmla="*/ 6587325 w 6587325"/>
              <a:gd name="connsiteY1" fmla="*/ 1065289 h 1065289"/>
              <a:gd name="connsiteX2" fmla="*/ 6587325 w 6587325"/>
              <a:gd name="connsiteY2" fmla="*/ 0 h 1065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87325" h="1065289">
                <a:moveTo>
                  <a:pt x="0" y="1065289"/>
                </a:moveTo>
                <a:lnTo>
                  <a:pt x="6587325" y="1065289"/>
                </a:lnTo>
                <a:lnTo>
                  <a:pt x="6587325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C00563-B9CC-F44D-BA9E-7F904933251B}"/>
              </a:ext>
            </a:extLst>
          </p:cNvPr>
          <p:cNvSpPr/>
          <p:nvPr userDrawn="1"/>
        </p:nvSpPr>
        <p:spPr>
          <a:xfrm>
            <a:off x="0" y="4021431"/>
            <a:ext cx="9144000" cy="11318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8" name="Triangle 16">
            <a:extLst>
              <a:ext uri="{FF2B5EF4-FFF2-40B4-BE49-F238E27FC236}">
                <a16:creationId xmlns:a16="http://schemas.microsoft.com/office/drawing/2014/main" id="{175E820D-6F6F-AE46-8DC6-066453869A86}"/>
              </a:ext>
            </a:extLst>
          </p:cNvPr>
          <p:cNvSpPr/>
          <p:nvPr userDrawn="1"/>
        </p:nvSpPr>
        <p:spPr>
          <a:xfrm flipH="1">
            <a:off x="0" y="2576628"/>
            <a:ext cx="9144000" cy="1444804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926405">
                <a:moveTo>
                  <a:pt x="0" y="1926405"/>
                </a:moveTo>
                <a:lnTo>
                  <a:pt x="12188576" y="0"/>
                </a:lnTo>
                <a:cubicBezTo>
                  <a:pt x="12189717" y="714054"/>
                  <a:pt x="12190859" y="1212351"/>
                  <a:pt x="12192000" y="1926405"/>
                </a:cubicBezTo>
                <a:lnTo>
                  <a:pt x="0" y="192640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41E1205-CF92-C346-8B47-9761EBC41C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33" y="3743325"/>
            <a:ext cx="5615768" cy="7698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75" b="0" i="0">
                <a:solidFill>
                  <a:schemeClr val="bg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Conclusion de chapitre 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3018DB3D-B7CC-3842-BD65-5F9C4428DF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532" y="500297"/>
            <a:ext cx="7981058" cy="1973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</p:spTree>
    <p:extLst>
      <p:ext uri="{BB962C8B-B14F-4D97-AF65-F5344CB8AC3E}">
        <p14:creationId xmlns:p14="http://schemas.microsoft.com/office/powerpoint/2010/main" val="1281509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ED-DE-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e libre 12">
            <a:extLst>
              <a:ext uri="{FF2B5EF4-FFF2-40B4-BE49-F238E27FC236}">
                <a16:creationId xmlns:a16="http://schemas.microsoft.com/office/drawing/2014/main" id="{584BC382-B0CD-8747-915F-A0CBE5C51135}"/>
              </a:ext>
            </a:extLst>
          </p:cNvPr>
          <p:cNvSpPr/>
          <p:nvPr userDrawn="1"/>
        </p:nvSpPr>
        <p:spPr>
          <a:xfrm rot="5400000" flipV="1">
            <a:off x="6156352" y="2155852"/>
            <a:ext cx="5143500" cy="831797"/>
          </a:xfrm>
          <a:custGeom>
            <a:avLst/>
            <a:gdLst>
              <a:gd name="connsiteX0" fmla="*/ 0 w 6587325"/>
              <a:gd name="connsiteY0" fmla="*/ 1065289 h 1065289"/>
              <a:gd name="connsiteX1" fmla="*/ 6587325 w 6587325"/>
              <a:gd name="connsiteY1" fmla="*/ 1065289 h 1065289"/>
              <a:gd name="connsiteX2" fmla="*/ 6587325 w 6587325"/>
              <a:gd name="connsiteY2" fmla="*/ 0 h 1065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87325" h="1065289">
                <a:moveTo>
                  <a:pt x="0" y="1065289"/>
                </a:moveTo>
                <a:lnTo>
                  <a:pt x="6587325" y="1065289"/>
                </a:lnTo>
                <a:lnTo>
                  <a:pt x="6587325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C00563-B9CC-F44D-BA9E-7F904933251B}"/>
              </a:ext>
            </a:extLst>
          </p:cNvPr>
          <p:cNvSpPr/>
          <p:nvPr userDrawn="1"/>
        </p:nvSpPr>
        <p:spPr>
          <a:xfrm>
            <a:off x="0" y="4767262"/>
            <a:ext cx="9144000" cy="3859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8" name="Triangle 16">
            <a:extLst>
              <a:ext uri="{FF2B5EF4-FFF2-40B4-BE49-F238E27FC236}">
                <a16:creationId xmlns:a16="http://schemas.microsoft.com/office/drawing/2014/main" id="{175E820D-6F6F-AE46-8DC6-066453869A86}"/>
              </a:ext>
            </a:extLst>
          </p:cNvPr>
          <p:cNvSpPr/>
          <p:nvPr userDrawn="1"/>
        </p:nvSpPr>
        <p:spPr>
          <a:xfrm flipH="1">
            <a:off x="0" y="3322459"/>
            <a:ext cx="9144000" cy="1444804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926405">
                <a:moveTo>
                  <a:pt x="0" y="1926405"/>
                </a:moveTo>
                <a:lnTo>
                  <a:pt x="12188576" y="0"/>
                </a:lnTo>
                <a:cubicBezTo>
                  <a:pt x="12189717" y="714054"/>
                  <a:pt x="12190859" y="1212351"/>
                  <a:pt x="12192000" y="1926405"/>
                </a:cubicBezTo>
                <a:lnTo>
                  <a:pt x="0" y="192640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4A68BFFD-E19E-1A42-BA85-52582D32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900" y="4767263"/>
            <a:ext cx="2057400" cy="273844"/>
          </a:xfrm>
        </p:spPr>
        <p:txBody>
          <a:bodyPr/>
          <a:lstStyle/>
          <a:p>
            <a:fld id="{BE90E35B-6B1A-1349-A203-54634A11CA1A}" type="datetime1">
              <a:rPr lang="fr-FR" smtClean="0"/>
              <a:t>02/01/2024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AB026252-9C0D-1E4E-90CC-7C8DF732AB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533" y="1522079"/>
            <a:ext cx="7968700" cy="16882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 – 1 colonne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FF8E160-14C3-0844-9814-C95B4DDD5A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32" y="500296"/>
            <a:ext cx="7968701" cy="76772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sous-chapitre</a:t>
            </a:r>
          </a:p>
        </p:txBody>
      </p:sp>
    </p:spTree>
    <p:extLst>
      <p:ext uri="{BB962C8B-B14F-4D97-AF65-F5344CB8AC3E}">
        <p14:creationId xmlns:p14="http://schemas.microsoft.com/office/powerpoint/2010/main" val="1632096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80FCEA9-BF1D-F44D-96C4-55A6F70D9A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69664" y="829505"/>
            <a:ext cx="816102" cy="490679"/>
          </a:xfrm>
          <a:prstGeom prst="rect">
            <a:avLst/>
          </a:prstGeom>
        </p:spPr>
      </p:pic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D38EDE6D-6E95-7448-9760-56BFAA49B8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2678" y="831600"/>
            <a:ext cx="3482395" cy="3482395"/>
          </a:xfrm>
          <a:custGeom>
            <a:avLst/>
            <a:gdLst>
              <a:gd name="connsiteX0" fmla="*/ 1403350 w 2806700"/>
              <a:gd name="connsiteY0" fmla="*/ 0 h 2806700"/>
              <a:gd name="connsiteX1" fmla="*/ 2806700 w 2806700"/>
              <a:gd name="connsiteY1" fmla="*/ 1403350 h 2806700"/>
              <a:gd name="connsiteX2" fmla="*/ 1403350 w 2806700"/>
              <a:gd name="connsiteY2" fmla="*/ 2806700 h 2806700"/>
              <a:gd name="connsiteX3" fmla="*/ 0 w 2806700"/>
              <a:gd name="connsiteY3" fmla="*/ 1403350 h 2806700"/>
              <a:gd name="connsiteX4" fmla="*/ 1403350 w 2806700"/>
              <a:gd name="connsiteY4" fmla="*/ 0 h 280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6700" h="2806700">
                <a:moveTo>
                  <a:pt x="1403350" y="0"/>
                </a:moveTo>
                <a:cubicBezTo>
                  <a:pt x="2178399" y="0"/>
                  <a:pt x="2806700" y="628301"/>
                  <a:pt x="2806700" y="1403350"/>
                </a:cubicBezTo>
                <a:cubicBezTo>
                  <a:pt x="2806700" y="2178399"/>
                  <a:pt x="2178399" y="2806700"/>
                  <a:pt x="1403350" y="2806700"/>
                </a:cubicBezTo>
                <a:cubicBezTo>
                  <a:pt x="628301" y="2806700"/>
                  <a:pt x="0" y="2178399"/>
                  <a:pt x="0" y="1403350"/>
                </a:cubicBezTo>
                <a:cubicBezTo>
                  <a:pt x="0" y="628301"/>
                  <a:pt x="628301" y="0"/>
                  <a:pt x="140335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125" b="0" i="0">
                <a:latin typeface="Futura PT Book" panose="020B0502020204020303" pitchFamily="34" charset="77"/>
              </a:defRPr>
            </a:lvl1pPr>
          </a:lstStyle>
          <a:p>
            <a:endParaRPr lang="en-US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5A50F11F-A47C-6B4A-8C8C-010828E200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232654" y="1062991"/>
            <a:ext cx="3058668" cy="22494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fr-FR" sz="1800" b="1" i="0" smtClean="0">
                <a:effectLst/>
                <a:latin typeface="Futura PT Demi" panose="020B0502020204020303" pitchFamily="34" charset="77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Citation </a:t>
            </a:r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do </a:t>
            </a:r>
            <a:r>
              <a:rPr lang="fr-FR" err="1"/>
              <a:t>eiusmod</a:t>
            </a:r>
            <a:r>
              <a:rPr lang="fr-FR"/>
              <a:t> </a:t>
            </a:r>
            <a:r>
              <a:rPr lang="fr-FR" err="1"/>
              <a:t>tempor</a:t>
            </a:r>
            <a:r>
              <a:rPr lang="fr-FR"/>
              <a:t> </a:t>
            </a:r>
            <a:r>
              <a:rPr lang="fr-FR" err="1"/>
              <a:t>incididunt</a:t>
            </a:r>
            <a:r>
              <a:rPr lang="fr-FR"/>
              <a:t> ut </a:t>
            </a:r>
            <a:r>
              <a:rPr lang="fr-FR" err="1"/>
              <a:t>labore</a:t>
            </a:r>
            <a:r>
              <a:rPr lang="fr-FR"/>
              <a:t> et </a:t>
            </a:r>
            <a:r>
              <a:rPr lang="fr-FR" err="1"/>
              <a:t>dolore</a:t>
            </a:r>
            <a:r>
              <a:rPr lang="fr-FR"/>
              <a:t> magna </a:t>
            </a:r>
            <a:r>
              <a:rPr lang="fr-FR" err="1"/>
              <a:t>aliqua</a:t>
            </a:r>
            <a:r>
              <a:rPr lang="fr-FR"/>
              <a:t>. Ut </a:t>
            </a:r>
            <a:r>
              <a:rPr lang="fr-FR" err="1"/>
              <a:t>enim</a:t>
            </a:r>
            <a:r>
              <a:rPr lang="fr-FR"/>
              <a:t> ad </a:t>
            </a:r>
            <a:r>
              <a:rPr lang="fr-FR" err="1"/>
              <a:t>minim</a:t>
            </a:r>
            <a:r>
              <a:rPr lang="fr-FR"/>
              <a:t> </a:t>
            </a:r>
            <a:r>
              <a:rPr lang="fr-FR" err="1"/>
              <a:t>veniam</a:t>
            </a:r>
            <a:r>
              <a:rPr lang="fr-FR"/>
              <a:t>, </a:t>
            </a:r>
            <a:r>
              <a:rPr lang="fr-FR" err="1"/>
              <a:t>quis</a:t>
            </a:r>
            <a:r>
              <a:rPr lang="fr-FR"/>
              <a:t> </a:t>
            </a:r>
            <a:r>
              <a:rPr lang="fr-FR" err="1"/>
              <a:t>nostrud</a:t>
            </a:r>
            <a:r>
              <a:rPr lang="fr-FR"/>
              <a:t> </a:t>
            </a:r>
            <a:r>
              <a:rPr lang="fr-FR" err="1"/>
              <a:t>exercitation</a:t>
            </a:r>
            <a:r>
              <a:rPr lang="fr-FR"/>
              <a:t> </a:t>
            </a:r>
            <a:r>
              <a:rPr lang="fr-FR" err="1"/>
              <a:t>ullamco</a:t>
            </a:r>
            <a:r>
              <a:rPr lang="fr-FR"/>
              <a:t> </a:t>
            </a:r>
            <a:r>
              <a:rPr lang="fr-FR" err="1"/>
              <a:t>laboris</a:t>
            </a:r>
            <a:r>
              <a:rPr lang="fr-FR"/>
              <a:t> </a:t>
            </a:r>
            <a:r>
              <a:rPr lang="fr-FR" err="1"/>
              <a:t>nisi</a:t>
            </a:r>
            <a:r>
              <a:rPr lang="fr-FR"/>
              <a:t> ut </a:t>
            </a:r>
            <a:r>
              <a:rPr lang="fr-FR" err="1"/>
              <a:t>aliquip</a:t>
            </a:r>
            <a:r>
              <a:rPr lang="fr-FR"/>
              <a:t> ex </a:t>
            </a:r>
            <a:r>
              <a:rPr lang="fr-FR" err="1"/>
              <a:t>ea</a:t>
            </a:r>
            <a:r>
              <a:rPr lang="fr-FR"/>
              <a:t> </a:t>
            </a:r>
            <a:r>
              <a:rPr lang="fr-FR" err="1"/>
              <a:t>commodo</a:t>
            </a:r>
            <a:r>
              <a:rPr lang="fr-FR"/>
              <a:t> </a:t>
            </a:r>
            <a:r>
              <a:rPr lang="fr-FR" err="1"/>
              <a:t>consequat</a:t>
            </a:r>
            <a:r>
              <a:rPr lang="fr-FR"/>
              <a:t>. 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DED6FD6C-5D52-AE45-B3D2-A7602470772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32654" y="3580448"/>
            <a:ext cx="3058668" cy="5989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>
                <a:solidFill>
                  <a:schemeClr val="tx1"/>
                </a:solidFill>
                <a:latin typeface="Futura PT Medium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Nom </a:t>
            </a:r>
          </a:p>
          <a:p>
            <a:pPr lvl="0"/>
            <a:r>
              <a:rPr lang="fr-FR"/>
              <a:t>Fonction</a:t>
            </a:r>
          </a:p>
        </p:txBody>
      </p:sp>
    </p:spTree>
    <p:extLst>
      <p:ext uri="{BB962C8B-B14F-4D97-AF65-F5344CB8AC3E}">
        <p14:creationId xmlns:p14="http://schemas.microsoft.com/office/powerpoint/2010/main" val="84797444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D38EDE6D-6E95-7448-9760-56BFAA49B8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2678" y="831600"/>
            <a:ext cx="3482395" cy="3482395"/>
          </a:xfrm>
          <a:custGeom>
            <a:avLst/>
            <a:gdLst>
              <a:gd name="connsiteX0" fmla="*/ 1403350 w 2806700"/>
              <a:gd name="connsiteY0" fmla="*/ 0 h 2806700"/>
              <a:gd name="connsiteX1" fmla="*/ 2806700 w 2806700"/>
              <a:gd name="connsiteY1" fmla="*/ 1403350 h 2806700"/>
              <a:gd name="connsiteX2" fmla="*/ 1403350 w 2806700"/>
              <a:gd name="connsiteY2" fmla="*/ 2806700 h 2806700"/>
              <a:gd name="connsiteX3" fmla="*/ 0 w 2806700"/>
              <a:gd name="connsiteY3" fmla="*/ 1403350 h 2806700"/>
              <a:gd name="connsiteX4" fmla="*/ 1403350 w 2806700"/>
              <a:gd name="connsiteY4" fmla="*/ 0 h 280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6700" h="2806700">
                <a:moveTo>
                  <a:pt x="1403350" y="0"/>
                </a:moveTo>
                <a:cubicBezTo>
                  <a:pt x="2178399" y="0"/>
                  <a:pt x="2806700" y="628301"/>
                  <a:pt x="2806700" y="1403350"/>
                </a:cubicBezTo>
                <a:cubicBezTo>
                  <a:pt x="2806700" y="2178399"/>
                  <a:pt x="2178399" y="2806700"/>
                  <a:pt x="1403350" y="2806700"/>
                </a:cubicBezTo>
                <a:cubicBezTo>
                  <a:pt x="628301" y="2806700"/>
                  <a:pt x="0" y="2178399"/>
                  <a:pt x="0" y="1403350"/>
                </a:cubicBezTo>
                <a:cubicBezTo>
                  <a:pt x="0" y="628301"/>
                  <a:pt x="628301" y="0"/>
                  <a:pt x="140335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125" b="0" i="0">
                <a:latin typeface="Futura PT Book" panose="020B0502020204020303" pitchFamily="34" charset="77"/>
              </a:defRPr>
            </a:lvl1pPr>
          </a:lstStyle>
          <a:p>
            <a:endParaRPr lang="en-US"/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43AAC2CC-701D-6A48-BF42-7E742FE802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1920239"/>
            <a:ext cx="3635502" cy="23916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Bio Cliquez pour modifier les styles du texte du masque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C37E0F1B-9EAA-A74F-8214-E00C6E1FA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20" y="829506"/>
            <a:ext cx="3635502" cy="8516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625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Nom</a:t>
            </a:r>
            <a:br>
              <a:rPr lang="fr-FR"/>
            </a:br>
            <a:r>
              <a:rPr lang="fr-FR"/>
              <a:t>Fonction</a:t>
            </a:r>
          </a:p>
        </p:txBody>
      </p:sp>
    </p:spTree>
    <p:extLst>
      <p:ext uri="{BB962C8B-B14F-4D97-AF65-F5344CB8AC3E}">
        <p14:creationId xmlns:p14="http://schemas.microsoft.com/office/powerpoint/2010/main" val="313766789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UVERN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pour une image  9">
            <a:extLst>
              <a:ext uri="{FF2B5EF4-FFF2-40B4-BE49-F238E27FC236}">
                <a16:creationId xmlns:a16="http://schemas.microsoft.com/office/drawing/2014/main" id="{508F5E1F-1036-DA46-B9A7-A529A4D38BE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137137" y="1655350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9B7F9B2A-3E32-2848-B6AA-C905F6BE1D0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292436" y="2810058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1" name="Espace réservé pour une image  9">
            <a:extLst>
              <a:ext uri="{FF2B5EF4-FFF2-40B4-BE49-F238E27FC236}">
                <a16:creationId xmlns:a16="http://schemas.microsoft.com/office/drawing/2014/main" id="{45781B80-6346-A247-BE91-DC789F8892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37138" y="3988203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1C93B4AC-FD25-8B41-B704-FEAEE3AB26A4}"/>
              </a:ext>
            </a:extLst>
          </p:cNvPr>
          <p:cNvSpPr>
            <a:spLocks noGrp="1"/>
          </p:cNvSpPr>
          <p:nvPr>
            <p:ph type="body" idx="45"/>
          </p:nvPr>
        </p:nvSpPr>
        <p:spPr>
          <a:xfrm>
            <a:off x="3380782" y="1787683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57E5604C-7465-C64C-BCF2-2D25A89E741A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4568107" y="2940336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F788DAF4-A8B6-D148-9544-A571336F87DD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3380781" y="4041918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99C4271A-62FD-544E-805A-296C5AE6C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477795"/>
            <a:ext cx="7982262" cy="41599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Gouvernance</a:t>
            </a:r>
          </a:p>
        </p:txBody>
      </p:sp>
    </p:spTree>
    <p:extLst>
      <p:ext uri="{BB962C8B-B14F-4D97-AF65-F5344CB8AC3E}">
        <p14:creationId xmlns:p14="http://schemas.microsoft.com/office/powerpoint/2010/main" val="3818317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UVERNANC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Espace réservé pour une image  9">
            <a:extLst>
              <a:ext uri="{FF2B5EF4-FFF2-40B4-BE49-F238E27FC236}">
                <a16:creationId xmlns:a16="http://schemas.microsoft.com/office/drawing/2014/main" id="{41833DB0-9608-2F42-BE17-36AA4DF1F17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137137" y="1160532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15" name="Espace réservé pour une image  9">
            <a:extLst>
              <a:ext uri="{FF2B5EF4-FFF2-40B4-BE49-F238E27FC236}">
                <a16:creationId xmlns:a16="http://schemas.microsoft.com/office/drawing/2014/main" id="{B9083A8D-D8AC-6B40-85A2-D433C113AE3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292436" y="2315240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20" name="Espace réservé pour une image  9">
            <a:extLst>
              <a:ext uri="{FF2B5EF4-FFF2-40B4-BE49-F238E27FC236}">
                <a16:creationId xmlns:a16="http://schemas.microsoft.com/office/drawing/2014/main" id="{576B5458-ACE5-0D47-B04A-AF50F9CCBDA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37138" y="3493384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80F1CF0C-D1D4-9143-8E11-1D789A169F77}"/>
              </a:ext>
            </a:extLst>
          </p:cNvPr>
          <p:cNvSpPr>
            <a:spLocks noGrp="1"/>
          </p:cNvSpPr>
          <p:nvPr>
            <p:ph type="body" idx="45"/>
          </p:nvPr>
        </p:nvSpPr>
        <p:spPr>
          <a:xfrm>
            <a:off x="3380782" y="1292865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10C640B6-0810-C648-8BFE-9B04F4F926E9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4568107" y="2445517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D381113F-403A-AA47-8A9B-5A6C32C6C652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3380781" y="3547099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8" name="Espace réservé pour une image  9">
            <a:extLst>
              <a:ext uri="{FF2B5EF4-FFF2-40B4-BE49-F238E27FC236}">
                <a16:creationId xmlns:a16="http://schemas.microsoft.com/office/drawing/2014/main" id="{399E3923-3813-1549-B551-6EF63268822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3302565" y="-1147"/>
            <a:ext cx="1155298" cy="11552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7E697116-D176-0845-B3BA-0FF455EEBD7F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4578237" y="129130"/>
            <a:ext cx="2574343" cy="89063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350" b="1" i="1">
                <a:solidFill>
                  <a:srgbClr val="7D136B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77646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-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AEF0987-10E2-A84E-943E-D5A91CAD663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C1526D3C-A75F-B84B-8049-A69D9DAA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A2317C74-BAA1-0843-9A94-0BD7ED9154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2596" y="1967407"/>
            <a:ext cx="2312723" cy="809625"/>
          </a:xfrm>
        </p:spPr>
        <p:txBody>
          <a:bodyPr anchor="ctr">
            <a:normAutofit/>
          </a:bodyPr>
          <a:lstStyle>
            <a:lvl1pPr algn="ctr">
              <a:defRPr sz="4875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75%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E58927-80C5-7844-95DF-AAF6B93773E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07101" y="500297"/>
            <a:ext cx="7954157" cy="6183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25" b="1" i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</a:lstStyle>
          <a:p>
            <a:pPr lvl="0"/>
            <a:r>
              <a:rPr lang="fr-FR"/>
              <a:t>Titre des chiffres clés</a:t>
            </a:r>
          </a:p>
        </p:txBody>
      </p:sp>
      <p:sp>
        <p:nvSpPr>
          <p:cNvPr id="30" name="Espace réservé du texte 3">
            <a:extLst>
              <a:ext uri="{FF2B5EF4-FFF2-40B4-BE49-F238E27FC236}">
                <a16:creationId xmlns:a16="http://schemas.microsoft.com/office/drawing/2014/main" id="{7FA74326-DBA4-E944-A020-F273FD6583C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7102" y="1955485"/>
            <a:ext cx="2312723" cy="8315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75" b="1" i="1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</a:lstStyle>
          <a:p>
            <a:pPr lvl="0"/>
            <a:r>
              <a:rPr lang="fr-FR"/>
              <a:t>50 000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1C91D6C0-D338-BB4C-A0CC-5BF3784131A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48535" y="1960093"/>
            <a:ext cx="2312723" cy="8315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75" b="1" i="1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</a:lstStyle>
          <a:p>
            <a:pPr lvl="0"/>
            <a:r>
              <a:rPr lang="fr-FR"/>
              <a:t>5 ans</a:t>
            </a:r>
          </a:p>
        </p:txBody>
      </p: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35B430B7-9B2C-FE45-BFBF-282102954E3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7102" y="2815487"/>
            <a:ext cx="2312723" cy="83159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500" b="0" i="1">
                <a:solidFill>
                  <a:schemeClr val="bg1"/>
                </a:solidFill>
                <a:latin typeface="Futura PT Medium" panose="020B0502020204020303" pitchFamily="34" charset="77"/>
              </a:defRPr>
            </a:lvl1pPr>
          </a:lstStyle>
          <a:p>
            <a:pPr lvl="0"/>
            <a:r>
              <a:rPr lang="fr-FR"/>
              <a:t>Nam libero </a:t>
            </a:r>
            <a:r>
              <a:rPr lang="fr-FR" err="1"/>
              <a:t>tempore</a:t>
            </a:r>
            <a:r>
              <a:rPr lang="fr-FR"/>
              <a:t>, cum </a:t>
            </a:r>
            <a:r>
              <a:rPr lang="fr-FR" err="1"/>
              <a:t>soluta</a:t>
            </a:r>
            <a:r>
              <a:rPr lang="fr-FR"/>
              <a:t> est </a:t>
            </a:r>
            <a:r>
              <a:rPr lang="fr-FR" err="1"/>
              <a:t>nobis</a:t>
            </a:r>
            <a:r>
              <a:rPr lang="fr-FR"/>
              <a:t>.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5D0E23A6-9C6E-1344-9A18-FFC4E9E6E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422596" y="2813685"/>
            <a:ext cx="2312723" cy="83159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500" b="0" i="1">
                <a:solidFill>
                  <a:schemeClr val="bg1"/>
                </a:solidFill>
                <a:latin typeface="Futura PT Medium" panose="020B0502020204020303" pitchFamily="34" charset="77"/>
              </a:defRPr>
            </a:lvl1pPr>
          </a:lstStyle>
          <a:p>
            <a:pPr lvl="0"/>
            <a:r>
              <a:rPr lang="fr-FR"/>
              <a:t>Nam libero </a:t>
            </a:r>
            <a:r>
              <a:rPr lang="fr-FR" err="1"/>
              <a:t>tempore</a:t>
            </a:r>
            <a:r>
              <a:rPr lang="fr-FR"/>
              <a:t>, cum </a:t>
            </a:r>
            <a:r>
              <a:rPr lang="fr-FR" err="1"/>
              <a:t>soluta</a:t>
            </a:r>
            <a:r>
              <a:rPr lang="fr-FR"/>
              <a:t> est </a:t>
            </a:r>
            <a:r>
              <a:rPr lang="fr-FR" err="1"/>
              <a:t>nobis</a:t>
            </a:r>
            <a:r>
              <a:rPr lang="fr-FR"/>
              <a:t>.</a:t>
            </a:r>
          </a:p>
        </p:txBody>
      </p:sp>
      <p:sp>
        <p:nvSpPr>
          <p:cNvPr id="37" name="Espace réservé du texte 3">
            <a:extLst>
              <a:ext uri="{FF2B5EF4-FFF2-40B4-BE49-F238E27FC236}">
                <a16:creationId xmlns:a16="http://schemas.microsoft.com/office/drawing/2014/main" id="{C6B52255-5D94-954A-8D9F-ED77B6B3D18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48534" y="2810294"/>
            <a:ext cx="2312723" cy="83159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500" b="0" i="1">
                <a:solidFill>
                  <a:schemeClr val="bg1"/>
                </a:solidFill>
                <a:latin typeface="Futura PT Medium" panose="020B0502020204020303" pitchFamily="34" charset="77"/>
              </a:defRPr>
            </a:lvl1pPr>
          </a:lstStyle>
          <a:p>
            <a:pPr lvl="0"/>
            <a:r>
              <a:rPr lang="fr-FR"/>
              <a:t>Nam libero </a:t>
            </a:r>
            <a:r>
              <a:rPr lang="fr-FR" err="1"/>
              <a:t>tempore</a:t>
            </a:r>
            <a:r>
              <a:rPr lang="fr-FR"/>
              <a:t>, cum </a:t>
            </a:r>
            <a:r>
              <a:rPr lang="fr-FR" err="1"/>
              <a:t>soluta</a:t>
            </a:r>
            <a:r>
              <a:rPr lang="fr-FR"/>
              <a:t> est </a:t>
            </a:r>
            <a:r>
              <a:rPr lang="fr-FR" err="1"/>
              <a:t>nobis</a:t>
            </a:r>
            <a:r>
              <a:rPr lang="fr-FR"/>
              <a:t>.</a:t>
            </a:r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58CB8BF5-6937-2B44-80FB-A75A3EA4D02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7101" y="4562788"/>
            <a:ext cx="7954156" cy="2820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25" b="0" i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</a:lstStyle>
          <a:p>
            <a:pPr lvl="0"/>
            <a:r>
              <a:rPr lang="fr-FR"/>
              <a:t>Nam libero </a:t>
            </a:r>
            <a:r>
              <a:rPr lang="fr-FR" err="1"/>
              <a:t>tempore</a:t>
            </a:r>
            <a:r>
              <a:rPr lang="fr-FR"/>
              <a:t>, cum </a:t>
            </a:r>
            <a:r>
              <a:rPr lang="fr-FR" err="1"/>
              <a:t>soluta</a:t>
            </a:r>
            <a:r>
              <a:rPr lang="fr-FR"/>
              <a:t> est </a:t>
            </a:r>
            <a:r>
              <a:rPr lang="fr-FR" err="1"/>
              <a:t>nobis</a:t>
            </a:r>
            <a:r>
              <a:rPr lang="fr-F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8408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IFFRES-CLES-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AEF0987-10E2-A84E-943E-D5A91CAD663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44" name="Espace réservé du numéro de diapositive 5">
            <a:extLst>
              <a:ext uri="{FF2B5EF4-FFF2-40B4-BE49-F238E27FC236}">
                <a16:creationId xmlns:a16="http://schemas.microsoft.com/office/drawing/2014/main" id="{C1526D3C-A75F-B84B-8049-A69D9DAA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A2317C74-BAA1-0843-9A94-0BD7ED9154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22596" y="1967407"/>
            <a:ext cx="2312723" cy="809625"/>
          </a:xfrm>
        </p:spPr>
        <p:txBody>
          <a:bodyPr anchor="ctr">
            <a:normAutofit/>
          </a:bodyPr>
          <a:lstStyle>
            <a:lvl1pPr algn="ctr">
              <a:defRPr sz="4875" b="1" i="1">
                <a:solidFill>
                  <a:schemeClr val="bg1"/>
                </a:solidFill>
                <a:latin typeface="Futura PT Heavy" panose="020B0502020204020303" pitchFamily="34" charset="77"/>
                <a:cs typeface="Futura" panose="020B0602020204020303" pitchFamily="34" charset="-79"/>
              </a:defRPr>
            </a:lvl1pPr>
          </a:lstStyle>
          <a:p>
            <a:r>
              <a:rPr lang="fr-FR"/>
              <a:t>75%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E58927-80C5-7844-95DF-AAF6B93773E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07101" y="500297"/>
            <a:ext cx="7954157" cy="6183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25" b="1" i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</a:lstStyle>
          <a:p>
            <a:pPr lvl="0"/>
            <a:r>
              <a:rPr lang="fr-FR"/>
              <a:t>Titre des chiffres clés</a:t>
            </a:r>
          </a:p>
        </p:txBody>
      </p:sp>
      <p:sp>
        <p:nvSpPr>
          <p:cNvPr id="30" name="Espace réservé du texte 3">
            <a:extLst>
              <a:ext uri="{FF2B5EF4-FFF2-40B4-BE49-F238E27FC236}">
                <a16:creationId xmlns:a16="http://schemas.microsoft.com/office/drawing/2014/main" id="{7FA74326-DBA4-E944-A020-F273FD6583C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7102" y="1955485"/>
            <a:ext cx="2312723" cy="8315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75" b="1" i="1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</a:lstStyle>
          <a:p>
            <a:pPr lvl="0"/>
            <a:r>
              <a:rPr lang="fr-FR"/>
              <a:t>50 000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1C91D6C0-D338-BB4C-A0CC-5BF3784131A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48535" y="1960093"/>
            <a:ext cx="2312723" cy="8315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75" b="1" i="1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</a:lstStyle>
          <a:p>
            <a:pPr lvl="0"/>
            <a:r>
              <a:rPr lang="fr-FR"/>
              <a:t>5 ans</a:t>
            </a:r>
          </a:p>
        </p:txBody>
      </p: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35B430B7-9B2C-FE45-BFBF-282102954E3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7102" y="2815487"/>
            <a:ext cx="2312723" cy="83159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500" b="0" i="1">
                <a:solidFill>
                  <a:schemeClr val="bg1"/>
                </a:solidFill>
                <a:latin typeface="Futura PT Medium" panose="020B0502020204020303" pitchFamily="34" charset="77"/>
              </a:defRPr>
            </a:lvl1pPr>
          </a:lstStyle>
          <a:p>
            <a:pPr lvl="0"/>
            <a:r>
              <a:rPr lang="fr-FR"/>
              <a:t>Nam libero </a:t>
            </a:r>
            <a:r>
              <a:rPr lang="fr-FR" err="1"/>
              <a:t>tempore</a:t>
            </a:r>
            <a:r>
              <a:rPr lang="fr-FR"/>
              <a:t>, cum </a:t>
            </a:r>
            <a:r>
              <a:rPr lang="fr-FR" err="1"/>
              <a:t>soluta</a:t>
            </a:r>
            <a:r>
              <a:rPr lang="fr-FR"/>
              <a:t> est </a:t>
            </a:r>
            <a:r>
              <a:rPr lang="fr-FR" err="1"/>
              <a:t>nobis</a:t>
            </a:r>
            <a:r>
              <a:rPr lang="fr-FR"/>
              <a:t>.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5D0E23A6-9C6E-1344-9A18-FFC4E9E6E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422596" y="2813685"/>
            <a:ext cx="2312723" cy="83159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500" b="0" i="1">
                <a:solidFill>
                  <a:schemeClr val="bg1"/>
                </a:solidFill>
                <a:latin typeface="Futura PT Medium" panose="020B0502020204020303" pitchFamily="34" charset="77"/>
              </a:defRPr>
            </a:lvl1pPr>
          </a:lstStyle>
          <a:p>
            <a:pPr lvl="0"/>
            <a:r>
              <a:rPr lang="fr-FR"/>
              <a:t>Nam libero </a:t>
            </a:r>
            <a:r>
              <a:rPr lang="fr-FR" err="1"/>
              <a:t>tempore</a:t>
            </a:r>
            <a:r>
              <a:rPr lang="fr-FR"/>
              <a:t>, cum </a:t>
            </a:r>
            <a:r>
              <a:rPr lang="fr-FR" err="1"/>
              <a:t>soluta</a:t>
            </a:r>
            <a:r>
              <a:rPr lang="fr-FR"/>
              <a:t> est </a:t>
            </a:r>
            <a:r>
              <a:rPr lang="fr-FR" err="1"/>
              <a:t>nobis</a:t>
            </a:r>
            <a:r>
              <a:rPr lang="fr-FR"/>
              <a:t>.</a:t>
            </a:r>
          </a:p>
        </p:txBody>
      </p:sp>
      <p:sp>
        <p:nvSpPr>
          <p:cNvPr id="37" name="Espace réservé du texte 3">
            <a:extLst>
              <a:ext uri="{FF2B5EF4-FFF2-40B4-BE49-F238E27FC236}">
                <a16:creationId xmlns:a16="http://schemas.microsoft.com/office/drawing/2014/main" id="{C6B52255-5D94-954A-8D9F-ED77B6B3D18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48534" y="2810294"/>
            <a:ext cx="2312723" cy="83159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500" b="0" i="1">
                <a:solidFill>
                  <a:schemeClr val="bg1"/>
                </a:solidFill>
                <a:latin typeface="Futura PT Medium" panose="020B0502020204020303" pitchFamily="34" charset="77"/>
              </a:defRPr>
            </a:lvl1pPr>
          </a:lstStyle>
          <a:p>
            <a:pPr lvl="0"/>
            <a:r>
              <a:rPr lang="fr-FR"/>
              <a:t>Nam libero </a:t>
            </a:r>
            <a:r>
              <a:rPr lang="fr-FR" err="1"/>
              <a:t>tempore</a:t>
            </a:r>
            <a:r>
              <a:rPr lang="fr-FR"/>
              <a:t>, cum </a:t>
            </a:r>
            <a:r>
              <a:rPr lang="fr-FR" err="1"/>
              <a:t>soluta</a:t>
            </a:r>
            <a:r>
              <a:rPr lang="fr-FR"/>
              <a:t> est </a:t>
            </a:r>
            <a:r>
              <a:rPr lang="fr-FR" err="1"/>
              <a:t>nobis</a:t>
            </a:r>
            <a:r>
              <a:rPr lang="fr-FR"/>
              <a:t>.</a:t>
            </a:r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58CB8BF5-6937-2B44-80FB-A75A3EA4D02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7101" y="4562788"/>
            <a:ext cx="7954156" cy="28202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125" b="0" i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</a:lstStyle>
          <a:p>
            <a:pPr lvl="0"/>
            <a:r>
              <a:rPr lang="fr-FR"/>
              <a:t>Nam libero </a:t>
            </a:r>
            <a:r>
              <a:rPr lang="fr-FR" err="1"/>
              <a:t>tempore</a:t>
            </a:r>
            <a:r>
              <a:rPr lang="fr-FR"/>
              <a:t>, cum </a:t>
            </a:r>
            <a:r>
              <a:rPr lang="fr-FR" err="1"/>
              <a:t>soluta</a:t>
            </a:r>
            <a:r>
              <a:rPr lang="fr-FR"/>
              <a:t> est </a:t>
            </a:r>
            <a:r>
              <a:rPr lang="fr-FR" err="1"/>
              <a:t>nobis</a:t>
            </a:r>
            <a:r>
              <a:rPr lang="fr-F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2711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EMA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DA19E4A5-76DB-2848-92B1-860AA64F1A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3" y="500297"/>
            <a:ext cx="7926049" cy="3841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schéma de </a:t>
            </a:r>
            <a:r>
              <a:rPr lang="fr-FR" err="1"/>
              <a:t>process</a:t>
            </a:r>
            <a:endParaRPr lang="fr-FR"/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04AE4DC9-32B1-F540-AA1E-81FEBBE7458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5229" y="901568"/>
            <a:ext cx="7929796" cy="337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Sous titre du schéma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2B6D4A07-B91C-0744-AE94-7C826919DE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084" y="3556478"/>
            <a:ext cx="2316956" cy="7584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d’annotation des schémas à placer comme on le souhaite. Texte d’annotation des schémas à placer comme on le souhaite. Texte d’annotation des schémas à placer comme on le souhaite.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E0341F-CBBE-154F-87B5-96B547D321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547" y="1344443"/>
            <a:ext cx="1201340" cy="12013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1.</a:t>
            </a:r>
          </a:p>
          <a:p>
            <a:pPr lvl="0"/>
            <a:r>
              <a:rPr lang="fr-FR"/>
              <a:t>Descriptif du </a:t>
            </a:r>
            <a:r>
              <a:rPr lang="fr-FR" err="1"/>
              <a:t>process</a:t>
            </a:r>
            <a:endParaRPr lang="fr-FR"/>
          </a:p>
          <a:p>
            <a:pPr lvl="0"/>
            <a:r>
              <a:rPr lang="fr-FR"/>
              <a:t>étape 1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405C76C8-A1D8-C743-B423-FD7E3BD080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55423" y="1344443"/>
            <a:ext cx="1201340" cy="12013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2.</a:t>
            </a:r>
          </a:p>
          <a:p>
            <a:pPr lvl="0"/>
            <a:r>
              <a:rPr lang="fr-FR"/>
              <a:t>Descriptif du </a:t>
            </a:r>
            <a:r>
              <a:rPr lang="fr-FR" err="1"/>
              <a:t>process</a:t>
            </a:r>
            <a:endParaRPr lang="fr-FR"/>
          </a:p>
          <a:p>
            <a:pPr lvl="0"/>
            <a:r>
              <a:rPr lang="fr-FR"/>
              <a:t>étape 2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6EA1C7C1-5D4C-C34A-8C51-D826F8096F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71343" y="1344443"/>
            <a:ext cx="1201340" cy="12013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3.</a:t>
            </a:r>
          </a:p>
          <a:p>
            <a:pPr lvl="0"/>
            <a:r>
              <a:rPr lang="fr-FR"/>
              <a:t>à copier</a:t>
            </a:r>
          </a:p>
          <a:p>
            <a:pPr lvl="0"/>
            <a:r>
              <a:rPr lang="fr-FR"/>
              <a:t>coller le nombre de fois nécessaires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BEAF3607-C4B6-8141-914F-3DD718D72F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87241" y="1344443"/>
            <a:ext cx="1201340" cy="12013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4.</a:t>
            </a:r>
          </a:p>
          <a:p>
            <a:pPr lvl="0"/>
            <a:r>
              <a:rPr lang="fr-FR"/>
              <a:t>On peut aussi modifier la couleur de fond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B0E3EFFC-71A5-E744-A077-A61AF9AD0B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03126" y="1344443"/>
            <a:ext cx="1201340" cy="12013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3.</a:t>
            </a:r>
          </a:p>
          <a:p>
            <a:pPr lvl="0"/>
            <a:r>
              <a:rPr lang="fr-FR"/>
              <a:t>à copier</a:t>
            </a:r>
          </a:p>
          <a:p>
            <a:pPr lvl="0"/>
            <a:r>
              <a:rPr lang="fr-FR"/>
              <a:t>coller le nombre de fois nécessaires</a:t>
            </a:r>
          </a:p>
        </p:txBody>
      </p:sp>
    </p:spTree>
    <p:extLst>
      <p:ext uri="{BB962C8B-B14F-4D97-AF65-F5344CB8AC3E}">
        <p14:creationId xmlns:p14="http://schemas.microsoft.com/office/powerpoint/2010/main" val="4085444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EMA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DA19E4A5-76DB-2848-92B1-860AA64F1A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3" y="500297"/>
            <a:ext cx="7926049" cy="3841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planning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04AE4DC9-32B1-F540-AA1E-81FEBBE7458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5229" y="901568"/>
            <a:ext cx="7929796" cy="337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Sous titre du planning si besoin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2B6D4A07-B91C-0744-AE94-7C826919DE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5227" y="2038976"/>
            <a:ext cx="1593980" cy="2091149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spcBef>
                <a:spcPts val="375"/>
              </a:spcBef>
              <a:buNone/>
              <a:defRPr sz="90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endParaRPr lang="fr-FR"/>
          </a:p>
          <a:p>
            <a:pPr lvl="0"/>
            <a:endParaRPr lang="fr-FR"/>
          </a:p>
          <a:p>
            <a:pPr lvl="0"/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endParaRPr lang="fr-FR"/>
          </a:p>
          <a:p>
            <a:pPr lvl="0"/>
            <a:r>
              <a:rPr lang="fr-FR"/>
              <a:t>Amet lupus </a:t>
            </a:r>
            <a:r>
              <a:rPr lang="fr-FR" err="1"/>
              <a:t>pugnat</a:t>
            </a:r>
            <a:endParaRPr lang="fr-FR"/>
          </a:p>
          <a:p>
            <a:pPr lvl="0"/>
            <a:r>
              <a:rPr lang="fr-FR" err="1"/>
              <a:t>Agnum</a:t>
            </a:r>
            <a:r>
              <a:rPr lang="fr-FR"/>
              <a:t> </a:t>
            </a:r>
            <a:r>
              <a:rPr lang="fr-FR" err="1"/>
              <a:t>vincit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E0341F-CBBE-154F-87B5-96B547D321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9845" y="2025704"/>
            <a:ext cx="1201340" cy="270000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1</a:t>
            </a:r>
          </a:p>
        </p:txBody>
      </p:sp>
      <p:sp>
        <p:nvSpPr>
          <p:cNvPr id="43" name="Espace réservé du texte 9">
            <a:extLst>
              <a:ext uri="{FF2B5EF4-FFF2-40B4-BE49-F238E27FC236}">
                <a16:creationId xmlns:a16="http://schemas.microsoft.com/office/drawing/2014/main" id="{3CC1E2B8-6784-C34A-B202-FF1A84A605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52588" y="1615925"/>
            <a:ext cx="715075" cy="27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25" b="1" i="1" cap="all" baseline="0"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JUIL</a:t>
            </a:r>
          </a:p>
        </p:txBody>
      </p:sp>
      <p:sp>
        <p:nvSpPr>
          <p:cNvPr id="44" name="Espace réservé du texte 9">
            <a:extLst>
              <a:ext uri="{FF2B5EF4-FFF2-40B4-BE49-F238E27FC236}">
                <a16:creationId xmlns:a16="http://schemas.microsoft.com/office/drawing/2014/main" id="{5BFB2E83-D9FC-8C4B-89F4-CF57D2B9E7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61831" y="1615925"/>
            <a:ext cx="715075" cy="27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25" b="1" i="1" cap="all" baseline="0"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aout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653637EF-BD70-A748-92DC-4D05345652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69851" y="1611509"/>
            <a:ext cx="715075" cy="27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25" b="1" i="1" cap="all" baseline="0"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JUIL</a:t>
            </a:r>
          </a:p>
        </p:txBody>
      </p:sp>
      <p:sp>
        <p:nvSpPr>
          <p:cNvPr id="46" name="Espace réservé du texte 9">
            <a:extLst>
              <a:ext uri="{FF2B5EF4-FFF2-40B4-BE49-F238E27FC236}">
                <a16:creationId xmlns:a16="http://schemas.microsoft.com/office/drawing/2014/main" id="{EF32B2FF-790B-614D-AB02-C237A4FD12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0325" y="1617865"/>
            <a:ext cx="715075" cy="27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25" b="1" i="1" cap="all" baseline="0"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JUIL</a:t>
            </a:r>
          </a:p>
        </p:txBody>
      </p:sp>
      <p:sp>
        <p:nvSpPr>
          <p:cNvPr id="47" name="Espace réservé du texte 9">
            <a:extLst>
              <a:ext uri="{FF2B5EF4-FFF2-40B4-BE49-F238E27FC236}">
                <a16:creationId xmlns:a16="http://schemas.microsoft.com/office/drawing/2014/main" id="{E410646C-5DD5-814D-83D9-7C73B978F8F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89568" y="1617865"/>
            <a:ext cx="715075" cy="27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25" b="1" i="1" cap="all" baseline="0"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JUIL</a:t>
            </a:r>
          </a:p>
        </p:txBody>
      </p:sp>
      <p:sp>
        <p:nvSpPr>
          <p:cNvPr id="48" name="Espace réservé du texte 9">
            <a:extLst>
              <a:ext uri="{FF2B5EF4-FFF2-40B4-BE49-F238E27FC236}">
                <a16:creationId xmlns:a16="http://schemas.microsoft.com/office/drawing/2014/main" id="{2F597D8C-0CD1-AA44-9992-984A5D3F8F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97588" y="1613448"/>
            <a:ext cx="715075" cy="27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25" b="1" i="1" cap="all" baseline="0"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JUIL</a:t>
            </a:r>
          </a:p>
        </p:txBody>
      </p:sp>
      <p:sp>
        <p:nvSpPr>
          <p:cNvPr id="49" name="Espace réservé du texte 2">
            <a:extLst>
              <a:ext uri="{FF2B5EF4-FFF2-40B4-BE49-F238E27FC236}">
                <a16:creationId xmlns:a16="http://schemas.microsoft.com/office/drawing/2014/main" id="{FE9D11E1-E8D3-B84D-B58D-636226474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11186" y="2023929"/>
            <a:ext cx="1201340" cy="27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2</a:t>
            </a:r>
          </a:p>
        </p:txBody>
      </p:sp>
      <p:sp>
        <p:nvSpPr>
          <p:cNvPr id="50" name="Espace réservé du texte 2">
            <a:extLst>
              <a:ext uri="{FF2B5EF4-FFF2-40B4-BE49-F238E27FC236}">
                <a16:creationId xmlns:a16="http://schemas.microsoft.com/office/drawing/2014/main" id="{CE673A80-3138-4747-9F40-9FEF73C600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25889" y="2023929"/>
            <a:ext cx="1201340" cy="27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3</a:t>
            </a:r>
          </a:p>
        </p:txBody>
      </p:sp>
      <p:sp>
        <p:nvSpPr>
          <p:cNvPr id="51" name="Espace réservé du texte 2">
            <a:extLst>
              <a:ext uri="{FF2B5EF4-FFF2-40B4-BE49-F238E27FC236}">
                <a16:creationId xmlns:a16="http://schemas.microsoft.com/office/drawing/2014/main" id="{DE9652B2-8144-624A-8555-B0102F6375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2327" y="2573525"/>
            <a:ext cx="1201340" cy="270000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1</a:t>
            </a:r>
          </a:p>
        </p:txBody>
      </p:sp>
      <p:sp>
        <p:nvSpPr>
          <p:cNvPr id="52" name="Espace réservé du texte 2">
            <a:extLst>
              <a:ext uri="{FF2B5EF4-FFF2-40B4-BE49-F238E27FC236}">
                <a16:creationId xmlns:a16="http://schemas.microsoft.com/office/drawing/2014/main" id="{5DAC705E-2D3C-714D-B7FC-13E3DC2CA1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23668" y="2571750"/>
            <a:ext cx="1201340" cy="27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2</a:t>
            </a:r>
          </a:p>
        </p:txBody>
      </p:sp>
      <p:sp>
        <p:nvSpPr>
          <p:cNvPr id="53" name="Espace réservé du texte 2">
            <a:extLst>
              <a:ext uri="{FF2B5EF4-FFF2-40B4-BE49-F238E27FC236}">
                <a16:creationId xmlns:a16="http://schemas.microsoft.com/office/drawing/2014/main" id="{304040DE-3EF2-C744-B741-0B2C6D64C1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38372" y="2571750"/>
            <a:ext cx="1429491" cy="27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3</a:t>
            </a:r>
          </a:p>
        </p:txBody>
      </p:sp>
      <p:sp>
        <p:nvSpPr>
          <p:cNvPr id="54" name="Espace réservé du texte 2">
            <a:extLst>
              <a:ext uri="{FF2B5EF4-FFF2-40B4-BE49-F238E27FC236}">
                <a16:creationId xmlns:a16="http://schemas.microsoft.com/office/drawing/2014/main" id="{1ADC6AC5-788B-8342-AC25-723A204687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62407" y="2842592"/>
            <a:ext cx="1201340" cy="270000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1</a:t>
            </a:r>
          </a:p>
        </p:txBody>
      </p:sp>
      <p:sp>
        <p:nvSpPr>
          <p:cNvPr id="55" name="Espace réservé du texte 2">
            <a:extLst>
              <a:ext uri="{FF2B5EF4-FFF2-40B4-BE49-F238E27FC236}">
                <a16:creationId xmlns:a16="http://schemas.microsoft.com/office/drawing/2014/main" id="{F44E4EC9-243E-F947-BE7C-66257BC1F1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63748" y="2840816"/>
            <a:ext cx="1201340" cy="27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2</a:t>
            </a:r>
          </a:p>
        </p:txBody>
      </p:sp>
      <p:sp>
        <p:nvSpPr>
          <p:cNvPr id="56" name="Espace réservé du texte 2">
            <a:extLst>
              <a:ext uri="{FF2B5EF4-FFF2-40B4-BE49-F238E27FC236}">
                <a16:creationId xmlns:a16="http://schemas.microsoft.com/office/drawing/2014/main" id="{C8C5617E-9D79-8F42-AC5C-F4F3E8FE3B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78451" y="2840816"/>
            <a:ext cx="1429491" cy="27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3</a:t>
            </a:r>
          </a:p>
        </p:txBody>
      </p:sp>
      <p:sp>
        <p:nvSpPr>
          <p:cNvPr id="57" name="Espace réservé du texte 2">
            <a:extLst>
              <a:ext uri="{FF2B5EF4-FFF2-40B4-BE49-F238E27FC236}">
                <a16:creationId xmlns:a16="http://schemas.microsoft.com/office/drawing/2014/main" id="{507229BC-B0E2-564E-8A25-E25DB665E4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14579" y="3118073"/>
            <a:ext cx="1201340" cy="270000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1</a:t>
            </a:r>
          </a:p>
        </p:txBody>
      </p:sp>
      <p:sp>
        <p:nvSpPr>
          <p:cNvPr id="58" name="Espace réservé du texte 2">
            <a:extLst>
              <a:ext uri="{FF2B5EF4-FFF2-40B4-BE49-F238E27FC236}">
                <a16:creationId xmlns:a16="http://schemas.microsoft.com/office/drawing/2014/main" id="{FF8A2F49-2ABF-2443-AB46-040D647D672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15919" y="3116297"/>
            <a:ext cx="1201340" cy="27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2</a:t>
            </a:r>
          </a:p>
        </p:txBody>
      </p:sp>
      <p:sp>
        <p:nvSpPr>
          <p:cNvPr id="59" name="Espace réservé du texte 2">
            <a:extLst>
              <a:ext uri="{FF2B5EF4-FFF2-40B4-BE49-F238E27FC236}">
                <a16:creationId xmlns:a16="http://schemas.microsoft.com/office/drawing/2014/main" id="{648800D1-5B37-E24F-BA7B-FBFC6A3C4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30621" y="3116297"/>
            <a:ext cx="1429491" cy="27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3</a:t>
            </a:r>
          </a:p>
        </p:txBody>
      </p:sp>
      <p:sp>
        <p:nvSpPr>
          <p:cNvPr id="60" name="Espace réservé du texte 9">
            <a:extLst>
              <a:ext uri="{FF2B5EF4-FFF2-40B4-BE49-F238E27FC236}">
                <a16:creationId xmlns:a16="http://schemas.microsoft.com/office/drawing/2014/main" id="{A0E7069E-EC2F-764C-BF30-5C1F28AEAAC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114071" y="3713912"/>
            <a:ext cx="1362940" cy="41621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i="1" cap="all" baseline="0">
                <a:solidFill>
                  <a:srgbClr val="FF75CA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Démarrage</a:t>
            </a:r>
          </a:p>
          <a:p>
            <a:pPr lvl="0"/>
            <a:r>
              <a:rPr lang="fr-FR"/>
              <a:t>déploiement</a:t>
            </a:r>
          </a:p>
        </p:txBody>
      </p:sp>
    </p:spTree>
    <p:extLst>
      <p:ext uri="{BB962C8B-B14F-4D97-AF65-F5344CB8AC3E}">
        <p14:creationId xmlns:p14="http://schemas.microsoft.com/office/powerpoint/2010/main" val="583068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DA19E4A5-76DB-2848-92B1-860AA64F1A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3" y="500297"/>
            <a:ext cx="7926049" cy="3841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schéma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04AE4DC9-32B1-F540-AA1E-81FEBBE7458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5229" y="901568"/>
            <a:ext cx="7929796" cy="337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Sous titre du schéma</a:t>
            </a:r>
          </a:p>
        </p:txBody>
      </p:sp>
      <p:sp>
        <p:nvSpPr>
          <p:cNvPr id="40" name="Espace réservé du texte 9">
            <a:extLst>
              <a:ext uri="{FF2B5EF4-FFF2-40B4-BE49-F238E27FC236}">
                <a16:creationId xmlns:a16="http://schemas.microsoft.com/office/drawing/2014/main" id="{E51E1E35-BFD8-5342-8FBC-12A128F400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5728" y="1429258"/>
            <a:ext cx="2316956" cy="2624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 i="1" cap="all" baseline="0">
                <a:solidFill>
                  <a:srgbClr val="FF75CA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4E0DA0C8-CA07-324F-9F76-F44023E7D6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5726" y="173322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42" name="Espace réservé du texte 9">
            <a:extLst>
              <a:ext uri="{FF2B5EF4-FFF2-40B4-BE49-F238E27FC236}">
                <a16:creationId xmlns:a16="http://schemas.microsoft.com/office/drawing/2014/main" id="{4FE10AC7-351D-294A-9AD0-ED853CD5ED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82462" y="173322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Lorem</a:t>
            </a:r>
            <a:endParaRPr lang="fr-FR"/>
          </a:p>
        </p:txBody>
      </p:sp>
      <p:sp>
        <p:nvSpPr>
          <p:cNvPr id="43" name="Espace réservé du texte 9">
            <a:extLst>
              <a:ext uri="{FF2B5EF4-FFF2-40B4-BE49-F238E27FC236}">
                <a16:creationId xmlns:a16="http://schemas.microsoft.com/office/drawing/2014/main" id="{228A20AE-B9BA-CD4F-BD24-21CD144E76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5726" y="199565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4" name="Espace réservé du texte 9">
            <a:extLst>
              <a:ext uri="{FF2B5EF4-FFF2-40B4-BE49-F238E27FC236}">
                <a16:creationId xmlns:a16="http://schemas.microsoft.com/office/drawing/2014/main" id="{344E4CB5-E1CB-EB4B-ACEC-84C10DBFBD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82462" y="198526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28B4D2F1-738E-EA4C-8915-38B772D352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59197" y="173322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46" name="Espace réservé du texte 9">
            <a:extLst>
              <a:ext uri="{FF2B5EF4-FFF2-40B4-BE49-F238E27FC236}">
                <a16:creationId xmlns:a16="http://schemas.microsoft.com/office/drawing/2014/main" id="{D10D1C00-67E9-3F43-A71F-0B23AF9631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5931" y="173322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47" name="Espace réservé du texte 9">
            <a:extLst>
              <a:ext uri="{FF2B5EF4-FFF2-40B4-BE49-F238E27FC236}">
                <a16:creationId xmlns:a16="http://schemas.microsoft.com/office/drawing/2014/main" id="{15AC013B-B161-FF44-BAC6-BD81FA1C5A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9197" y="1995648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8" name="Espace réservé du texte 9">
            <a:extLst>
              <a:ext uri="{FF2B5EF4-FFF2-40B4-BE49-F238E27FC236}">
                <a16:creationId xmlns:a16="http://schemas.microsoft.com/office/drawing/2014/main" id="{24F36228-37C9-AC4B-BCC2-B4B49C5E6A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35931" y="198526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9" name="Espace réservé du texte 9">
            <a:extLst>
              <a:ext uri="{FF2B5EF4-FFF2-40B4-BE49-F238E27FC236}">
                <a16:creationId xmlns:a16="http://schemas.microsoft.com/office/drawing/2014/main" id="{0A870DB1-5A77-DB4D-B8FF-8010CC0E42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12665" y="173322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50" name="Espace réservé du texte 9">
            <a:extLst>
              <a:ext uri="{FF2B5EF4-FFF2-40B4-BE49-F238E27FC236}">
                <a16:creationId xmlns:a16="http://schemas.microsoft.com/office/drawing/2014/main" id="{EA368EDB-7F6D-DD49-9F87-87383B1166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12665" y="198526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1" name="Espace réservé du texte 9">
            <a:extLst>
              <a:ext uri="{FF2B5EF4-FFF2-40B4-BE49-F238E27FC236}">
                <a16:creationId xmlns:a16="http://schemas.microsoft.com/office/drawing/2014/main" id="{DBA6AD87-BF0B-7248-A6C9-7F6415A5F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5726" y="2227701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2" name="Espace réservé du texte 9">
            <a:extLst>
              <a:ext uri="{FF2B5EF4-FFF2-40B4-BE49-F238E27FC236}">
                <a16:creationId xmlns:a16="http://schemas.microsoft.com/office/drawing/2014/main" id="{31B4F203-1AF0-0C43-B345-ADE6D5E07D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82462" y="22173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3" name="Espace réservé du texte 9">
            <a:extLst>
              <a:ext uri="{FF2B5EF4-FFF2-40B4-BE49-F238E27FC236}">
                <a16:creationId xmlns:a16="http://schemas.microsoft.com/office/drawing/2014/main" id="{B95DD8BC-7DDA-C841-AA15-CF460D1C51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59197" y="222770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4" name="Espace réservé du texte 9">
            <a:extLst>
              <a:ext uri="{FF2B5EF4-FFF2-40B4-BE49-F238E27FC236}">
                <a16:creationId xmlns:a16="http://schemas.microsoft.com/office/drawing/2014/main" id="{762AFB01-B9C7-E74F-A89A-C91A689E62A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5931" y="22173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5" name="Espace réservé du texte 9">
            <a:extLst>
              <a:ext uri="{FF2B5EF4-FFF2-40B4-BE49-F238E27FC236}">
                <a16:creationId xmlns:a16="http://schemas.microsoft.com/office/drawing/2014/main" id="{782EA951-21E7-2944-B620-CBDD82D6C8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2665" y="22173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6" name="Espace réservé du texte 9">
            <a:extLst>
              <a:ext uri="{FF2B5EF4-FFF2-40B4-BE49-F238E27FC236}">
                <a16:creationId xmlns:a16="http://schemas.microsoft.com/office/drawing/2014/main" id="{9CF7A522-178B-A747-A05E-14FABC43E8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5726" y="246135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7" name="Espace réservé du texte 9">
            <a:extLst>
              <a:ext uri="{FF2B5EF4-FFF2-40B4-BE49-F238E27FC236}">
                <a16:creationId xmlns:a16="http://schemas.microsoft.com/office/drawing/2014/main" id="{093C5744-ACE2-CB45-A565-D89AF76AE7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82462" y="245096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8" name="Espace réservé du texte 9">
            <a:extLst>
              <a:ext uri="{FF2B5EF4-FFF2-40B4-BE49-F238E27FC236}">
                <a16:creationId xmlns:a16="http://schemas.microsoft.com/office/drawing/2014/main" id="{679A672B-DBB8-124B-9F45-20EBB001FA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59197" y="246135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9" name="Espace réservé du texte 9">
            <a:extLst>
              <a:ext uri="{FF2B5EF4-FFF2-40B4-BE49-F238E27FC236}">
                <a16:creationId xmlns:a16="http://schemas.microsoft.com/office/drawing/2014/main" id="{FBD77203-F2AC-FC4D-BF81-51A858E82B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35931" y="245096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0" name="Espace réservé du texte 9">
            <a:extLst>
              <a:ext uri="{FF2B5EF4-FFF2-40B4-BE49-F238E27FC236}">
                <a16:creationId xmlns:a16="http://schemas.microsoft.com/office/drawing/2014/main" id="{1CF444A6-CD6C-F047-9BAE-06CE7B08E9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12665" y="245096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1" name="Espace réservé du texte 9">
            <a:extLst>
              <a:ext uri="{FF2B5EF4-FFF2-40B4-BE49-F238E27FC236}">
                <a16:creationId xmlns:a16="http://schemas.microsoft.com/office/drawing/2014/main" id="{F180C650-4759-524F-9967-01DA2E31AD4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5726" y="269340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2" name="Espace réservé du texte 9">
            <a:extLst>
              <a:ext uri="{FF2B5EF4-FFF2-40B4-BE49-F238E27FC236}">
                <a16:creationId xmlns:a16="http://schemas.microsoft.com/office/drawing/2014/main" id="{177B5831-3AC0-6042-BD9E-C46A3F70A30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82462" y="268301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3" name="Espace réservé du texte 9">
            <a:extLst>
              <a:ext uri="{FF2B5EF4-FFF2-40B4-BE49-F238E27FC236}">
                <a16:creationId xmlns:a16="http://schemas.microsoft.com/office/drawing/2014/main" id="{7F3A5424-4A32-EA48-862F-1780CEC5E4B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59197" y="269340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4" name="Espace réservé du texte 9">
            <a:extLst>
              <a:ext uri="{FF2B5EF4-FFF2-40B4-BE49-F238E27FC236}">
                <a16:creationId xmlns:a16="http://schemas.microsoft.com/office/drawing/2014/main" id="{19050EE8-7C69-9940-92C7-4355F6BEF96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35931" y="268301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5" name="Espace réservé du texte 9">
            <a:extLst>
              <a:ext uri="{FF2B5EF4-FFF2-40B4-BE49-F238E27FC236}">
                <a16:creationId xmlns:a16="http://schemas.microsoft.com/office/drawing/2014/main" id="{CB0BF0D3-13F7-1342-94D2-B72EA93886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12665" y="268301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6" name="Espace réservé du texte 9">
            <a:extLst>
              <a:ext uri="{FF2B5EF4-FFF2-40B4-BE49-F238E27FC236}">
                <a16:creationId xmlns:a16="http://schemas.microsoft.com/office/drawing/2014/main" id="{C8D990E2-6A90-0D4A-9308-BE2240B80B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5229" y="3055714"/>
            <a:ext cx="2316956" cy="2624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 i="1" cap="all" baseline="0">
                <a:solidFill>
                  <a:srgbClr val="FF75CA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67" name="Espace réservé du texte 9">
            <a:extLst>
              <a:ext uri="{FF2B5EF4-FFF2-40B4-BE49-F238E27FC236}">
                <a16:creationId xmlns:a16="http://schemas.microsoft.com/office/drawing/2014/main" id="{3803820A-5453-DA43-AD71-C5DC56E089B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5228" y="335968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68" name="Espace réservé du texte 9">
            <a:extLst>
              <a:ext uri="{FF2B5EF4-FFF2-40B4-BE49-F238E27FC236}">
                <a16:creationId xmlns:a16="http://schemas.microsoft.com/office/drawing/2014/main" id="{F35741FB-F684-2947-A896-1331178DA85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181962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Lorem</a:t>
            </a:r>
            <a:endParaRPr lang="fr-FR"/>
          </a:p>
        </p:txBody>
      </p:sp>
      <p:sp>
        <p:nvSpPr>
          <p:cNvPr id="69" name="Espace réservé du texte 9">
            <a:extLst>
              <a:ext uri="{FF2B5EF4-FFF2-40B4-BE49-F238E27FC236}">
                <a16:creationId xmlns:a16="http://schemas.microsoft.com/office/drawing/2014/main" id="{55DA3414-D384-954E-8B58-6952394BFA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5228" y="362210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0" name="Espace réservé du texte 9">
            <a:extLst>
              <a:ext uri="{FF2B5EF4-FFF2-40B4-BE49-F238E27FC236}">
                <a16:creationId xmlns:a16="http://schemas.microsoft.com/office/drawing/2014/main" id="{2D8978F2-51F6-F144-9E28-89D0AABE85A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181962" y="361172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1" name="Espace réservé du texte 9">
            <a:extLst>
              <a:ext uri="{FF2B5EF4-FFF2-40B4-BE49-F238E27FC236}">
                <a16:creationId xmlns:a16="http://schemas.microsoft.com/office/drawing/2014/main" id="{C99CB454-AEF7-804A-825B-CE27F7C37D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758698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72" name="Espace réservé du texte 9">
            <a:extLst>
              <a:ext uri="{FF2B5EF4-FFF2-40B4-BE49-F238E27FC236}">
                <a16:creationId xmlns:a16="http://schemas.microsoft.com/office/drawing/2014/main" id="{57D67FE0-B3DB-F747-A254-EB0CD86213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35433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73" name="Espace réservé du texte 9">
            <a:extLst>
              <a:ext uri="{FF2B5EF4-FFF2-40B4-BE49-F238E27FC236}">
                <a16:creationId xmlns:a16="http://schemas.microsoft.com/office/drawing/2014/main" id="{F86107E5-FAEF-FC45-A4D9-9875807F109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58698" y="362210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4" name="Espace réservé du texte 9">
            <a:extLst>
              <a:ext uri="{FF2B5EF4-FFF2-40B4-BE49-F238E27FC236}">
                <a16:creationId xmlns:a16="http://schemas.microsoft.com/office/drawing/2014/main" id="{15CDCD5A-E05E-7140-A251-08D2D8E7B50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335433" y="3611721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5" name="Espace réservé du texte 9">
            <a:extLst>
              <a:ext uri="{FF2B5EF4-FFF2-40B4-BE49-F238E27FC236}">
                <a16:creationId xmlns:a16="http://schemas.microsoft.com/office/drawing/2014/main" id="{64793DF3-58B9-3E44-8EEC-862F468AF67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912167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76" name="Espace réservé du texte 9">
            <a:extLst>
              <a:ext uri="{FF2B5EF4-FFF2-40B4-BE49-F238E27FC236}">
                <a16:creationId xmlns:a16="http://schemas.microsoft.com/office/drawing/2014/main" id="{A65B0EE5-7AE9-444F-8766-E0DB4EA557E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912167" y="3611721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7" name="Espace réservé du texte 9">
            <a:extLst>
              <a:ext uri="{FF2B5EF4-FFF2-40B4-BE49-F238E27FC236}">
                <a16:creationId xmlns:a16="http://schemas.microsoft.com/office/drawing/2014/main" id="{352D362A-537C-6E44-95A6-759579B639B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5228" y="385415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8" name="Espace réservé du texte 9">
            <a:extLst>
              <a:ext uri="{FF2B5EF4-FFF2-40B4-BE49-F238E27FC236}">
                <a16:creationId xmlns:a16="http://schemas.microsoft.com/office/drawing/2014/main" id="{BC8DCE6D-6F14-1B46-AC48-80EA03AEE42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181962" y="384377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9" name="Espace réservé du texte 9">
            <a:extLst>
              <a:ext uri="{FF2B5EF4-FFF2-40B4-BE49-F238E27FC236}">
                <a16:creationId xmlns:a16="http://schemas.microsoft.com/office/drawing/2014/main" id="{040A8B5F-A5C7-8941-AD96-44728B5493D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58698" y="385415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0" name="Espace réservé du texte 9">
            <a:extLst>
              <a:ext uri="{FF2B5EF4-FFF2-40B4-BE49-F238E27FC236}">
                <a16:creationId xmlns:a16="http://schemas.microsoft.com/office/drawing/2014/main" id="{614B07DB-5037-D445-8B95-4A6CE48DB89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35433" y="38437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1" name="Espace réservé du texte 9">
            <a:extLst>
              <a:ext uri="{FF2B5EF4-FFF2-40B4-BE49-F238E27FC236}">
                <a16:creationId xmlns:a16="http://schemas.microsoft.com/office/drawing/2014/main" id="{128DF60D-C43C-B544-B41A-FED3B1EAF29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912167" y="38437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2" name="Espace réservé du texte 9">
            <a:extLst>
              <a:ext uri="{FF2B5EF4-FFF2-40B4-BE49-F238E27FC236}">
                <a16:creationId xmlns:a16="http://schemas.microsoft.com/office/drawing/2014/main" id="{5EDD0335-85CA-BA41-ABB1-BDFF758A987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05228" y="4087808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3" name="Espace réservé du texte 9">
            <a:extLst>
              <a:ext uri="{FF2B5EF4-FFF2-40B4-BE49-F238E27FC236}">
                <a16:creationId xmlns:a16="http://schemas.microsoft.com/office/drawing/2014/main" id="{B8576807-A6FF-294A-86D9-7517D9F42D3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81962" y="407742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4" name="Espace réservé du texte 9">
            <a:extLst>
              <a:ext uri="{FF2B5EF4-FFF2-40B4-BE49-F238E27FC236}">
                <a16:creationId xmlns:a16="http://schemas.microsoft.com/office/drawing/2014/main" id="{0D8098AE-4C20-D34B-A8F7-0A5F6385BAA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758698" y="408780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5" name="Espace réservé du texte 9">
            <a:extLst>
              <a:ext uri="{FF2B5EF4-FFF2-40B4-BE49-F238E27FC236}">
                <a16:creationId xmlns:a16="http://schemas.microsoft.com/office/drawing/2014/main" id="{F241CAB9-0067-3E4B-B93A-0418C715320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35433" y="407742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6" name="Espace réservé du texte 9">
            <a:extLst>
              <a:ext uri="{FF2B5EF4-FFF2-40B4-BE49-F238E27FC236}">
                <a16:creationId xmlns:a16="http://schemas.microsoft.com/office/drawing/2014/main" id="{A14ECE80-9D4D-674A-98E6-8694C4AC9D1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912167" y="407742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7" name="Espace réservé du texte 9">
            <a:extLst>
              <a:ext uri="{FF2B5EF4-FFF2-40B4-BE49-F238E27FC236}">
                <a16:creationId xmlns:a16="http://schemas.microsoft.com/office/drawing/2014/main" id="{549B18DA-57D0-9240-9455-1E4027A2362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05228" y="4319859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8" name="Espace réservé du texte 9">
            <a:extLst>
              <a:ext uri="{FF2B5EF4-FFF2-40B4-BE49-F238E27FC236}">
                <a16:creationId xmlns:a16="http://schemas.microsoft.com/office/drawing/2014/main" id="{0F6A81F8-8F42-6A40-90EC-525F644A8D9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81962" y="43094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9" name="Espace réservé du texte 9">
            <a:extLst>
              <a:ext uri="{FF2B5EF4-FFF2-40B4-BE49-F238E27FC236}">
                <a16:creationId xmlns:a16="http://schemas.microsoft.com/office/drawing/2014/main" id="{22D9B229-56A1-0A40-8E5B-2113204DE0F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758698" y="4319858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90" name="Espace réservé du texte 9">
            <a:extLst>
              <a:ext uri="{FF2B5EF4-FFF2-40B4-BE49-F238E27FC236}">
                <a16:creationId xmlns:a16="http://schemas.microsoft.com/office/drawing/2014/main" id="{5FA554A9-2096-594F-9373-2A61AFFF3D7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335433" y="43094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91" name="Espace réservé du texte 9">
            <a:extLst>
              <a:ext uri="{FF2B5EF4-FFF2-40B4-BE49-F238E27FC236}">
                <a16:creationId xmlns:a16="http://schemas.microsoft.com/office/drawing/2014/main" id="{49581A6C-6442-1944-A044-2E471CAE2FC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912167" y="43094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</p:spTree>
    <p:extLst>
      <p:ext uri="{BB962C8B-B14F-4D97-AF65-F5344CB8AC3E}">
        <p14:creationId xmlns:p14="http://schemas.microsoft.com/office/powerpoint/2010/main" val="1214203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AU-NOI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DA19E4A5-76DB-2848-92B1-860AA64F1A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3" y="500297"/>
            <a:ext cx="7926049" cy="3841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solidFill>
                  <a:schemeClr val="bg1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schéma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04AE4DC9-32B1-F540-AA1E-81FEBBE7458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5229" y="901568"/>
            <a:ext cx="7929796" cy="337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Sous titre du schéma</a:t>
            </a:r>
          </a:p>
        </p:txBody>
      </p:sp>
      <p:sp>
        <p:nvSpPr>
          <p:cNvPr id="40" name="Espace réservé du texte 9">
            <a:extLst>
              <a:ext uri="{FF2B5EF4-FFF2-40B4-BE49-F238E27FC236}">
                <a16:creationId xmlns:a16="http://schemas.microsoft.com/office/drawing/2014/main" id="{E51E1E35-BFD8-5342-8FBC-12A128F400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5728" y="1429258"/>
            <a:ext cx="2316956" cy="2624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 i="1" cap="all" baseline="0">
                <a:solidFill>
                  <a:srgbClr val="FF75CA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4E0DA0C8-CA07-324F-9F76-F44023E7D6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5726" y="173322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42" name="Espace réservé du texte 9">
            <a:extLst>
              <a:ext uri="{FF2B5EF4-FFF2-40B4-BE49-F238E27FC236}">
                <a16:creationId xmlns:a16="http://schemas.microsoft.com/office/drawing/2014/main" id="{4FE10AC7-351D-294A-9AD0-ED853CD5ED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82462" y="173322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Lorem</a:t>
            </a:r>
            <a:endParaRPr lang="fr-FR"/>
          </a:p>
        </p:txBody>
      </p:sp>
      <p:sp>
        <p:nvSpPr>
          <p:cNvPr id="43" name="Espace réservé du texte 9">
            <a:extLst>
              <a:ext uri="{FF2B5EF4-FFF2-40B4-BE49-F238E27FC236}">
                <a16:creationId xmlns:a16="http://schemas.microsoft.com/office/drawing/2014/main" id="{228A20AE-B9BA-CD4F-BD24-21CD144E76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5726" y="199565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4" name="Espace réservé du texte 9">
            <a:extLst>
              <a:ext uri="{FF2B5EF4-FFF2-40B4-BE49-F238E27FC236}">
                <a16:creationId xmlns:a16="http://schemas.microsoft.com/office/drawing/2014/main" id="{344E4CB5-E1CB-EB4B-ACEC-84C10DBFBD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82462" y="198526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28B4D2F1-738E-EA4C-8915-38B772D352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59197" y="173322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46" name="Espace réservé du texte 9">
            <a:extLst>
              <a:ext uri="{FF2B5EF4-FFF2-40B4-BE49-F238E27FC236}">
                <a16:creationId xmlns:a16="http://schemas.microsoft.com/office/drawing/2014/main" id="{D10D1C00-67E9-3F43-A71F-0B23AF9631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5931" y="173322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47" name="Espace réservé du texte 9">
            <a:extLst>
              <a:ext uri="{FF2B5EF4-FFF2-40B4-BE49-F238E27FC236}">
                <a16:creationId xmlns:a16="http://schemas.microsoft.com/office/drawing/2014/main" id="{15AC013B-B161-FF44-BAC6-BD81FA1C5A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9197" y="1995648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8" name="Espace réservé du texte 9">
            <a:extLst>
              <a:ext uri="{FF2B5EF4-FFF2-40B4-BE49-F238E27FC236}">
                <a16:creationId xmlns:a16="http://schemas.microsoft.com/office/drawing/2014/main" id="{24F36228-37C9-AC4B-BCC2-B4B49C5E6A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35931" y="198526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9" name="Espace réservé du texte 9">
            <a:extLst>
              <a:ext uri="{FF2B5EF4-FFF2-40B4-BE49-F238E27FC236}">
                <a16:creationId xmlns:a16="http://schemas.microsoft.com/office/drawing/2014/main" id="{0A870DB1-5A77-DB4D-B8FF-8010CC0E42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12665" y="173322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50" name="Espace réservé du texte 9">
            <a:extLst>
              <a:ext uri="{FF2B5EF4-FFF2-40B4-BE49-F238E27FC236}">
                <a16:creationId xmlns:a16="http://schemas.microsoft.com/office/drawing/2014/main" id="{EA368EDB-7F6D-DD49-9F87-87383B1166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12665" y="198526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1" name="Espace réservé du texte 9">
            <a:extLst>
              <a:ext uri="{FF2B5EF4-FFF2-40B4-BE49-F238E27FC236}">
                <a16:creationId xmlns:a16="http://schemas.microsoft.com/office/drawing/2014/main" id="{DBA6AD87-BF0B-7248-A6C9-7F6415A5F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5726" y="2227701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2" name="Espace réservé du texte 9">
            <a:extLst>
              <a:ext uri="{FF2B5EF4-FFF2-40B4-BE49-F238E27FC236}">
                <a16:creationId xmlns:a16="http://schemas.microsoft.com/office/drawing/2014/main" id="{31B4F203-1AF0-0C43-B345-ADE6D5E07D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82462" y="22173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3" name="Espace réservé du texte 9">
            <a:extLst>
              <a:ext uri="{FF2B5EF4-FFF2-40B4-BE49-F238E27FC236}">
                <a16:creationId xmlns:a16="http://schemas.microsoft.com/office/drawing/2014/main" id="{B95DD8BC-7DDA-C841-AA15-CF460D1C51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59197" y="222770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4" name="Espace réservé du texte 9">
            <a:extLst>
              <a:ext uri="{FF2B5EF4-FFF2-40B4-BE49-F238E27FC236}">
                <a16:creationId xmlns:a16="http://schemas.microsoft.com/office/drawing/2014/main" id="{762AFB01-B9C7-E74F-A89A-C91A689E62A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5931" y="22173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5" name="Espace réservé du texte 9">
            <a:extLst>
              <a:ext uri="{FF2B5EF4-FFF2-40B4-BE49-F238E27FC236}">
                <a16:creationId xmlns:a16="http://schemas.microsoft.com/office/drawing/2014/main" id="{782EA951-21E7-2944-B620-CBDD82D6C8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2665" y="22173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6" name="Espace réservé du texte 9">
            <a:extLst>
              <a:ext uri="{FF2B5EF4-FFF2-40B4-BE49-F238E27FC236}">
                <a16:creationId xmlns:a16="http://schemas.microsoft.com/office/drawing/2014/main" id="{9CF7A522-178B-A747-A05E-14FABC43E8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5726" y="246135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7" name="Espace réservé du texte 9">
            <a:extLst>
              <a:ext uri="{FF2B5EF4-FFF2-40B4-BE49-F238E27FC236}">
                <a16:creationId xmlns:a16="http://schemas.microsoft.com/office/drawing/2014/main" id="{093C5744-ACE2-CB45-A565-D89AF76AE7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82462" y="245096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8" name="Espace réservé du texte 9">
            <a:extLst>
              <a:ext uri="{FF2B5EF4-FFF2-40B4-BE49-F238E27FC236}">
                <a16:creationId xmlns:a16="http://schemas.microsoft.com/office/drawing/2014/main" id="{679A672B-DBB8-124B-9F45-20EBB001FA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59197" y="246135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9" name="Espace réservé du texte 9">
            <a:extLst>
              <a:ext uri="{FF2B5EF4-FFF2-40B4-BE49-F238E27FC236}">
                <a16:creationId xmlns:a16="http://schemas.microsoft.com/office/drawing/2014/main" id="{FBD77203-F2AC-FC4D-BF81-51A858E82B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35931" y="245096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0" name="Espace réservé du texte 9">
            <a:extLst>
              <a:ext uri="{FF2B5EF4-FFF2-40B4-BE49-F238E27FC236}">
                <a16:creationId xmlns:a16="http://schemas.microsoft.com/office/drawing/2014/main" id="{1CF444A6-CD6C-F047-9BAE-06CE7B08E9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12665" y="245096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1" name="Espace réservé du texte 9">
            <a:extLst>
              <a:ext uri="{FF2B5EF4-FFF2-40B4-BE49-F238E27FC236}">
                <a16:creationId xmlns:a16="http://schemas.microsoft.com/office/drawing/2014/main" id="{F180C650-4759-524F-9967-01DA2E31AD4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5726" y="269340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2" name="Espace réservé du texte 9">
            <a:extLst>
              <a:ext uri="{FF2B5EF4-FFF2-40B4-BE49-F238E27FC236}">
                <a16:creationId xmlns:a16="http://schemas.microsoft.com/office/drawing/2014/main" id="{177B5831-3AC0-6042-BD9E-C46A3F70A30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82462" y="268301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3" name="Espace réservé du texte 9">
            <a:extLst>
              <a:ext uri="{FF2B5EF4-FFF2-40B4-BE49-F238E27FC236}">
                <a16:creationId xmlns:a16="http://schemas.microsoft.com/office/drawing/2014/main" id="{7F3A5424-4A32-EA48-862F-1780CEC5E4B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59197" y="269340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4" name="Espace réservé du texte 9">
            <a:extLst>
              <a:ext uri="{FF2B5EF4-FFF2-40B4-BE49-F238E27FC236}">
                <a16:creationId xmlns:a16="http://schemas.microsoft.com/office/drawing/2014/main" id="{19050EE8-7C69-9940-92C7-4355F6BEF96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35931" y="268301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5" name="Espace réservé du texte 9">
            <a:extLst>
              <a:ext uri="{FF2B5EF4-FFF2-40B4-BE49-F238E27FC236}">
                <a16:creationId xmlns:a16="http://schemas.microsoft.com/office/drawing/2014/main" id="{CB0BF0D3-13F7-1342-94D2-B72EA93886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12665" y="268301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6" name="Espace réservé du texte 9">
            <a:extLst>
              <a:ext uri="{FF2B5EF4-FFF2-40B4-BE49-F238E27FC236}">
                <a16:creationId xmlns:a16="http://schemas.microsoft.com/office/drawing/2014/main" id="{C8D990E2-6A90-0D4A-9308-BE2240B80B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5229" y="3055714"/>
            <a:ext cx="2316956" cy="2624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 i="1" cap="all" baseline="0">
                <a:solidFill>
                  <a:srgbClr val="FF75CA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67" name="Espace réservé du texte 9">
            <a:extLst>
              <a:ext uri="{FF2B5EF4-FFF2-40B4-BE49-F238E27FC236}">
                <a16:creationId xmlns:a16="http://schemas.microsoft.com/office/drawing/2014/main" id="{3803820A-5453-DA43-AD71-C5DC56E089B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5228" y="335968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68" name="Espace réservé du texte 9">
            <a:extLst>
              <a:ext uri="{FF2B5EF4-FFF2-40B4-BE49-F238E27FC236}">
                <a16:creationId xmlns:a16="http://schemas.microsoft.com/office/drawing/2014/main" id="{F35741FB-F684-2947-A896-1331178DA85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181962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Lorem</a:t>
            </a:r>
            <a:endParaRPr lang="fr-FR"/>
          </a:p>
        </p:txBody>
      </p:sp>
      <p:sp>
        <p:nvSpPr>
          <p:cNvPr id="69" name="Espace réservé du texte 9">
            <a:extLst>
              <a:ext uri="{FF2B5EF4-FFF2-40B4-BE49-F238E27FC236}">
                <a16:creationId xmlns:a16="http://schemas.microsoft.com/office/drawing/2014/main" id="{55DA3414-D384-954E-8B58-6952394BFA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5228" y="362210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0" name="Espace réservé du texte 9">
            <a:extLst>
              <a:ext uri="{FF2B5EF4-FFF2-40B4-BE49-F238E27FC236}">
                <a16:creationId xmlns:a16="http://schemas.microsoft.com/office/drawing/2014/main" id="{2D8978F2-51F6-F144-9E28-89D0AABE85A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181962" y="361172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1" name="Espace réservé du texte 9">
            <a:extLst>
              <a:ext uri="{FF2B5EF4-FFF2-40B4-BE49-F238E27FC236}">
                <a16:creationId xmlns:a16="http://schemas.microsoft.com/office/drawing/2014/main" id="{C99CB454-AEF7-804A-825B-CE27F7C37D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758698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72" name="Espace réservé du texte 9">
            <a:extLst>
              <a:ext uri="{FF2B5EF4-FFF2-40B4-BE49-F238E27FC236}">
                <a16:creationId xmlns:a16="http://schemas.microsoft.com/office/drawing/2014/main" id="{57D67FE0-B3DB-F747-A254-EB0CD86213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35433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73" name="Espace réservé du texte 9">
            <a:extLst>
              <a:ext uri="{FF2B5EF4-FFF2-40B4-BE49-F238E27FC236}">
                <a16:creationId xmlns:a16="http://schemas.microsoft.com/office/drawing/2014/main" id="{F86107E5-FAEF-FC45-A4D9-9875807F109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58698" y="362210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4" name="Espace réservé du texte 9">
            <a:extLst>
              <a:ext uri="{FF2B5EF4-FFF2-40B4-BE49-F238E27FC236}">
                <a16:creationId xmlns:a16="http://schemas.microsoft.com/office/drawing/2014/main" id="{15CDCD5A-E05E-7140-A251-08D2D8E7B50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335433" y="3611721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5" name="Espace réservé du texte 9">
            <a:extLst>
              <a:ext uri="{FF2B5EF4-FFF2-40B4-BE49-F238E27FC236}">
                <a16:creationId xmlns:a16="http://schemas.microsoft.com/office/drawing/2014/main" id="{64793DF3-58B9-3E44-8EEC-862F468AF67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912167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76" name="Espace réservé du texte 9">
            <a:extLst>
              <a:ext uri="{FF2B5EF4-FFF2-40B4-BE49-F238E27FC236}">
                <a16:creationId xmlns:a16="http://schemas.microsoft.com/office/drawing/2014/main" id="{A65B0EE5-7AE9-444F-8766-E0DB4EA557E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912167" y="3611721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7" name="Espace réservé du texte 9">
            <a:extLst>
              <a:ext uri="{FF2B5EF4-FFF2-40B4-BE49-F238E27FC236}">
                <a16:creationId xmlns:a16="http://schemas.microsoft.com/office/drawing/2014/main" id="{352D362A-537C-6E44-95A6-759579B639B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5228" y="385415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8" name="Espace réservé du texte 9">
            <a:extLst>
              <a:ext uri="{FF2B5EF4-FFF2-40B4-BE49-F238E27FC236}">
                <a16:creationId xmlns:a16="http://schemas.microsoft.com/office/drawing/2014/main" id="{BC8DCE6D-6F14-1B46-AC48-80EA03AEE42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181962" y="384377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9" name="Espace réservé du texte 9">
            <a:extLst>
              <a:ext uri="{FF2B5EF4-FFF2-40B4-BE49-F238E27FC236}">
                <a16:creationId xmlns:a16="http://schemas.microsoft.com/office/drawing/2014/main" id="{040A8B5F-A5C7-8941-AD96-44728B5493D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58698" y="385415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0" name="Espace réservé du texte 9">
            <a:extLst>
              <a:ext uri="{FF2B5EF4-FFF2-40B4-BE49-F238E27FC236}">
                <a16:creationId xmlns:a16="http://schemas.microsoft.com/office/drawing/2014/main" id="{614B07DB-5037-D445-8B95-4A6CE48DB89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35433" y="38437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1" name="Espace réservé du texte 9">
            <a:extLst>
              <a:ext uri="{FF2B5EF4-FFF2-40B4-BE49-F238E27FC236}">
                <a16:creationId xmlns:a16="http://schemas.microsoft.com/office/drawing/2014/main" id="{128DF60D-C43C-B544-B41A-FED3B1EAF29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912167" y="38437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2" name="Espace réservé du texte 9">
            <a:extLst>
              <a:ext uri="{FF2B5EF4-FFF2-40B4-BE49-F238E27FC236}">
                <a16:creationId xmlns:a16="http://schemas.microsoft.com/office/drawing/2014/main" id="{5EDD0335-85CA-BA41-ABB1-BDFF758A987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05228" y="4087808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3" name="Espace réservé du texte 9">
            <a:extLst>
              <a:ext uri="{FF2B5EF4-FFF2-40B4-BE49-F238E27FC236}">
                <a16:creationId xmlns:a16="http://schemas.microsoft.com/office/drawing/2014/main" id="{B8576807-A6FF-294A-86D9-7517D9F42D3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81962" y="407742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4" name="Espace réservé du texte 9">
            <a:extLst>
              <a:ext uri="{FF2B5EF4-FFF2-40B4-BE49-F238E27FC236}">
                <a16:creationId xmlns:a16="http://schemas.microsoft.com/office/drawing/2014/main" id="{0D8098AE-4C20-D34B-A8F7-0A5F6385BAA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758698" y="408780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5" name="Espace réservé du texte 9">
            <a:extLst>
              <a:ext uri="{FF2B5EF4-FFF2-40B4-BE49-F238E27FC236}">
                <a16:creationId xmlns:a16="http://schemas.microsoft.com/office/drawing/2014/main" id="{F241CAB9-0067-3E4B-B93A-0418C715320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35433" y="407742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6" name="Espace réservé du texte 9">
            <a:extLst>
              <a:ext uri="{FF2B5EF4-FFF2-40B4-BE49-F238E27FC236}">
                <a16:creationId xmlns:a16="http://schemas.microsoft.com/office/drawing/2014/main" id="{A14ECE80-9D4D-674A-98E6-8694C4AC9D1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912167" y="407742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7" name="Espace réservé du texte 9">
            <a:extLst>
              <a:ext uri="{FF2B5EF4-FFF2-40B4-BE49-F238E27FC236}">
                <a16:creationId xmlns:a16="http://schemas.microsoft.com/office/drawing/2014/main" id="{549B18DA-57D0-9240-9455-1E4027A2362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05228" y="4319859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8" name="Espace réservé du texte 9">
            <a:extLst>
              <a:ext uri="{FF2B5EF4-FFF2-40B4-BE49-F238E27FC236}">
                <a16:creationId xmlns:a16="http://schemas.microsoft.com/office/drawing/2014/main" id="{0F6A81F8-8F42-6A40-90EC-525F644A8D9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81962" y="43094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9" name="Espace réservé du texte 9">
            <a:extLst>
              <a:ext uri="{FF2B5EF4-FFF2-40B4-BE49-F238E27FC236}">
                <a16:creationId xmlns:a16="http://schemas.microsoft.com/office/drawing/2014/main" id="{22D9B229-56A1-0A40-8E5B-2113204DE0F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758698" y="4319858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90" name="Espace réservé du texte 9">
            <a:extLst>
              <a:ext uri="{FF2B5EF4-FFF2-40B4-BE49-F238E27FC236}">
                <a16:creationId xmlns:a16="http://schemas.microsoft.com/office/drawing/2014/main" id="{5FA554A9-2096-594F-9373-2A61AFFF3D7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335433" y="43094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91" name="Espace réservé du texte 9">
            <a:extLst>
              <a:ext uri="{FF2B5EF4-FFF2-40B4-BE49-F238E27FC236}">
                <a16:creationId xmlns:a16="http://schemas.microsoft.com/office/drawing/2014/main" id="{49581A6C-6442-1944-A044-2E471CAE2FC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912167" y="43094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</p:spTree>
    <p:extLst>
      <p:ext uri="{BB962C8B-B14F-4D97-AF65-F5344CB8AC3E}">
        <p14:creationId xmlns:p14="http://schemas.microsoft.com/office/powerpoint/2010/main" val="1962656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C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 4" hidden="1">
            <a:extLst>
              <a:ext uri="{FF2B5EF4-FFF2-40B4-BE49-F238E27FC236}">
                <a16:creationId xmlns:a16="http://schemas.microsoft.com/office/drawing/2014/main" id="{D39EB418-42D8-42CD-AF62-DB41021AEA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3257761"/>
              </p:ext>
            </p:ext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47" imgH="348" progId="TCLayout.ActiveDocument.1">
                  <p:embed/>
                </p:oleObj>
              </mc:Choice>
              <mc:Fallback>
                <p:oleObj name="Diapositive think-cell" r:id="rId3" imgW="347" imgH="348" progId="TCLayout.ActiveDocument.1">
                  <p:embed/>
                  <p:pic>
                    <p:nvPicPr>
                      <p:cNvPr id="5" name="Objet 4" hidden="1">
                        <a:extLst>
                          <a:ext uri="{FF2B5EF4-FFF2-40B4-BE49-F238E27FC236}">
                            <a16:creationId xmlns:a16="http://schemas.microsoft.com/office/drawing/2014/main" id="{D39EB418-42D8-42CD-AF62-DB41021AE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DA19E4A5-76DB-2848-92B1-860AA64F1A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0001" y="253801"/>
            <a:ext cx="7926049" cy="384161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schéma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04AE4DC9-32B1-F540-AA1E-81FEBBE7458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67300" y="653401"/>
            <a:ext cx="7929796" cy="337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Sous titre du schéma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2B6D4A07-B91C-0744-AE94-7C826919DE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5229" y="1545934"/>
            <a:ext cx="2316956" cy="10258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d’annotation des schémas à placer et dupliquer comme on le souhaite. Texte d’annotation des schémas à placer comme on le souhaite. Texte d’annotation des schémas à placer comme on le souhaite. </a:t>
            </a:r>
          </a:p>
        </p:txBody>
      </p:sp>
      <p:sp>
        <p:nvSpPr>
          <p:cNvPr id="12" name="Triangle isocèle 11">
            <a:extLst>
              <a:ext uri="{FF2B5EF4-FFF2-40B4-BE49-F238E27FC236}">
                <a16:creationId xmlns:a16="http://schemas.microsoft.com/office/drawing/2014/main" id="{61118913-69AC-40E3-BCDC-15D6EBD07155}"/>
              </a:ext>
            </a:extLst>
          </p:cNvPr>
          <p:cNvSpPr/>
          <p:nvPr userDrawn="1"/>
        </p:nvSpPr>
        <p:spPr>
          <a:xfrm rot="5400000">
            <a:off x="4381041" y="-4573551"/>
            <a:ext cx="368550" cy="913649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2782510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CHEMA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490B4-1667-154D-A29A-0232FB5E4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4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10712D5-6A29-A44F-810F-5476FF034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3" y="500297"/>
            <a:ext cx="7926049" cy="3841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solidFill>
                  <a:schemeClr val="bg1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schéma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2ECD1F6A-C984-7A41-AA7D-A4B28E40CCF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5229" y="901568"/>
            <a:ext cx="7929796" cy="337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Sous titre du schéma</a:t>
            </a: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51FD699D-E3C0-394F-B5B7-7FF8AFD363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5229" y="1545935"/>
            <a:ext cx="2316956" cy="7584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d’annotation des schémas à placer comme on le souhaite. Texte d’annotation des schémas à placer comme on le souhaite. Texte d’annotation des schémas à placer comme on le souhaite. </a:t>
            </a:r>
          </a:p>
        </p:txBody>
      </p:sp>
    </p:spTree>
    <p:extLst>
      <p:ext uri="{BB962C8B-B14F-4D97-AF65-F5344CB8AC3E}">
        <p14:creationId xmlns:p14="http://schemas.microsoft.com/office/powerpoint/2010/main" val="21515561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EMA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DA19E4A5-76DB-2848-92B1-860AA64F1A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26049" cy="3841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schéma de </a:t>
            </a:r>
            <a:r>
              <a:rPr lang="fr-FR" err="1"/>
              <a:t>process</a:t>
            </a:r>
            <a:endParaRPr lang="fr-FR"/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04AE4DC9-32B1-F540-AA1E-81FEBBE7458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5228" y="901567"/>
            <a:ext cx="7929796" cy="337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Sous titre du schéma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2B6D4A07-B91C-0744-AE94-7C826919DE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084" y="3556477"/>
            <a:ext cx="2316956" cy="7584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d’annotation des schémas à placer comme on le souhaite. Texte d’annotation des schémas à placer comme on le souhaite. Texte d’annotation des schémas à placer comme on le souhaite.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E0341F-CBBE-154F-87B5-96B547D321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547" y="1344443"/>
            <a:ext cx="1201340" cy="12013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1.</a:t>
            </a:r>
          </a:p>
          <a:p>
            <a:pPr lvl="0"/>
            <a:r>
              <a:rPr lang="fr-FR"/>
              <a:t>Descriptif du </a:t>
            </a:r>
            <a:r>
              <a:rPr lang="fr-FR" err="1"/>
              <a:t>process</a:t>
            </a:r>
            <a:endParaRPr lang="fr-FR"/>
          </a:p>
          <a:p>
            <a:pPr lvl="0"/>
            <a:r>
              <a:rPr lang="fr-FR"/>
              <a:t>étape 1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405C76C8-A1D8-C743-B423-FD7E3BD080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55423" y="1344443"/>
            <a:ext cx="1201340" cy="12013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2.</a:t>
            </a:r>
          </a:p>
          <a:p>
            <a:pPr lvl="0"/>
            <a:r>
              <a:rPr lang="fr-FR"/>
              <a:t>Descriptif du </a:t>
            </a:r>
            <a:r>
              <a:rPr lang="fr-FR" err="1"/>
              <a:t>process</a:t>
            </a:r>
            <a:endParaRPr lang="fr-FR"/>
          </a:p>
          <a:p>
            <a:pPr lvl="0"/>
            <a:r>
              <a:rPr lang="fr-FR"/>
              <a:t>étape 2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6EA1C7C1-5D4C-C34A-8C51-D826F8096F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71342" y="1344443"/>
            <a:ext cx="1201340" cy="12013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3.</a:t>
            </a:r>
          </a:p>
          <a:p>
            <a:pPr lvl="0"/>
            <a:r>
              <a:rPr lang="fr-FR"/>
              <a:t>à copier</a:t>
            </a:r>
          </a:p>
          <a:p>
            <a:pPr lvl="0"/>
            <a:r>
              <a:rPr lang="fr-FR"/>
              <a:t>coller le nombre de fois nécessaires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BEAF3607-C4B6-8141-914F-3DD718D72F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87240" y="1344443"/>
            <a:ext cx="1201340" cy="120134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4.</a:t>
            </a:r>
          </a:p>
          <a:p>
            <a:pPr lvl="0"/>
            <a:r>
              <a:rPr lang="fr-FR"/>
              <a:t>On peut aussi modifier la couleur de fond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B0E3EFFC-71A5-E744-A077-A61AF9AD0B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03125" y="1344443"/>
            <a:ext cx="1201340" cy="12013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3.</a:t>
            </a:r>
          </a:p>
          <a:p>
            <a:pPr lvl="0"/>
            <a:r>
              <a:rPr lang="fr-FR"/>
              <a:t>à copier</a:t>
            </a:r>
          </a:p>
          <a:p>
            <a:pPr lvl="0"/>
            <a:r>
              <a:rPr lang="fr-FR"/>
              <a:t>coller le nombre de fois nécessaires</a:t>
            </a:r>
          </a:p>
        </p:txBody>
      </p:sp>
    </p:spTree>
    <p:extLst>
      <p:ext uri="{BB962C8B-B14F-4D97-AF65-F5344CB8AC3E}">
        <p14:creationId xmlns:p14="http://schemas.microsoft.com/office/powerpoint/2010/main" val="3284912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EMA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DA19E4A5-76DB-2848-92B1-860AA64F1A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26049" cy="3841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du planning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04AE4DC9-32B1-F540-AA1E-81FEBBE7458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5228" y="901567"/>
            <a:ext cx="7929796" cy="337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Sous titre du planning si besoin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2B6D4A07-B91C-0744-AE94-7C826919DE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5227" y="2038975"/>
            <a:ext cx="1593980" cy="2091149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spcBef>
                <a:spcPts val="375"/>
              </a:spcBef>
              <a:buNone/>
              <a:defRPr sz="90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Lorem</a:t>
            </a:r>
            <a:r>
              <a:rPr lang="fr-FR"/>
              <a:t> </a:t>
            </a:r>
            <a:r>
              <a:rPr lang="fr-FR" err="1"/>
              <a:t>ipsum</a:t>
            </a:r>
            <a:endParaRPr lang="fr-FR"/>
          </a:p>
          <a:p>
            <a:pPr lvl="0"/>
            <a:endParaRPr lang="fr-FR"/>
          </a:p>
          <a:p>
            <a:pPr lvl="0"/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endParaRPr lang="fr-FR"/>
          </a:p>
          <a:p>
            <a:pPr lvl="0"/>
            <a:r>
              <a:rPr lang="fr-FR"/>
              <a:t>Amet lupus </a:t>
            </a:r>
            <a:r>
              <a:rPr lang="fr-FR" err="1"/>
              <a:t>pugnat</a:t>
            </a:r>
            <a:endParaRPr lang="fr-FR"/>
          </a:p>
          <a:p>
            <a:pPr lvl="0"/>
            <a:r>
              <a:rPr lang="fr-FR" err="1"/>
              <a:t>Agnum</a:t>
            </a:r>
            <a:r>
              <a:rPr lang="fr-FR"/>
              <a:t> </a:t>
            </a:r>
            <a:r>
              <a:rPr lang="fr-FR" err="1"/>
              <a:t>vincit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E0341F-CBBE-154F-87B5-96B547D321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9845" y="2025704"/>
            <a:ext cx="1201340" cy="270000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1</a:t>
            </a:r>
          </a:p>
        </p:txBody>
      </p:sp>
      <p:sp>
        <p:nvSpPr>
          <p:cNvPr id="43" name="Espace réservé du texte 9">
            <a:extLst>
              <a:ext uri="{FF2B5EF4-FFF2-40B4-BE49-F238E27FC236}">
                <a16:creationId xmlns:a16="http://schemas.microsoft.com/office/drawing/2014/main" id="{3CC1E2B8-6784-C34A-B202-FF1A84A605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52587" y="1615925"/>
            <a:ext cx="715075" cy="27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25" b="1" i="1" cap="all" baseline="0"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JUIL</a:t>
            </a:r>
          </a:p>
        </p:txBody>
      </p:sp>
      <p:sp>
        <p:nvSpPr>
          <p:cNvPr id="44" name="Espace réservé du texte 9">
            <a:extLst>
              <a:ext uri="{FF2B5EF4-FFF2-40B4-BE49-F238E27FC236}">
                <a16:creationId xmlns:a16="http://schemas.microsoft.com/office/drawing/2014/main" id="{5BFB2E83-D9FC-8C4B-89F4-CF57D2B9E7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61830" y="1615925"/>
            <a:ext cx="715075" cy="27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25" b="1" i="1" cap="all" baseline="0"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aout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653637EF-BD70-A748-92DC-4D05345652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69850" y="1611509"/>
            <a:ext cx="715075" cy="27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25" b="1" i="1" cap="all" baseline="0"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JUIL</a:t>
            </a:r>
          </a:p>
        </p:txBody>
      </p:sp>
      <p:sp>
        <p:nvSpPr>
          <p:cNvPr id="46" name="Espace réservé du texte 9">
            <a:extLst>
              <a:ext uri="{FF2B5EF4-FFF2-40B4-BE49-F238E27FC236}">
                <a16:creationId xmlns:a16="http://schemas.microsoft.com/office/drawing/2014/main" id="{EF32B2FF-790B-614D-AB02-C237A4FD12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0324" y="1617865"/>
            <a:ext cx="715075" cy="27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25" b="1" i="1" cap="all" baseline="0"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JUIL</a:t>
            </a:r>
          </a:p>
        </p:txBody>
      </p:sp>
      <p:sp>
        <p:nvSpPr>
          <p:cNvPr id="47" name="Espace réservé du texte 9">
            <a:extLst>
              <a:ext uri="{FF2B5EF4-FFF2-40B4-BE49-F238E27FC236}">
                <a16:creationId xmlns:a16="http://schemas.microsoft.com/office/drawing/2014/main" id="{E410646C-5DD5-814D-83D9-7C73B978F8F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89567" y="1617865"/>
            <a:ext cx="715075" cy="27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25" b="1" i="1" cap="all" baseline="0"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JUIL</a:t>
            </a:r>
          </a:p>
        </p:txBody>
      </p:sp>
      <p:sp>
        <p:nvSpPr>
          <p:cNvPr id="48" name="Espace réservé du texte 9">
            <a:extLst>
              <a:ext uri="{FF2B5EF4-FFF2-40B4-BE49-F238E27FC236}">
                <a16:creationId xmlns:a16="http://schemas.microsoft.com/office/drawing/2014/main" id="{2F597D8C-0CD1-AA44-9992-984A5D3F8F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97587" y="1613448"/>
            <a:ext cx="715075" cy="27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25" b="1" i="1" cap="all" baseline="0"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JUIL</a:t>
            </a:r>
          </a:p>
        </p:txBody>
      </p:sp>
      <p:sp>
        <p:nvSpPr>
          <p:cNvPr id="49" name="Espace réservé du texte 2">
            <a:extLst>
              <a:ext uri="{FF2B5EF4-FFF2-40B4-BE49-F238E27FC236}">
                <a16:creationId xmlns:a16="http://schemas.microsoft.com/office/drawing/2014/main" id="{FE9D11E1-E8D3-B84D-B58D-636226474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11185" y="2023929"/>
            <a:ext cx="1201340" cy="27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2</a:t>
            </a:r>
          </a:p>
        </p:txBody>
      </p:sp>
      <p:sp>
        <p:nvSpPr>
          <p:cNvPr id="50" name="Espace réservé du texte 2">
            <a:extLst>
              <a:ext uri="{FF2B5EF4-FFF2-40B4-BE49-F238E27FC236}">
                <a16:creationId xmlns:a16="http://schemas.microsoft.com/office/drawing/2014/main" id="{CE673A80-3138-4747-9F40-9FEF73C600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25889" y="2023929"/>
            <a:ext cx="1201340" cy="27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3</a:t>
            </a:r>
          </a:p>
        </p:txBody>
      </p:sp>
      <p:sp>
        <p:nvSpPr>
          <p:cNvPr id="51" name="Espace réservé du texte 2">
            <a:extLst>
              <a:ext uri="{FF2B5EF4-FFF2-40B4-BE49-F238E27FC236}">
                <a16:creationId xmlns:a16="http://schemas.microsoft.com/office/drawing/2014/main" id="{DE9652B2-8144-624A-8555-B0102F6375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2327" y="2573525"/>
            <a:ext cx="1201340" cy="270000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1</a:t>
            </a:r>
          </a:p>
        </p:txBody>
      </p:sp>
      <p:sp>
        <p:nvSpPr>
          <p:cNvPr id="52" name="Espace réservé du texte 2">
            <a:extLst>
              <a:ext uri="{FF2B5EF4-FFF2-40B4-BE49-F238E27FC236}">
                <a16:creationId xmlns:a16="http://schemas.microsoft.com/office/drawing/2014/main" id="{5DAC705E-2D3C-714D-B7FC-13E3DC2CA1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23668" y="2571750"/>
            <a:ext cx="1201340" cy="27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2</a:t>
            </a:r>
          </a:p>
        </p:txBody>
      </p:sp>
      <p:sp>
        <p:nvSpPr>
          <p:cNvPr id="53" name="Espace réservé du texte 2">
            <a:extLst>
              <a:ext uri="{FF2B5EF4-FFF2-40B4-BE49-F238E27FC236}">
                <a16:creationId xmlns:a16="http://schemas.microsoft.com/office/drawing/2014/main" id="{304040DE-3EF2-C744-B741-0B2C6D64C1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38371" y="2571750"/>
            <a:ext cx="1429491" cy="27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3</a:t>
            </a:r>
          </a:p>
        </p:txBody>
      </p:sp>
      <p:sp>
        <p:nvSpPr>
          <p:cNvPr id="54" name="Espace réservé du texte 2">
            <a:extLst>
              <a:ext uri="{FF2B5EF4-FFF2-40B4-BE49-F238E27FC236}">
                <a16:creationId xmlns:a16="http://schemas.microsoft.com/office/drawing/2014/main" id="{1ADC6AC5-788B-8342-AC25-723A204687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62407" y="2842592"/>
            <a:ext cx="1201340" cy="270000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1</a:t>
            </a:r>
          </a:p>
        </p:txBody>
      </p:sp>
      <p:sp>
        <p:nvSpPr>
          <p:cNvPr id="55" name="Espace réservé du texte 2">
            <a:extLst>
              <a:ext uri="{FF2B5EF4-FFF2-40B4-BE49-F238E27FC236}">
                <a16:creationId xmlns:a16="http://schemas.microsoft.com/office/drawing/2014/main" id="{F44E4EC9-243E-F947-BE7C-66257BC1F1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63747" y="2840816"/>
            <a:ext cx="1201340" cy="27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2</a:t>
            </a:r>
          </a:p>
        </p:txBody>
      </p:sp>
      <p:sp>
        <p:nvSpPr>
          <p:cNvPr id="56" name="Espace réservé du texte 2">
            <a:extLst>
              <a:ext uri="{FF2B5EF4-FFF2-40B4-BE49-F238E27FC236}">
                <a16:creationId xmlns:a16="http://schemas.microsoft.com/office/drawing/2014/main" id="{C8C5617E-9D79-8F42-AC5C-F4F3E8FE3B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78450" y="2840816"/>
            <a:ext cx="1429491" cy="27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3</a:t>
            </a:r>
          </a:p>
        </p:txBody>
      </p:sp>
      <p:sp>
        <p:nvSpPr>
          <p:cNvPr id="57" name="Espace réservé du texte 2">
            <a:extLst>
              <a:ext uri="{FF2B5EF4-FFF2-40B4-BE49-F238E27FC236}">
                <a16:creationId xmlns:a16="http://schemas.microsoft.com/office/drawing/2014/main" id="{507229BC-B0E2-564E-8A25-E25DB665E4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14578" y="3118073"/>
            <a:ext cx="1201340" cy="270000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1</a:t>
            </a:r>
          </a:p>
        </p:txBody>
      </p:sp>
      <p:sp>
        <p:nvSpPr>
          <p:cNvPr id="58" name="Espace réservé du texte 2">
            <a:extLst>
              <a:ext uri="{FF2B5EF4-FFF2-40B4-BE49-F238E27FC236}">
                <a16:creationId xmlns:a16="http://schemas.microsoft.com/office/drawing/2014/main" id="{FF8A2F49-2ABF-2443-AB46-040D647D672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15918" y="3116297"/>
            <a:ext cx="1201340" cy="27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2</a:t>
            </a:r>
          </a:p>
        </p:txBody>
      </p:sp>
      <p:sp>
        <p:nvSpPr>
          <p:cNvPr id="59" name="Espace réservé du texte 2">
            <a:extLst>
              <a:ext uri="{FF2B5EF4-FFF2-40B4-BE49-F238E27FC236}">
                <a16:creationId xmlns:a16="http://schemas.microsoft.com/office/drawing/2014/main" id="{648800D1-5B37-E24F-BA7B-FBFC6A3C4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30621" y="3116297"/>
            <a:ext cx="1429491" cy="27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Zone 3</a:t>
            </a:r>
          </a:p>
        </p:txBody>
      </p:sp>
      <p:sp>
        <p:nvSpPr>
          <p:cNvPr id="60" name="Espace réservé du texte 9">
            <a:extLst>
              <a:ext uri="{FF2B5EF4-FFF2-40B4-BE49-F238E27FC236}">
                <a16:creationId xmlns:a16="http://schemas.microsoft.com/office/drawing/2014/main" id="{A0E7069E-EC2F-764C-BF30-5C1F28AEAAC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114070" y="3713911"/>
            <a:ext cx="1362940" cy="41621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i="1" cap="all" baseline="0">
                <a:solidFill>
                  <a:srgbClr val="FF75CA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Démarrage</a:t>
            </a:r>
          </a:p>
          <a:p>
            <a:pPr lvl="0"/>
            <a:r>
              <a:rPr lang="fr-FR"/>
              <a:t>déploiement</a:t>
            </a:r>
          </a:p>
        </p:txBody>
      </p:sp>
    </p:spTree>
    <p:extLst>
      <p:ext uri="{BB962C8B-B14F-4D97-AF65-F5344CB8AC3E}">
        <p14:creationId xmlns:p14="http://schemas.microsoft.com/office/powerpoint/2010/main" val="4040193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DA19E4A5-76DB-2848-92B1-860AA64F1A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26049" cy="3841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schéma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04AE4DC9-32B1-F540-AA1E-81FEBBE7458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5228" y="901567"/>
            <a:ext cx="7929796" cy="337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Sous titre du schéma</a:t>
            </a:r>
          </a:p>
        </p:txBody>
      </p:sp>
      <p:sp>
        <p:nvSpPr>
          <p:cNvPr id="40" name="Espace réservé du texte 9">
            <a:extLst>
              <a:ext uri="{FF2B5EF4-FFF2-40B4-BE49-F238E27FC236}">
                <a16:creationId xmlns:a16="http://schemas.microsoft.com/office/drawing/2014/main" id="{E51E1E35-BFD8-5342-8FBC-12A128F400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5727" y="1429257"/>
            <a:ext cx="2316956" cy="2624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 i="1" cap="all" baseline="0">
                <a:solidFill>
                  <a:srgbClr val="FF75CA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4E0DA0C8-CA07-324F-9F76-F44023E7D6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5726" y="173322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42" name="Espace réservé du texte 9">
            <a:extLst>
              <a:ext uri="{FF2B5EF4-FFF2-40B4-BE49-F238E27FC236}">
                <a16:creationId xmlns:a16="http://schemas.microsoft.com/office/drawing/2014/main" id="{4FE10AC7-351D-294A-9AD0-ED853CD5ED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82461" y="173322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Lorem</a:t>
            </a:r>
            <a:endParaRPr lang="fr-FR"/>
          </a:p>
        </p:txBody>
      </p:sp>
      <p:sp>
        <p:nvSpPr>
          <p:cNvPr id="43" name="Espace réservé du texte 9">
            <a:extLst>
              <a:ext uri="{FF2B5EF4-FFF2-40B4-BE49-F238E27FC236}">
                <a16:creationId xmlns:a16="http://schemas.microsoft.com/office/drawing/2014/main" id="{228A20AE-B9BA-CD4F-BD24-21CD144E76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5726" y="1995649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4" name="Espace réservé du texte 9">
            <a:extLst>
              <a:ext uri="{FF2B5EF4-FFF2-40B4-BE49-F238E27FC236}">
                <a16:creationId xmlns:a16="http://schemas.microsoft.com/office/drawing/2014/main" id="{344E4CB5-E1CB-EB4B-ACEC-84C10DBFBD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82461" y="198526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28B4D2F1-738E-EA4C-8915-38B772D352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59196" y="173322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46" name="Espace réservé du texte 9">
            <a:extLst>
              <a:ext uri="{FF2B5EF4-FFF2-40B4-BE49-F238E27FC236}">
                <a16:creationId xmlns:a16="http://schemas.microsoft.com/office/drawing/2014/main" id="{D10D1C00-67E9-3F43-A71F-0B23AF9631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5931" y="173322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47" name="Espace réservé du texte 9">
            <a:extLst>
              <a:ext uri="{FF2B5EF4-FFF2-40B4-BE49-F238E27FC236}">
                <a16:creationId xmlns:a16="http://schemas.microsoft.com/office/drawing/2014/main" id="{15AC013B-B161-FF44-BAC6-BD81FA1C5A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9196" y="1995648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8" name="Espace réservé du texte 9">
            <a:extLst>
              <a:ext uri="{FF2B5EF4-FFF2-40B4-BE49-F238E27FC236}">
                <a16:creationId xmlns:a16="http://schemas.microsoft.com/office/drawing/2014/main" id="{24F36228-37C9-AC4B-BCC2-B4B49C5E6A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35931" y="198526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9" name="Espace réservé du texte 9">
            <a:extLst>
              <a:ext uri="{FF2B5EF4-FFF2-40B4-BE49-F238E27FC236}">
                <a16:creationId xmlns:a16="http://schemas.microsoft.com/office/drawing/2014/main" id="{0A870DB1-5A77-DB4D-B8FF-8010CC0E42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12665" y="173322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50" name="Espace réservé du texte 9">
            <a:extLst>
              <a:ext uri="{FF2B5EF4-FFF2-40B4-BE49-F238E27FC236}">
                <a16:creationId xmlns:a16="http://schemas.microsoft.com/office/drawing/2014/main" id="{EA368EDB-7F6D-DD49-9F87-87383B1166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12665" y="198526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1" name="Espace réservé du texte 9">
            <a:extLst>
              <a:ext uri="{FF2B5EF4-FFF2-40B4-BE49-F238E27FC236}">
                <a16:creationId xmlns:a16="http://schemas.microsoft.com/office/drawing/2014/main" id="{DBA6AD87-BF0B-7248-A6C9-7F6415A5F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5726" y="222770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2" name="Espace réservé du texte 9">
            <a:extLst>
              <a:ext uri="{FF2B5EF4-FFF2-40B4-BE49-F238E27FC236}">
                <a16:creationId xmlns:a16="http://schemas.microsoft.com/office/drawing/2014/main" id="{31B4F203-1AF0-0C43-B345-ADE6D5E07D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82461" y="22173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3" name="Espace réservé du texte 9">
            <a:extLst>
              <a:ext uri="{FF2B5EF4-FFF2-40B4-BE49-F238E27FC236}">
                <a16:creationId xmlns:a16="http://schemas.microsoft.com/office/drawing/2014/main" id="{B95DD8BC-7DDA-C841-AA15-CF460D1C51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59196" y="2227699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4" name="Espace réservé du texte 9">
            <a:extLst>
              <a:ext uri="{FF2B5EF4-FFF2-40B4-BE49-F238E27FC236}">
                <a16:creationId xmlns:a16="http://schemas.microsoft.com/office/drawing/2014/main" id="{762AFB01-B9C7-E74F-A89A-C91A689E62A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5931" y="22173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5" name="Espace réservé du texte 9">
            <a:extLst>
              <a:ext uri="{FF2B5EF4-FFF2-40B4-BE49-F238E27FC236}">
                <a16:creationId xmlns:a16="http://schemas.microsoft.com/office/drawing/2014/main" id="{782EA951-21E7-2944-B620-CBDD82D6C8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2665" y="22173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6" name="Espace réservé du texte 9">
            <a:extLst>
              <a:ext uri="{FF2B5EF4-FFF2-40B4-BE49-F238E27FC236}">
                <a16:creationId xmlns:a16="http://schemas.microsoft.com/office/drawing/2014/main" id="{9CF7A522-178B-A747-A05E-14FABC43E8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5726" y="246135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7" name="Espace réservé du texte 9">
            <a:extLst>
              <a:ext uri="{FF2B5EF4-FFF2-40B4-BE49-F238E27FC236}">
                <a16:creationId xmlns:a16="http://schemas.microsoft.com/office/drawing/2014/main" id="{093C5744-ACE2-CB45-A565-D89AF76AE7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82461" y="245096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8" name="Espace réservé du texte 9">
            <a:extLst>
              <a:ext uri="{FF2B5EF4-FFF2-40B4-BE49-F238E27FC236}">
                <a16:creationId xmlns:a16="http://schemas.microsoft.com/office/drawing/2014/main" id="{679A672B-DBB8-124B-9F45-20EBB001FA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59196" y="2461349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9" name="Espace réservé du texte 9">
            <a:extLst>
              <a:ext uri="{FF2B5EF4-FFF2-40B4-BE49-F238E27FC236}">
                <a16:creationId xmlns:a16="http://schemas.microsoft.com/office/drawing/2014/main" id="{FBD77203-F2AC-FC4D-BF81-51A858E82B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35931" y="245096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0" name="Espace réservé du texte 9">
            <a:extLst>
              <a:ext uri="{FF2B5EF4-FFF2-40B4-BE49-F238E27FC236}">
                <a16:creationId xmlns:a16="http://schemas.microsoft.com/office/drawing/2014/main" id="{1CF444A6-CD6C-F047-9BAE-06CE7B08E9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12665" y="245096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1" name="Espace réservé du texte 9">
            <a:extLst>
              <a:ext uri="{FF2B5EF4-FFF2-40B4-BE49-F238E27FC236}">
                <a16:creationId xmlns:a16="http://schemas.microsoft.com/office/drawing/2014/main" id="{F180C650-4759-524F-9967-01DA2E31AD4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5726" y="269340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2" name="Espace réservé du texte 9">
            <a:extLst>
              <a:ext uri="{FF2B5EF4-FFF2-40B4-BE49-F238E27FC236}">
                <a16:creationId xmlns:a16="http://schemas.microsoft.com/office/drawing/2014/main" id="{177B5831-3AC0-6042-BD9E-C46A3F70A30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82461" y="268301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3" name="Espace réservé du texte 9">
            <a:extLst>
              <a:ext uri="{FF2B5EF4-FFF2-40B4-BE49-F238E27FC236}">
                <a16:creationId xmlns:a16="http://schemas.microsoft.com/office/drawing/2014/main" id="{7F3A5424-4A32-EA48-862F-1780CEC5E4B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59196" y="269340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4" name="Espace réservé du texte 9">
            <a:extLst>
              <a:ext uri="{FF2B5EF4-FFF2-40B4-BE49-F238E27FC236}">
                <a16:creationId xmlns:a16="http://schemas.microsoft.com/office/drawing/2014/main" id="{19050EE8-7C69-9940-92C7-4355F6BEF96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35931" y="26830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5" name="Espace réservé du texte 9">
            <a:extLst>
              <a:ext uri="{FF2B5EF4-FFF2-40B4-BE49-F238E27FC236}">
                <a16:creationId xmlns:a16="http://schemas.microsoft.com/office/drawing/2014/main" id="{CB0BF0D3-13F7-1342-94D2-B72EA93886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12665" y="26830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6" name="Espace réservé du texte 9">
            <a:extLst>
              <a:ext uri="{FF2B5EF4-FFF2-40B4-BE49-F238E27FC236}">
                <a16:creationId xmlns:a16="http://schemas.microsoft.com/office/drawing/2014/main" id="{C8D990E2-6A90-0D4A-9308-BE2240B80B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5228" y="3055714"/>
            <a:ext cx="2316956" cy="2624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 i="1" cap="all" baseline="0">
                <a:solidFill>
                  <a:srgbClr val="FF75CA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67" name="Espace réservé du texte 9">
            <a:extLst>
              <a:ext uri="{FF2B5EF4-FFF2-40B4-BE49-F238E27FC236}">
                <a16:creationId xmlns:a16="http://schemas.microsoft.com/office/drawing/2014/main" id="{3803820A-5453-DA43-AD71-C5DC56E089B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5228" y="335968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68" name="Espace réservé du texte 9">
            <a:extLst>
              <a:ext uri="{FF2B5EF4-FFF2-40B4-BE49-F238E27FC236}">
                <a16:creationId xmlns:a16="http://schemas.microsoft.com/office/drawing/2014/main" id="{F35741FB-F684-2947-A896-1331178DA85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181962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Lorem</a:t>
            </a:r>
            <a:endParaRPr lang="fr-FR"/>
          </a:p>
        </p:txBody>
      </p:sp>
      <p:sp>
        <p:nvSpPr>
          <p:cNvPr id="69" name="Espace réservé du texte 9">
            <a:extLst>
              <a:ext uri="{FF2B5EF4-FFF2-40B4-BE49-F238E27FC236}">
                <a16:creationId xmlns:a16="http://schemas.microsoft.com/office/drawing/2014/main" id="{55DA3414-D384-954E-8B58-6952394BFA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5228" y="362210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0" name="Espace réservé du texte 9">
            <a:extLst>
              <a:ext uri="{FF2B5EF4-FFF2-40B4-BE49-F238E27FC236}">
                <a16:creationId xmlns:a16="http://schemas.microsoft.com/office/drawing/2014/main" id="{2D8978F2-51F6-F144-9E28-89D0AABE85A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181962" y="361172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1" name="Espace réservé du texte 9">
            <a:extLst>
              <a:ext uri="{FF2B5EF4-FFF2-40B4-BE49-F238E27FC236}">
                <a16:creationId xmlns:a16="http://schemas.microsoft.com/office/drawing/2014/main" id="{C99CB454-AEF7-804A-825B-CE27F7C37D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758697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72" name="Espace réservé du texte 9">
            <a:extLst>
              <a:ext uri="{FF2B5EF4-FFF2-40B4-BE49-F238E27FC236}">
                <a16:creationId xmlns:a16="http://schemas.microsoft.com/office/drawing/2014/main" id="{57D67FE0-B3DB-F747-A254-EB0CD86213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35432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73" name="Espace réservé du texte 9">
            <a:extLst>
              <a:ext uri="{FF2B5EF4-FFF2-40B4-BE49-F238E27FC236}">
                <a16:creationId xmlns:a16="http://schemas.microsoft.com/office/drawing/2014/main" id="{F86107E5-FAEF-FC45-A4D9-9875807F109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58697" y="362210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4" name="Espace réservé du texte 9">
            <a:extLst>
              <a:ext uri="{FF2B5EF4-FFF2-40B4-BE49-F238E27FC236}">
                <a16:creationId xmlns:a16="http://schemas.microsoft.com/office/drawing/2014/main" id="{15CDCD5A-E05E-7140-A251-08D2D8E7B50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335432" y="3611721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5" name="Espace réservé du texte 9">
            <a:extLst>
              <a:ext uri="{FF2B5EF4-FFF2-40B4-BE49-F238E27FC236}">
                <a16:creationId xmlns:a16="http://schemas.microsoft.com/office/drawing/2014/main" id="{64793DF3-58B9-3E44-8EEC-862F468AF67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912167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tx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76" name="Espace réservé du texte 9">
            <a:extLst>
              <a:ext uri="{FF2B5EF4-FFF2-40B4-BE49-F238E27FC236}">
                <a16:creationId xmlns:a16="http://schemas.microsoft.com/office/drawing/2014/main" id="{A65B0EE5-7AE9-444F-8766-E0DB4EA557E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912167" y="3611721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7" name="Espace réservé du texte 9">
            <a:extLst>
              <a:ext uri="{FF2B5EF4-FFF2-40B4-BE49-F238E27FC236}">
                <a16:creationId xmlns:a16="http://schemas.microsoft.com/office/drawing/2014/main" id="{352D362A-537C-6E44-95A6-759579B639B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5228" y="385415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8" name="Espace réservé du texte 9">
            <a:extLst>
              <a:ext uri="{FF2B5EF4-FFF2-40B4-BE49-F238E27FC236}">
                <a16:creationId xmlns:a16="http://schemas.microsoft.com/office/drawing/2014/main" id="{BC8DCE6D-6F14-1B46-AC48-80EA03AEE42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181962" y="38437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9" name="Espace réservé du texte 9">
            <a:extLst>
              <a:ext uri="{FF2B5EF4-FFF2-40B4-BE49-F238E27FC236}">
                <a16:creationId xmlns:a16="http://schemas.microsoft.com/office/drawing/2014/main" id="{040A8B5F-A5C7-8941-AD96-44728B5493D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58697" y="385415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0" name="Espace réservé du texte 9">
            <a:extLst>
              <a:ext uri="{FF2B5EF4-FFF2-40B4-BE49-F238E27FC236}">
                <a16:creationId xmlns:a16="http://schemas.microsoft.com/office/drawing/2014/main" id="{614B07DB-5037-D445-8B95-4A6CE48DB89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35432" y="384377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1" name="Espace réservé du texte 9">
            <a:extLst>
              <a:ext uri="{FF2B5EF4-FFF2-40B4-BE49-F238E27FC236}">
                <a16:creationId xmlns:a16="http://schemas.microsoft.com/office/drawing/2014/main" id="{128DF60D-C43C-B544-B41A-FED3B1EAF29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912167" y="384377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2" name="Espace réservé du texte 9">
            <a:extLst>
              <a:ext uri="{FF2B5EF4-FFF2-40B4-BE49-F238E27FC236}">
                <a16:creationId xmlns:a16="http://schemas.microsoft.com/office/drawing/2014/main" id="{5EDD0335-85CA-BA41-ABB1-BDFF758A987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05228" y="408780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3" name="Espace réservé du texte 9">
            <a:extLst>
              <a:ext uri="{FF2B5EF4-FFF2-40B4-BE49-F238E27FC236}">
                <a16:creationId xmlns:a16="http://schemas.microsoft.com/office/drawing/2014/main" id="{B8576807-A6FF-294A-86D9-7517D9F42D3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81962" y="407742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4" name="Espace réservé du texte 9">
            <a:extLst>
              <a:ext uri="{FF2B5EF4-FFF2-40B4-BE49-F238E27FC236}">
                <a16:creationId xmlns:a16="http://schemas.microsoft.com/office/drawing/2014/main" id="{0D8098AE-4C20-D34B-A8F7-0A5F6385BAA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758697" y="408780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5" name="Espace réservé du texte 9">
            <a:extLst>
              <a:ext uri="{FF2B5EF4-FFF2-40B4-BE49-F238E27FC236}">
                <a16:creationId xmlns:a16="http://schemas.microsoft.com/office/drawing/2014/main" id="{F241CAB9-0067-3E4B-B93A-0418C715320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35432" y="407742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6" name="Espace réservé du texte 9">
            <a:extLst>
              <a:ext uri="{FF2B5EF4-FFF2-40B4-BE49-F238E27FC236}">
                <a16:creationId xmlns:a16="http://schemas.microsoft.com/office/drawing/2014/main" id="{A14ECE80-9D4D-674A-98E6-8694C4AC9D1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912167" y="407742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7" name="Espace réservé du texte 9">
            <a:extLst>
              <a:ext uri="{FF2B5EF4-FFF2-40B4-BE49-F238E27FC236}">
                <a16:creationId xmlns:a16="http://schemas.microsoft.com/office/drawing/2014/main" id="{549B18DA-57D0-9240-9455-1E4027A2362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05228" y="4319858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8" name="Espace réservé du texte 9">
            <a:extLst>
              <a:ext uri="{FF2B5EF4-FFF2-40B4-BE49-F238E27FC236}">
                <a16:creationId xmlns:a16="http://schemas.microsoft.com/office/drawing/2014/main" id="{0F6A81F8-8F42-6A40-90EC-525F644A8D9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81962" y="43094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9" name="Espace réservé du texte 9">
            <a:extLst>
              <a:ext uri="{FF2B5EF4-FFF2-40B4-BE49-F238E27FC236}">
                <a16:creationId xmlns:a16="http://schemas.microsoft.com/office/drawing/2014/main" id="{22D9B229-56A1-0A40-8E5B-2113204DE0F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758697" y="431985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90" name="Espace réservé du texte 9">
            <a:extLst>
              <a:ext uri="{FF2B5EF4-FFF2-40B4-BE49-F238E27FC236}">
                <a16:creationId xmlns:a16="http://schemas.microsoft.com/office/drawing/2014/main" id="{5FA554A9-2096-594F-9373-2A61AFFF3D7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335432" y="43094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91" name="Espace réservé du texte 9">
            <a:extLst>
              <a:ext uri="{FF2B5EF4-FFF2-40B4-BE49-F238E27FC236}">
                <a16:creationId xmlns:a16="http://schemas.microsoft.com/office/drawing/2014/main" id="{49581A6C-6442-1944-A044-2E471CAE2FC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912167" y="43094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tx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</p:spTree>
    <p:extLst>
      <p:ext uri="{BB962C8B-B14F-4D97-AF65-F5344CB8AC3E}">
        <p14:creationId xmlns:p14="http://schemas.microsoft.com/office/powerpoint/2010/main" val="3373009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AU-NOI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DA19E4A5-76DB-2848-92B1-860AA64F1A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26049" cy="3841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solidFill>
                  <a:schemeClr val="bg1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schéma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04AE4DC9-32B1-F540-AA1E-81FEBBE7458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5228" y="901567"/>
            <a:ext cx="7929796" cy="337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Sous titre du schéma</a:t>
            </a:r>
          </a:p>
        </p:txBody>
      </p:sp>
      <p:sp>
        <p:nvSpPr>
          <p:cNvPr id="40" name="Espace réservé du texte 9">
            <a:extLst>
              <a:ext uri="{FF2B5EF4-FFF2-40B4-BE49-F238E27FC236}">
                <a16:creationId xmlns:a16="http://schemas.microsoft.com/office/drawing/2014/main" id="{E51E1E35-BFD8-5342-8FBC-12A128F400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5727" y="1429257"/>
            <a:ext cx="2316956" cy="2624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 i="1" cap="all" baseline="0">
                <a:solidFill>
                  <a:srgbClr val="FF75CA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4E0DA0C8-CA07-324F-9F76-F44023E7D6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5726" y="173322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42" name="Espace réservé du texte 9">
            <a:extLst>
              <a:ext uri="{FF2B5EF4-FFF2-40B4-BE49-F238E27FC236}">
                <a16:creationId xmlns:a16="http://schemas.microsoft.com/office/drawing/2014/main" id="{4FE10AC7-351D-294A-9AD0-ED853CD5ED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82461" y="173322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Lorem</a:t>
            </a:r>
            <a:endParaRPr lang="fr-FR"/>
          </a:p>
        </p:txBody>
      </p:sp>
      <p:sp>
        <p:nvSpPr>
          <p:cNvPr id="43" name="Espace réservé du texte 9">
            <a:extLst>
              <a:ext uri="{FF2B5EF4-FFF2-40B4-BE49-F238E27FC236}">
                <a16:creationId xmlns:a16="http://schemas.microsoft.com/office/drawing/2014/main" id="{228A20AE-B9BA-CD4F-BD24-21CD144E76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5726" y="1995649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4" name="Espace réservé du texte 9">
            <a:extLst>
              <a:ext uri="{FF2B5EF4-FFF2-40B4-BE49-F238E27FC236}">
                <a16:creationId xmlns:a16="http://schemas.microsoft.com/office/drawing/2014/main" id="{344E4CB5-E1CB-EB4B-ACEC-84C10DBFBD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82461" y="198526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28B4D2F1-738E-EA4C-8915-38B772D352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59196" y="173322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46" name="Espace réservé du texte 9">
            <a:extLst>
              <a:ext uri="{FF2B5EF4-FFF2-40B4-BE49-F238E27FC236}">
                <a16:creationId xmlns:a16="http://schemas.microsoft.com/office/drawing/2014/main" id="{D10D1C00-67E9-3F43-A71F-0B23AF9631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35931" y="173322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47" name="Espace réservé du texte 9">
            <a:extLst>
              <a:ext uri="{FF2B5EF4-FFF2-40B4-BE49-F238E27FC236}">
                <a16:creationId xmlns:a16="http://schemas.microsoft.com/office/drawing/2014/main" id="{15AC013B-B161-FF44-BAC6-BD81FA1C5A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9196" y="1995648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8" name="Espace réservé du texte 9">
            <a:extLst>
              <a:ext uri="{FF2B5EF4-FFF2-40B4-BE49-F238E27FC236}">
                <a16:creationId xmlns:a16="http://schemas.microsoft.com/office/drawing/2014/main" id="{24F36228-37C9-AC4B-BCC2-B4B49C5E6A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35931" y="198526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49" name="Espace réservé du texte 9">
            <a:extLst>
              <a:ext uri="{FF2B5EF4-FFF2-40B4-BE49-F238E27FC236}">
                <a16:creationId xmlns:a16="http://schemas.microsoft.com/office/drawing/2014/main" id="{0A870DB1-5A77-DB4D-B8FF-8010CC0E42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12665" y="173322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50" name="Espace réservé du texte 9">
            <a:extLst>
              <a:ext uri="{FF2B5EF4-FFF2-40B4-BE49-F238E27FC236}">
                <a16:creationId xmlns:a16="http://schemas.microsoft.com/office/drawing/2014/main" id="{EA368EDB-7F6D-DD49-9F87-87383B1166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12665" y="198526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1" name="Espace réservé du texte 9">
            <a:extLst>
              <a:ext uri="{FF2B5EF4-FFF2-40B4-BE49-F238E27FC236}">
                <a16:creationId xmlns:a16="http://schemas.microsoft.com/office/drawing/2014/main" id="{DBA6AD87-BF0B-7248-A6C9-7F6415A5F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5726" y="222770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2" name="Espace réservé du texte 9">
            <a:extLst>
              <a:ext uri="{FF2B5EF4-FFF2-40B4-BE49-F238E27FC236}">
                <a16:creationId xmlns:a16="http://schemas.microsoft.com/office/drawing/2014/main" id="{31B4F203-1AF0-0C43-B345-ADE6D5E07D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82461" y="22173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3" name="Espace réservé du texte 9">
            <a:extLst>
              <a:ext uri="{FF2B5EF4-FFF2-40B4-BE49-F238E27FC236}">
                <a16:creationId xmlns:a16="http://schemas.microsoft.com/office/drawing/2014/main" id="{B95DD8BC-7DDA-C841-AA15-CF460D1C51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59196" y="2227699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4" name="Espace réservé du texte 9">
            <a:extLst>
              <a:ext uri="{FF2B5EF4-FFF2-40B4-BE49-F238E27FC236}">
                <a16:creationId xmlns:a16="http://schemas.microsoft.com/office/drawing/2014/main" id="{762AFB01-B9C7-E74F-A89A-C91A689E62A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5931" y="22173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5" name="Espace réservé du texte 9">
            <a:extLst>
              <a:ext uri="{FF2B5EF4-FFF2-40B4-BE49-F238E27FC236}">
                <a16:creationId xmlns:a16="http://schemas.microsoft.com/office/drawing/2014/main" id="{782EA951-21E7-2944-B620-CBDD82D6C8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12665" y="22173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6" name="Espace réservé du texte 9">
            <a:extLst>
              <a:ext uri="{FF2B5EF4-FFF2-40B4-BE49-F238E27FC236}">
                <a16:creationId xmlns:a16="http://schemas.microsoft.com/office/drawing/2014/main" id="{9CF7A522-178B-A747-A05E-14FABC43E8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5726" y="246135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7" name="Espace réservé du texte 9">
            <a:extLst>
              <a:ext uri="{FF2B5EF4-FFF2-40B4-BE49-F238E27FC236}">
                <a16:creationId xmlns:a16="http://schemas.microsoft.com/office/drawing/2014/main" id="{093C5744-ACE2-CB45-A565-D89AF76AE7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82461" y="245096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8" name="Espace réservé du texte 9">
            <a:extLst>
              <a:ext uri="{FF2B5EF4-FFF2-40B4-BE49-F238E27FC236}">
                <a16:creationId xmlns:a16="http://schemas.microsoft.com/office/drawing/2014/main" id="{679A672B-DBB8-124B-9F45-20EBB001FA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59196" y="2461349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59" name="Espace réservé du texte 9">
            <a:extLst>
              <a:ext uri="{FF2B5EF4-FFF2-40B4-BE49-F238E27FC236}">
                <a16:creationId xmlns:a16="http://schemas.microsoft.com/office/drawing/2014/main" id="{FBD77203-F2AC-FC4D-BF81-51A858E82B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35931" y="245096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0" name="Espace réservé du texte 9">
            <a:extLst>
              <a:ext uri="{FF2B5EF4-FFF2-40B4-BE49-F238E27FC236}">
                <a16:creationId xmlns:a16="http://schemas.microsoft.com/office/drawing/2014/main" id="{1CF444A6-CD6C-F047-9BAE-06CE7B08E9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12665" y="2450964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1" name="Espace réservé du texte 9">
            <a:extLst>
              <a:ext uri="{FF2B5EF4-FFF2-40B4-BE49-F238E27FC236}">
                <a16:creationId xmlns:a16="http://schemas.microsoft.com/office/drawing/2014/main" id="{F180C650-4759-524F-9967-01DA2E31AD4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5726" y="269340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2" name="Espace réservé du texte 9">
            <a:extLst>
              <a:ext uri="{FF2B5EF4-FFF2-40B4-BE49-F238E27FC236}">
                <a16:creationId xmlns:a16="http://schemas.microsoft.com/office/drawing/2014/main" id="{177B5831-3AC0-6042-BD9E-C46A3F70A30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82461" y="268301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3" name="Espace réservé du texte 9">
            <a:extLst>
              <a:ext uri="{FF2B5EF4-FFF2-40B4-BE49-F238E27FC236}">
                <a16:creationId xmlns:a16="http://schemas.microsoft.com/office/drawing/2014/main" id="{7F3A5424-4A32-EA48-862F-1780CEC5E4B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59196" y="2693400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4" name="Espace réservé du texte 9">
            <a:extLst>
              <a:ext uri="{FF2B5EF4-FFF2-40B4-BE49-F238E27FC236}">
                <a16:creationId xmlns:a16="http://schemas.microsoft.com/office/drawing/2014/main" id="{19050EE8-7C69-9940-92C7-4355F6BEF96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35931" y="26830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5" name="Espace réservé du texte 9">
            <a:extLst>
              <a:ext uri="{FF2B5EF4-FFF2-40B4-BE49-F238E27FC236}">
                <a16:creationId xmlns:a16="http://schemas.microsoft.com/office/drawing/2014/main" id="{CB0BF0D3-13F7-1342-94D2-B72EA93886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12665" y="2683015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66" name="Espace réservé du texte 9">
            <a:extLst>
              <a:ext uri="{FF2B5EF4-FFF2-40B4-BE49-F238E27FC236}">
                <a16:creationId xmlns:a16="http://schemas.microsoft.com/office/drawing/2014/main" id="{C8D990E2-6A90-0D4A-9308-BE2240B80B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5228" y="3055714"/>
            <a:ext cx="2316956" cy="2624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 i="1" cap="all" baseline="0">
                <a:solidFill>
                  <a:srgbClr val="FF75CA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67" name="Espace réservé du texte 9">
            <a:extLst>
              <a:ext uri="{FF2B5EF4-FFF2-40B4-BE49-F238E27FC236}">
                <a16:creationId xmlns:a16="http://schemas.microsoft.com/office/drawing/2014/main" id="{3803820A-5453-DA43-AD71-C5DC56E089B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5228" y="335968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68" name="Espace réservé du texte 9">
            <a:extLst>
              <a:ext uri="{FF2B5EF4-FFF2-40B4-BE49-F238E27FC236}">
                <a16:creationId xmlns:a16="http://schemas.microsoft.com/office/drawing/2014/main" id="{F35741FB-F684-2947-A896-1331178DA85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181962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Lorem</a:t>
            </a:r>
            <a:endParaRPr lang="fr-FR"/>
          </a:p>
        </p:txBody>
      </p:sp>
      <p:sp>
        <p:nvSpPr>
          <p:cNvPr id="69" name="Espace réservé du texte 9">
            <a:extLst>
              <a:ext uri="{FF2B5EF4-FFF2-40B4-BE49-F238E27FC236}">
                <a16:creationId xmlns:a16="http://schemas.microsoft.com/office/drawing/2014/main" id="{55DA3414-D384-954E-8B58-6952394BFA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5228" y="362210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0" name="Espace réservé du texte 9">
            <a:extLst>
              <a:ext uri="{FF2B5EF4-FFF2-40B4-BE49-F238E27FC236}">
                <a16:creationId xmlns:a16="http://schemas.microsoft.com/office/drawing/2014/main" id="{2D8978F2-51F6-F144-9E28-89D0AABE85A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181962" y="361172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1" name="Espace réservé du texte 9">
            <a:extLst>
              <a:ext uri="{FF2B5EF4-FFF2-40B4-BE49-F238E27FC236}">
                <a16:creationId xmlns:a16="http://schemas.microsoft.com/office/drawing/2014/main" id="{C99CB454-AEF7-804A-825B-CE27F7C37D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758697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 err="1"/>
              <a:t>Ipsum</a:t>
            </a:r>
            <a:r>
              <a:rPr lang="fr-FR"/>
              <a:t>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72" name="Espace réservé du texte 9">
            <a:extLst>
              <a:ext uri="{FF2B5EF4-FFF2-40B4-BE49-F238E27FC236}">
                <a16:creationId xmlns:a16="http://schemas.microsoft.com/office/drawing/2014/main" id="{57D67FE0-B3DB-F747-A254-EB0CD86213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35432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73" name="Espace réservé du texte 9">
            <a:extLst>
              <a:ext uri="{FF2B5EF4-FFF2-40B4-BE49-F238E27FC236}">
                <a16:creationId xmlns:a16="http://schemas.microsoft.com/office/drawing/2014/main" id="{F86107E5-FAEF-FC45-A4D9-9875807F109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58697" y="362210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4" name="Espace réservé du texte 9">
            <a:extLst>
              <a:ext uri="{FF2B5EF4-FFF2-40B4-BE49-F238E27FC236}">
                <a16:creationId xmlns:a16="http://schemas.microsoft.com/office/drawing/2014/main" id="{15CDCD5A-E05E-7140-A251-08D2D8E7B50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335432" y="3611721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5" name="Espace réservé du texte 9">
            <a:extLst>
              <a:ext uri="{FF2B5EF4-FFF2-40B4-BE49-F238E27FC236}">
                <a16:creationId xmlns:a16="http://schemas.microsoft.com/office/drawing/2014/main" id="{64793DF3-58B9-3E44-8EEC-862F468AF67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912167" y="335968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Titre de ligne</a:t>
            </a:r>
          </a:p>
        </p:txBody>
      </p:sp>
      <p:sp>
        <p:nvSpPr>
          <p:cNvPr id="76" name="Espace réservé du texte 9">
            <a:extLst>
              <a:ext uri="{FF2B5EF4-FFF2-40B4-BE49-F238E27FC236}">
                <a16:creationId xmlns:a16="http://schemas.microsoft.com/office/drawing/2014/main" id="{A65B0EE5-7AE9-444F-8766-E0DB4EA557E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912167" y="3611721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7" name="Espace réservé du texte 9">
            <a:extLst>
              <a:ext uri="{FF2B5EF4-FFF2-40B4-BE49-F238E27FC236}">
                <a16:creationId xmlns:a16="http://schemas.microsoft.com/office/drawing/2014/main" id="{352D362A-537C-6E44-95A6-759579B639B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05228" y="385415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8" name="Espace réservé du texte 9">
            <a:extLst>
              <a:ext uri="{FF2B5EF4-FFF2-40B4-BE49-F238E27FC236}">
                <a16:creationId xmlns:a16="http://schemas.microsoft.com/office/drawing/2014/main" id="{BC8DCE6D-6F14-1B46-AC48-80EA03AEE42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181962" y="38437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79" name="Espace réservé du texte 9">
            <a:extLst>
              <a:ext uri="{FF2B5EF4-FFF2-40B4-BE49-F238E27FC236}">
                <a16:creationId xmlns:a16="http://schemas.microsoft.com/office/drawing/2014/main" id="{040A8B5F-A5C7-8941-AD96-44728B5493D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58697" y="385415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0" name="Espace réservé du texte 9">
            <a:extLst>
              <a:ext uri="{FF2B5EF4-FFF2-40B4-BE49-F238E27FC236}">
                <a16:creationId xmlns:a16="http://schemas.microsoft.com/office/drawing/2014/main" id="{614B07DB-5037-D445-8B95-4A6CE48DB89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35432" y="384377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1" name="Espace réservé du texte 9">
            <a:extLst>
              <a:ext uri="{FF2B5EF4-FFF2-40B4-BE49-F238E27FC236}">
                <a16:creationId xmlns:a16="http://schemas.microsoft.com/office/drawing/2014/main" id="{128DF60D-C43C-B544-B41A-FED3B1EAF29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912167" y="384377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2" name="Espace réservé du texte 9">
            <a:extLst>
              <a:ext uri="{FF2B5EF4-FFF2-40B4-BE49-F238E27FC236}">
                <a16:creationId xmlns:a16="http://schemas.microsoft.com/office/drawing/2014/main" id="{5EDD0335-85CA-BA41-ABB1-BDFF758A987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05228" y="408780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3" name="Espace réservé du texte 9">
            <a:extLst>
              <a:ext uri="{FF2B5EF4-FFF2-40B4-BE49-F238E27FC236}">
                <a16:creationId xmlns:a16="http://schemas.microsoft.com/office/drawing/2014/main" id="{B8576807-A6FF-294A-86D9-7517D9F42D3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81962" y="407742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4" name="Espace réservé du texte 9">
            <a:extLst>
              <a:ext uri="{FF2B5EF4-FFF2-40B4-BE49-F238E27FC236}">
                <a16:creationId xmlns:a16="http://schemas.microsoft.com/office/drawing/2014/main" id="{0D8098AE-4C20-D34B-A8F7-0A5F6385BAA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758697" y="4087806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5" name="Espace réservé du texte 9">
            <a:extLst>
              <a:ext uri="{FF2B5EF4-FFF2-40B4-BE49-F238E27FC236}">
                <a16:creationId xmlns:a16="http://schemas.microsoft.com/office/drawing/2014/main" id="{F241CAB9-0067-3E4B-B93A-0418C715320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35432" y="407742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6" name="Espace réservé du texte 9">
            <a:extLst>
              <a:ext uri="{FF2B5EF4-FFF2-40B4-BE49-F238E27FC236}">
                <a16:creationId xmlns:a16="http://schemas.microsoft.com/office/drawing/2014/main" id="{A14ECE80-9D4D-674A-98E6-8694C4AC9D1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912167" y="4077422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7" name="Espace réservé du texte 9">
            <a:extLst>
              <a:ext uri="{FF2B5EF4-FFF2-40B4-BE49-F238E27FC236}">
                <a16:creationId xmlns:a16="http://schemas.microsoft.com/office/drawing/2014/main" id="{549B18DA-57D0-9240-9455-1E4027A2362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05228" y="4319858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8" name="Espace réservé du texte 9">
            <a:extLst>
              <a:ext uri="{FF2B5EF4-FFF2-40B4-BE49-F238E27FC236}">
                <a16:creationId xmlns:a16="http://schemas.microsoft.com/office/drawing/2014/main" id="{0F6A81F8-8F42-6A40-90EC-525F644A8D9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81962" y="43094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89" name="Espace réservé du texte 9">
            <a:extLst>
              <a:ext uri="{FF2B5EF4-FFF2-40B4-BE49-F238E27FC236}">
                <a16:creationId xmlns:a16="http://schemas.microsoft.com/office/drawing/2014/main" id="{22D9B229-56A1-0A40-8E5B-2113204DE0F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758697" y="4319857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90" name="Espace réservé du texte 9">
            <a:extLst>
              <a:ext uri="{FF2B5EF4-FFF2-40B4-BE49-F238E27FC236}">
                <a16:creationId xmlns:a16="http://schemas.microsoft.com/office/drawing/2014/main" id="{5FA554A9-2096-594F-9373-2A61AFFF3D7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335432" y="43094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  <p:sp>
        <p:nvSpPr>
          <p:cNvPr id="91" name="Espace réservé du texte 9">
            <a:extLst>
              <a:ext uri="{FF2B5EF4-FFF2-40B4-BE49-F238E27FC236}">
                <a16:creationId xmlns:a16="http://schemas.microsoft.com/office/drawing/2014/main" id="{49581A6C-6442-1944-A044-2E471CAE2FC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912167" y="4309473"/>
            <a:ext cx="1393131" cy="224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25" b="0" i="0" cap="none" baseline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Détail du tableau</a:t>
            </a:r>
          </a:p>
        </p:txBody>
      </p:sp>
    </p:spTree>
    <p:extLst>
      <p:ext uri="{BB962C8B-B14F-4D97-AF65-F5344CB8AC3E}">
        <p14:creationId xmlns:p14="http://schemas.microsoft.com/office/powerpoint/2010/main" val="3035520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C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 4" hidden="1">
            <a:extLst>
              <a:ext uri="{FF2B5EF4-FFF2-40B4-BE49-F238E27FC236}">
                <a16:creationId xmlns:a16="http://schemas.microsoft.com/office/drawing/2014/main" id="{D39EB418-42D8-42CD-AF62-DB41021AEA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3257761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47" imgH="348" progId="TCLayout.ActiveDocument.1">
                  <p:embed/>
                </p:oleObj>
              </mc:Choice>
              <mc:Fallback>
                <p:oleObj name="Diapositive think-cell" r:id="rId3" imgW="347" imgH="348" progId="TCLayout.ActiveDocument.1">
                  <p:embed/>
                  <p:pic>
                    <p:nvPicPr>
                      <p:cNvPr id="5" name="Objet 4" hidden="1">
                        <a:extLst>
                          <a:ext uri="{FF2B5EF4-FFF2-40B4-BE49-F238E27FC236}">
                            <a16:creationId xmlns:a16="http://schemas.microsoft.com/office/drawing/2014/main" id="{D39EB418-42D8-42CD-AF62-DB41021AE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6E33F7-3E28-454A-81F3-9DE61ED9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DA19E4A5-76DB-2848-92B1-860AA64F1A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0000" y="253800"/>
            <a:ext cx="7926049" cy="384161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>
              <a:defRPr sz="2625" b="0" i="0"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schéma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04AE4DC9-32B1-F540-AA1E-81FEBBE7458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67300" y="653400"/>
            <a:ext cx="7929796" cy="337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Sous titre du schéma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2B6D4A07-B91C-0744-AE94-7C826919DE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5228" y="1545934"/>
            <a:ext cx="2316956" cy="10258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d’annotation des schémas à placer et dupliquer comme on le souhaite. Texte d’annotation des schémas à placer comme on le souhaite. Texte d’annotation des schémas à placer comme on le souhaite. </a:t>
            </a:r>
          </a:p>
        </p:txBody>
      </p:sp>
      <p:sp>
        <p:nvSpPr>
          <p:cNvPr id="12" name="Triangle isocèle 11">
            <a:extLst>
              <a:ext uri="{FF2B5EF4-FFF2-40B4-BE49-F238E27FC236}">
                <a16:creationId xmlns:a16="http://schemas.microsoft.com/office/drawing/2014/main" id="{61118913-69AC-40E3-BCDC-15D6EBD07155}"/>
              </a:ext>
            </a:extLst>
          </p:cNvPr>
          <p:cNvSpPr/>
          <p:nvPr userDrawn="1"/>
        </p:nvSpPr>
        <p:spPr>
          <a:xfrm rot="5400000">
            <a:off x="4381041" y="-4573551"/>
            <a:ext cx="368550" cy="913649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4258178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CHEMA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490B4-1667-154D-A29A-0232FB5E4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10712D5-6A29-A44F-810F-5476FF034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102" y="500296"/>
            <a:ext cx="7926049" cy="3841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625" b="0" i="0">
                <a:solidFill>
                  <a:schemeClr val="bg1"/>
                </a:solidFill>
                <a:latin typeface="Futura PT Heavy" panose="020B0502020204020303" pitchFamily="34" charset="77"/>
                <a:cs typeface="Futura Medium" panose="020B0602020204020303" pitchFamily="34" charset="-79"/>
              </a:defRPr>
            </a:lvl1pPr>
          </a:lstStyle>
          <a:p>
            <a:r>
              <a:rPr lang="fr-FR"/>
              <a:t>Titre schéma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2ECD1F6A-C984-7A41-AA7D-A4B28E40CCF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5228" y="901567"/>
            <a:ext cx="7929796" cy="337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utura PT Book" panose="020B0502020204020303" pitchFamily="34" charset="77"/>
                <a:cs typeface="Futura Medium" panose="020B0602020204020303" pitchFamily="34" charset="-79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Sous titre du schéma</a:t>
            </a: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51FD699D-E3C0-394F-B5B7-7FF8AFD363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5228" y="1545934"/>
            <a:ext cx="2316956" cy="7584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solidFill>
                  <a:schemeClr val="bg1"/>
                </a:solidFill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d’annotation des schémas à placer comme on le souhaite. Texte d’annotation des schémas à placer comme on le souhaite. Texte d’annotation des schémas à placer comme on le souhaite. </a:t>
            </a:r>
          </a:p>
        </p:txBody>
      </p:sp>
    </p:spTree>
    <p:extLst>
      <p:ext uri="{BB962C8B-B14F-4D97-AF65-F5344CB8AC3E}">
        <p14:creationId xmlns:p14="http://schemas.microsoft.com/office/powerpoint/2010/main" val="295401279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3B91D2E-FB37-7641-9380-616D89F1E6CE}"/>
              </a:ext>
            </a:extLst>
          </p:cNvPr>
          <p:cNvSpPr txBox="1"/>
          <p:nvPr userDrawn="1"/>
        </p:nvSpPr>
        <p:spPr>
          <a:xfrm>
            <a:off x="206817" y="975047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FD4397-A5E2-994E-B9A9-7C812063076F}"/>
              </a:ext>
            </a:extLst>
          </p:cNvPr>
          <p:cNvSpPr txBox="1"/>
          <p:nvPr userDrawn="1"/>
        </p:nvSpPr>
        <p:spPr>
          <a:xfrm>
            <a:off x="206817" y="205875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54B39BC-BBDD-FA49-B54A-18376FFCB990}"/>
              </a:ext>
            </a:extLst>
          </p:cNvPr>
          <p:cNvSpPr txBox="1"/>
          <p:nvPr userDrawn="1"/>
        </p:nvSpPr>
        <p:spPr>
          <a:xfrm>
            <a:off x="1651819" y="205875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0A69FE2-34F5-9445-973C-94AFFEE5A018}"/>
              </a:ext>
            </a:extLst>
          </p:cNvPr>
          <p:cNvSpPr txBox="1"/>
          <p:nvPr userDrawn="1"/>
        </p:nvSpPr>
        <p:spPr>
          <a:xfrm>
            <a:off x="3096822" y="205875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69AF92C-701D-DC42-9225-C436D76982A3}"/>
              </a:ext>
            </a:extLst>
          </p:cNvPr>
          <p:cNvSpPr txBox="1"/>
          <p:nvPr userDrawn="1"/>
        </p:nvSpPr>
        <p:spPr>
          <a:xfrm>
            <a:off x="4541824" y="205875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2943954-DE68-F044-B50A-C40B32B977CE}"/>
              </a:ext>
            </a:extLst>
          </p:cNvPr>
          <p:cNvSpPr txBox="1"/>
          <p:nvPr userDrawn="1"/>
        </p:nvSpPr>
        <p:spPr>
          <a:xfrm>
            <a:off x="5986827" y="205875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EBFB6CF-28D2-8D42-B8F4-FB1FD47B441F}"/>
              </a:ext>
            </a:extLst>
          </p:cNvPr>
          <p:cNvSpPr txBox="1"/>
          <p:nvPr userDrawn="1"/>
        </p:nvSpPr>
        <p:spPr>
          <a:xfrm>
            <a:off x="7431829" y="205875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8D10249-B97F-CF42-9CA7-AEB131B6258A}"/>
              </a:ext>
            </a:extLst>
          </p:cNvPr>
          <p:cNvSpPr txBox="1"/>
          <p:nvPr userDrawn="1"/>
        </p:nvSpPr>
        <p:spPr>
          <a:xfrm>
            <a:off x="1651819" y="975047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FEC666C-3513-CE4C-94CD-0CDB5E505E18}"/>
              </a:ext>
            </a:extLst>
          </p:cNvPr>
          <p:cNvSpPr txBox="1"/>
          <p:nvPr userDrawn="1"/>
        </p:nvSpPr>
        <p:spPr>
          <a:xfrm>
            <a:off x="3096822" y="975047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5F323E6-0365-E24A-93E0-BE01F66CA22B}"/>
              </a:ext>
            </a:extLst>
          </p:cNvPr>
          <p:cNvSpPr txBox="1"/>
          <p:nvPr userDrawn="1"/>
        </p:nvSpPr>
        <p:spPr>
          <a:xfrm>
            <a:off x="4541824" y="975047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951DE3A-DCD7-9744-93D4-8C0B3212491E}"/>
              </a:ext>
            </a:extLst>
          </p:cNvPr>
          <p:cNvSpPr txBox="1"/>
          <p:nvPr userDrawn="1"/>
        </p:nvSpPr>
        <p:spPr>
          <a:xfrm>
            <a:off x="5986827" y="975047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AF28639-03D9-AF43-9DC4-A963EA07D6FF}"/>
              </a:ext>
            </a:extLst>
          </p:cNvPr>
          <p:cNvSpPr txBox="1"/>
          <p:nvPr userDrawn="1"/>
        </p:nvSpPr>
        <p:spPr>
          <a:xfrm>
            <a:off x="7431829" y="975047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648BB78-0B94-6247-8430-C4CC92681560}"/>
              </a:ext>
            </a:extLst>
          </p:cNvPr>
          <p:cNvSpPr txBox="1"/>
          <p:nvPr userDrawn="1"/>
        </p:nvSpPr>
        <p:spPr>
          <a:xfrm>
            <a:off x="206817" y="1744219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111DCC5-5FC9-A346-A0A3-B0856209F278}"/>
              </a:ext>
            </a:extLst>
          </p:cNvPr>
          <p:cNvSpPr txBox="1"/>
          <p:nvPr userDrawn="1"/>
        </p:nvSpPr>
        <p:spPr>
          <a:xfrm>
            <a:off x="1651819" y="1744219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4D54A81-DC3F-FF42-8256-3E6B22F2EAF1}"/>
              </a:ext>
            </a:extLst>
          </p:cNvPr>
          <p:cNvSpPr txBox="1"/>
          <p:nvPr userDrawn="1"/>
        </p:nvSpPr>
        <p:spPr>
          <a:xfrm>
            <a:off x="3096822" y="1744219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4342678-8B0F-694A-911E-D8BC41DAD24F}"/>
              </a:ext>
            </a:extLst>
          </p:cNvPr>
          <p:cNvSpPr txBox="1"/>
          <p:nvPr userDrawn="1"/>
        </p:nvSpPr>
        <p:spPr>
          <a:xfrm>
            <a:off x="4541824" y="1744219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E61556E-58A0-B347-95B8-3B113C7994C2}"/>
              </a:ext>
            </a:extLst>
          </p:cNvPr>
          <p:cNvSpPr txBox="1"/>
          <p:nvPr userDrawn="1"/>
        </p:nvSpPr>
        <p:spPr>
          <a:xfrm>
            <a:off x="5986827" y="1744219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7E269AF-3FE6-FE49-A8E5-953FD691B3A1}"/>
              </a:ext>
            </a:extLst>
          </p:cNvPr>
          <p:cNvSpPr txBox="1"/>
          <p:nvPr userDrawn="1"/>
        </p:nvSpPr>
        <p:spPr>
          <a:xfrm>
            <a:off x="7431829" y="1744219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693E664-ED37-FD48-B829-3DFDE5F1DDA2}"/>
              </a:ext>
            </a:extLst>
          </p:cNvPr>
          <p:cNvSpPr txBox="1"/>
          <p:nvPr userDrawn="1"/>
        </p:nvSpPr>
        <p:spPr>
          <a:xfrm>
            <a:off x="206817" y="2513392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20B477D-21D7-EC41-AFD2-B6CDFA14D613}"/>
              </a:ext>
            </a:extLst>
          </p:cNvPr>
          <p:cNvSpPr txBox="1"/>
          <p:nvPr userDrawn="1"/>
        </p:nvSpPr>
        <p:spPr>
          <a:xfrm>
            <a:off x="1651819" y="2513392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0E16EAE-459F-084D-82B6-049270D22EA8}"/>
              </a:ext>
            </a:extLst>
          </p:cNvPr>
          <p:cNvSpPr txBox="1"/>
          <p:nvPr userDrawn="1"/>
        </p:nvSpPr>
        <p:spPr>
          <a:xfrm>
            <a:off x="3096822" y="2513392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3E59832-AD81-984C-B8BC-0AB8F7F5A612}"/>
              </a:ext>
            </a:extLst>
          </p:cNvPr>
          <p:cNvSpPr txBox="1"/>
          <p:nvPr userDrawn="1"/>
        </p:nvSpPr>
        <p:spPr>
          <a:xfrm>
            <a:off x="4541824" y="2513392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A6C85E5-CBE1-4D45-A761-4484EB046C6B}"/>
              </a:ext>
            </a:extLst>
          </p:cNvPr>
          <p:cNvSpPr txBox="1"/>
          <p:nvPr userDrawn="1"/>
        </p:nvSpPr>
        <p:spPr>
          <a:xfrm>
            <a:off x="5986827" y="2513392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D762BED-CD5A-924F-97D9-14F975954B9F}"/>
              </a:ext>
            </a:extLst>
          </p:cNvPr>
          <p:cNvSpPr txBox="1"/>
          <p:nvPr userDrawn="1"/>
        </p:nvSpPr>
        <p:spPr>
          <a:xfrm>
            <a:off x="7431829" y="2513392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7934EF0-F38E-A947-84FF-DE52BBC0FF8F}"/>
              </a:ext>
            </a:extLst>
          </p:cNvPr>
          <p:cNvSpPr txBox="1"/>
          <p:nvPr userDrawn="1"/>
        </p:nvSpPr>
        <p:spPr>
          <a:xfrm>
            <a:off x="206817" y="3282564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364642A-F03D-1945-A19C-EB72227B7C42}"/>
              </a:ext>
            </a:extLst>
          </p:cNvPr>
          <p:cNvSpPr txBox="1"/>
          <p:nvPr userDrawn="1"/>
        </p:nvSpPr>
        <p:spPr>
          <a:xfrm>
            <a:off x="1651819" y="3282564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F5A70EB-FD71-694F-BC6F-4B39177C83DD}"/>
              </a:ext>
            </a:extLst>
          </p:cNvPr>
          <p:cNvSpPr txBox="1"/>
          <p:nvPr userDrawn="1"/>
        </p:nvSpPr>
        <p:spPr>
          <a:xfrm>
            <a:off x="3096822" y="3282564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C849A46-C677-B94B-8B90-766D23F1B582}"/>
              </a:ext>
            </a:extLst>
          </p:cNvPr>
          <p:cNvSpPr txBox="1"/>
          <p:nvPr userDrawn="1"/>
        </p:nvSpPr>
        <p:spPr>
          <a:xfrm>
            <a:off x="4541824" y="3282564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77C54527-531E-C545-9C06-A7CAE4FF013E}"/>
              </a:ext>
            </a:extLst>
          </p:cNvPr>
          <p:cNvSpPr txBox="1"/>
          <p:nvPr userDrawn="1"/>
        </p:nvSpPr>
        <p:spPr>
          <a:xfrm>
            <a:off x="5986827" y="3282564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F115BEB-EF44-E646-8078-5C4468F1CB6C}"/>
              </a:ext>
            </a:extLst>
          </p:cNvPr>
          <p:cNvSpPr txBox="1"/>
          <p:nvPr userDrawn="1"/>
        </p:nvSpPr>
        <p:spPr>
          <a:xfrm>
            <a:off x="7431829" y="3282564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8893A82-4D70-9945-8209-71A2BCEDAA78}"/>
              </a:ext>
            </a:extLst>
          </p:cNvPr>
          <p:cNvSpPr txBox="1"/>
          <p:nvPr userDrawn="1"/>
        </p:nvSpPr>
        <p:spPr>
          <a:xfrm>
            <a:off x="206817" y="4051736"/>
            <a:ext cx="1436321" cy="3000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fr-FR" sz="135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A772966-590D-9443-9CF1-08EFCFB291E3}"/>
              </a:ext>
            </a:extLst>
          </p:cNvPr>
          <p:cNvSpPr txBox="1"/>
          <p:nvPr userDrawn="1"/>
        </p:nvSpPr>
        <p:spPr>
          <a:xfrm>
            <a:off x="91785" y="1011056"/>
            <a:ext cx="8160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7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71E35E4B-4A20-F545-855C-8FCF3C7BE078}"/>
              </a:ext>
            </a:extLst>
          </p:cNvPr>
          <p:cNvSpPr txBox="1"/>
          <p:nvPr userDrawn="1"/>
        </p:nvSpPr>
        <p:spPr>
          <a:xfrm>
            <a:off x="1553964" y="997195"/>
            <a:ext cx="8160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8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5DB1F781-C273-B843-AA41-2DDDBC580F1D}"/>
              </a:ext>
            </a:extLst>
          </p:cNvPr>
          <p:cNvSpPr txBox="1"/>
          <p:nvPr userDrawn="1"/>
        </p:nvSpPr>
        <p:spPr>
          <a:xfrm>
            <a:off x="4355549" y="1003741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10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34CA938-4584-A04C-A9C9-4BF39FD6BF87}"/>
              </a:ext>
            </a:extLst>
          </p:cNvPr>
          <p:cNvSpPr txBox="1"/>
          <p:nvPr userDrawn="1"/>
        </p:nvSpPr>
        <p:spPr>
          <a:xfrm>
            <a:off x="5791870" y="1011010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11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84D46179-0D4A-9D41-BAE3-B9E1DFBE7C05}"/>
              </a:ext>
            </a:extLst>
          </p:cNvPr>
          <p:cNvSpPr txBox="1"/>
          <p:nvPr userDrawn="1"/>
        </p:nvSpPr>
        <p:spPr>
          <a:xfrm>
            <a:off x="7228192" y="1003741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12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641AFD3-C49A-084B-954F-021BE7185D90}"/>
              </a:ext>
            </a:extLst>
          </p:cNvPr>
          <p:cNvSpPr txBox="1"/>
          <p:nvPr userDrawn="1"/>
        </p:nvSpPr>
        <p:spPr>
          <a:xfrm>
            <a:off x="10961" y="1772960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13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59BF7406-BA5F-E342-9ACE-66D64125929B}"/>
              </a:ext>
            </a:extLst>
          </p:cNvPr>
          <p:cNvSpPr txBox="1"/>
          <p:nvPr userDrawn="1"/>
        </p:nvSpPr>
        <p:spPr>
          <a:xfrm>
            <a:off x="1447282" y="1780228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14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FF72C8BF-791F-AF4C-9D85-F4FC0F3B43BB}"/>
              </a:ext>
            </a:extLst>
          </p:cNvPr>
          <p:cNvSpPr txBox="1"/>
          <p:nvPr userDrawn="1"/>
        </p:nvSpPr>
        <p:spPr>
          <a:xfrm>
            <a:off x="2900644" y="1772959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15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52FFEB2A-71D8-8F46-B872-112554F702FD}"/>
              </a:ext>
            </a:extLst>
          </p:cNvPr>
          <p:cNvSpPr txBox="1"/>
          <p:nvPr userDrawn="1"/>
        </p:nvSpPr>
        <p:spPr>
          <a:xfrm>
            <a:off x="5791870" y="1780228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17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FB26D0D1-7A46-E34E-9D04-84CBE63DB162}"/>
              </a:ext>
            </a:extLst>
          </p:cNvPr>
          <p:cNvSpPr txBox="1"/>
          <p:nvPr userDrawn="1"/>
        </p:nvSpPr>
        <p:spPr>
          <a:xfrm>
            <a:off x="7228192" y="1772959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18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F6791D6-C936-CD4B-9F51-A328384ADC94}"/>
              </a:ext>
            </a:extLst>
          </p:cNvPr>
          <p:cNvSpPr txBox="1"/>
          <p:nvPr userDrawn="1"/>
        </p:nvSpPr>
        <p:spPr>
          <a:xfrm>
            <a:off x="10960" y="2542132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19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25CF75D3-902A-244C-9886-6F03E3AE1216}"/>
              </a:ext>
            </a:extLst>
          </p:cNvPr>
          <p:cNvSpPr txBox="1"/>
          <p:nvPr userDrawn="1"/>
        </p:nvSpPr>
        <p:spPr>
          <a:xfrm>
            <a:off x="1582990" y="2549401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20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62C1A18F-563C-064A-8DE6-45DEE49C89DB}"/>
              </a:ext>
            </a:extLst>
          </p:cNvPr>
          <p:cNvSpPr txBox="1"/>
          <p:nvPr userDrawn="1"/>
        </p:nvSpPr>
        <p:spPr>
          <a:xfrm>
            <a:off x="3019312" y="2541445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21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5497C79D-7CF5-CC42-8978-E4BC836EFDB8}"/>
              </a:ext>
            </a:extLst>
          </p:cNvPr>
          <p:cNvSpPr txBox="1"/>
          <p:nvPr userDrawn="1"/>
        </p:nvSpPr>
        <p:spPr>
          <a:xfrm>
            <a:off x="4467879" y="2549824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22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29E12C59-EB71-9948-9076-47588F42835C}"/>
              </a:ext>
            </a:extLst>
          </p:cNvPr>
          <p:cNvSpPr txBox="1"/>
          <p:nvPr userDrawn="1"/>
        </p:nvSpPr>
        <p:spPr>
          <a:xfrm>
            <a:off x="5904200" y="2541868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23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43256CE2-44F5-9149-86BD-B1A1028C03E2}"/>
              </a:ext>
            </a:extLst>
          </p:cNvPr>
          <p:cNvSpPr txBox="1"/>
          <p:nvPr userDrawn="1"/>
        </p:nvSpPr>
        <p:spPr>
          <a:xfrm>
            <a:off x="7340521" y="2543857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24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90F326A8-2165-A44C-9285-9EC2626EB7A0}"/>
              </a:ext>
            </a:extLst>
          </p:cNvPr>
          <p:cNvSpPr txBox="1"/>
          <p:nvPr userDrawn="1"/>
        </p:nvSpPr>
        <p:spPr>
          <a:xfrm>
            <a:off x="140546" y="3307022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25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780D016C-CE2F-4840-BE06-7856F77CE9C2}"/>
              </a:ext>
            </a:extLst>
          </p:cNvPr>
          <p:cNvSpPr txBox="1"/>
          <p:nvPr userDrawn="1"/>
        </p:nvSpPr>
        <p:spPr>
          <a:xfrm>
            <a:off x="1551955" y="3319380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26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78DBCD4C-C110-834F-8DD3-F6BE49744657}"/>
              </a:ext>
            </a:extLst>
          </p:cNvPr>
          <p:cNvSpPr txBox="1"/>
          <p:nvPr userDrawn="1"/>
        </p:nvSpPr>
        <p:spPr>
          <a:xfrm>
            <a:off x="2988276" y="3311424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27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943A32B4-9631-1F48-A4BF-EDCF7BAD2573}"/>
              </a:ext>
            </a:extLst>
          </p:cNvPr>
          <p:cNvSpPr txBox="1"/>
          <p:nvPr userDrawn="1"/>
        </p:nvSpPr>
        <p:spPr>
          <a:xfrm>
            <a:off x="4424486" y="3319803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28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7CA940F5-BA50-AF43-AB13-B540B0702A41}"/>
              </a:ext>
            </a:extLst>
          </p:cNvPr>
          <p:cNvSpPr txBox="1"/>
          <p:nvPr userDrawn="1"/>
        </p:nvSpPr>
        <p:spPr>
          <a:xfrm>
            <a:off x="5873164" y="3311847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29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528AF7BF-154D-D046-B2CF-2627EB9695E9}"/>
              </a:ext>
            </a:extLst>
          </p:cNvPr>
          <p:cNvSpPr txBox="1"/>
          <p:nvPr userDrawn="1"/>
        </p:nvSpPr>
        <p:spPr>
          <a:xfrm>
            <a:off x="7328021" y="3313836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30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5249E74B-74A4-044D-AEE7-42A0AB99E0F9}"/>
              </a:ext>
            </a:extLst>
          </p:cNvPr>
          <p:cNvSpPr txBox="1"/>
          <p:nvPr userDrawn="1"/>
        </p:nvSpPr>
        <p:spPr>
          <a:xfrm>
            <a:off x="6732" y="241313"/>
            <a:ext cx="8160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1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16104E48-7E96-4E40-ACA3-A3CD65BE18C5}"/>
              </a:ext>
            </a:extLst>
          </p:cNvPr>
          <p:cNvSpPr txBox="1"/>
          <p:nvPr userDrawn="1"/>
        </p:nvSpPr>
        <p:spPr>
          <a:xfrm>
            <a:off x="1573946" y="239809"/>
            <a:ext cx="8160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2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5B54E06B-CA78-7344-B1A3-177E05D64D30}"/>
              </a:ext>
            </a:extLst>
          </p:cNvPr>
          <p:cNvSpPr txBox="1"/>
          <p:nvPr userDrawn="1"/>
        </p:nvSpPr>
        <p:spPr>
          <a:xfrm>
            <a:off x="2985553" y="228956"/>
            <a:ext cx="8160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3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619DC178-45CE-4948-9761-170B49692F5D}"/>
              </a:ext>
            </a:extLst>
          </p:cNvPr>
          <p:cNvSpPr txBox="1"/>
          <p:nvPr userDrawn="1"/>
        </p:nvSpPr>
        <p:spPr>
          <a:xfrm>
            <a:off x="4449671" y="233998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4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84049EA7-7891-D643-A30F-87E4F82A5B8B}"/>
              </a:ext>
            </a:extLst>
          </p:cNvPr>
          <p:cNvSpPr txBox="1"/>
          <p:nvPr userDrawn="1"/>
        </p:nvSpPr>
        <p:spPr>
          <a:xfrm>
            <a:off x="5861280" y="228910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5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3598F28A-BABD-6443-B74A-22D02706914A}"/>
              </a:ext>
            </a:extLst>
          </p:cNvPr>
          <p:cNvSpPr txBox="1"/>
          <p:nvPr userDrawn="1"/>
        </p:nvSpPr>
        <p:spPr>
          <a:xfrm>
            <a:off x="7340849" y="233998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6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9380CC3-352E-A042-8E8D-28701E789CAF}"/>
              </a:ext>
            </a:extLst>
          </p:cNvPr>
          <p:cNvSpPr txBox="1"/>
          <p:nvPr userDrawn="1"/>
        </p:nvSpPr>
        <p:spPr>
          <a:xfrm>
            <a:off x="94954" y="4081701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31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39F39F1D-8E0C-264D-B649-33E0A68F94AD}"/>
              </a:ext>
            </a:extLst>
          </p:cNvPr>
          <p:cNvSpPr txBox="1"/>
          <p:nvPr userDrawn="1"/>
        </p:nvSpPr>
        <p:spPr>
          <a:xfrm>
            <a:off x="4344639" y="1772211"/>
            <a:ext cx="12635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16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67DD5ED7-7F5D-FB42-AB73-E91AD669D9C4}"/>
              </a:ext>
            </a:extLst>
          </p:cNvPr>
          <p:cNvSpPr txBox="1"/>
          <p:nvPr userDrawn="1"/>
        </p:nvSpPr>
        <p:spPr>
          <a:xfrm>
            <a:off x="3010267" y="1011009"/>
            <a:ext cx="10861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b="1">
                <a:solidFill>
                  <a:schemeClr val="bg1"/>
                </a:solidFill>
                <a:latin typeface="Futura PT Extra Bold" panose="020B0502020204020303" pitchFamily="34" charset="77"/>
              </a:rPr>
              <a:t>9</a:t>
            </a:r>
          </a:p>
        </p:txBody>
      </p:sp>
      <p:sp>
        <p:nvSpPr>
          <p:cNvPr id="71" name="Espace réservé du texte 2">
            <a:extLst>
              <a:ext uri="{FF2B5EF4-FFF2-40B4-BE49-F238E27FC236}">
                <a16:creationId xmlns:a16="http://schemas.microsoft.com/office/drawing/2014/main" id="{3BF0F5FD-5B87-DF4D-B958-AE9FFE0FD3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80162" y="966366"/>
            <a:ext cx="1452981" cy="7820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9 sept 2021</a:t>
            </a:r>
          </a:p>
          <a:p>
            <a:pPr lvl="0"/>
            <a:r>
              <a:rPr lang="fr-FR"/>
              <a:t>Dupliquer cette vignette</a:t>
            </a:r>
          </a:p>
        </p:txBody>
      </p:sp>
      <p:sp>
        <p:nvSpPr>
          <p:cNvPr id="73" name="Espace réservé du texte 2">
            <a:extLst>
              <a:ext uri="{FF2B5EF4-FFF2-40B4-BE49-F238E27FC236}">
                <a16:creationId xmlns:a16="http://schemas.microsoft.com/office/drawing/2014/main" id="{937130D3-8881-BF41-BB8C-1BA11FA97C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39880" y="2502611"/>
            <a:ext cx="1452981" cy="7820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 i="1" cap="all" baseline="0">
                <a:solidFill>
                  <a:schemeClr val="bg1"/>
                </a:solidFill>
                <a:latin typeface="Futura PT Heavy" panose="020B0502020204020303" pitchFamily="34" charset="77"/>
              </a:defRPr>
            </a:lvl1pPr>
            <a:lvl2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2pPr>
            <a:lvl3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3pPr>
            <a:lvl4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4pPr>
            <a:lvl5pPr>
              <a:defRPr b="1" i="0">
                <a:solidFill>
                  <a:schemeClr val="bg1"/>
                </a:solidFill>
                <a:latin typeface="Futura PT Bold" panose="020B0502020204020303" pitchFamily="34" charset="77"/>
              </a:defRPr>
            </a:lvl5pPr>
          </a:lstStyle>
          <a:p>
            <a:pPr lvl="0"/>
            <a:r>
              <a:rPr lang="fr-FR"/>
              <a:t>22 sept 2021</a:t>
            </a:r>
          </a:p>
          <a:p>
            <a:pPr lvl="0"/>
            <a:r>
              <a:rPr lang="fr-FR"/>
              <a:t>Événement descriptif</a:t>
            </a:r>
          </a:p>
        </p:txBody>
      </p:sp>
    </p:spTree>
    <p:extLst>
      <p:ext uri="{BB962C8B-B14F-4D97-AF65-F5344CB8AC3E}">
        <p14:creationId xmlns:p14="http://schemas.microsoft.com/office/powerpoint/2010/main" val="1788358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4" y="1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2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00C1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21060000">
            <a:off x="2288436" y="946171"/>
            <a:ext cx="4909829" cy="137819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9000" b="1" i="1">
                <a:solidFill>
                  <a:schemeClr val="tx1"/>
                </a:solidFill>
                <a:latin typeface="Futura PT Heavy" panose="020B0502020204020303" pitchFamily="34" charset="77"/>
              </a:rPr>
              <a:t>MERCI !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2" y="471963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F5AF0EE8-7284-084B-8B22-301D973A0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21060000">
            <a:off x="2637469" y="2380532"/>
            <a:ext cx="3945656" cy="1764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pour ajouter un contact…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AB6B60A-0569-9840-89C5-DD2598C8E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4976" y="4123886"/>
            <a:ext cx="1057948" cy="58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6527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4" y="1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2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F7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21060000">
            <a:off x="2288436" y="946171"/>
            <a:ext cx="4909829" cy="137819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9000" b="1" i="1">
                <a:solidFill>
                  <a:schemeClr val="tx1"/>
                </a:solidFill>
                <a:latin typeface="Futura PT Heavy" panose="020B0502020204020303" pitchFamily="34" charset="77"/>
              </a:rPr>
              <a:t>MERCI !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2" y="471963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F5AF0EE8-7284-084B-8B22-301D973A0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21060000">
            <a:off x="2637469" y="2380532"/>
            <a:ext cx="3945656" cy="1764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pour ajouter un contact…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AB6B60A-0569-9840-89C5-DD2598C8E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4976" y="4123886"/>
            <a:ext cx="1057948" cy="58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123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4" y="1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2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21060000">
            <a:off x="2288436" y="946171"/>
            <a:ext cx="4909829" cy="137819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9000" b="1" i="1">
                <a:solidFill>
                  <a:schemeClr val="tx1"/>
                </a:solidFill>
                <a:latin typeface="Futura PT Heavy" panose="020B0502020204020303" pitchFamily="34" charset="77"/>
              </a:rPr>
              <a:t>MERCI !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2" y="471963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F5AF0EE8-7284-084B-8B22-301D973A0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21060000">
            <a:off x="2637469" y="2380532"/>
            <a:ext cx="3945656" cy="1764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pour ajouter un contact…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AB6B60A-0569-9840-89C5-DD2598C8E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4976" y="4123886"/>
            <a:ext cx="1057948" cy="58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3452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4" y="1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2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00B0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21060000">
            <a:off x="2288436" y="946171"/>
            <a:ext cx="4909829" cy="137819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9000" b="1" i="1">
                <a:solidFill>
                  <a:schemeClr val="tx1"/>
                </a:solidFill>
                <a:latin typeface="Futura PT Heavy" panose="020B0502020204020303" pitchFamily="34" charset="77"/>
              </a:rPr>
              <a:t>MERCI !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2" y="471963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F5AF0EE8-7284-084B-8B22-301D973A0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21060000">
            <a:off x="2637469" y="2380532"/>
            <a:ext cx="3945656" cy="1764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pour ajouter un contact…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AB6B60A-0569-9840-89C5-DD2598C8E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4976" y="4123886"/>
            <a:ext cx="1057948" cy="58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5529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4" y="1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2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3C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21060000">
            <a:off x="2288436" y="946171"/>
            <a:ext cx="4909829" cy="137819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9000" b="1" i="1">
                <a:solidFill>
                  <a:schemeClr val="tx1"/>
                </a:solidFill>
                <a:latin typeface="Futura PT Heavy" panose="020B0502020204020303" pitchFamily="34" charset="77"/>
              </a:rPr>
              <a:t>MERCI !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2" y="471963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F5AF0EE8-7284-084B-8B22-301D973A0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21060000">
            <a:off x="2637469" y="2380532"/>
            <a:ext cx="3945656" cy="1764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pour ajouter un contact…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AB6B60A-0569-9840-89C5-DD2598C8E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4976" y="4123886"/>
            <a:ext cx="1057948" cy="58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85863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3" y="0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1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00C1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-540000">
            <a:off x="2288435" y="946170"/>
            <a:ext cx="4909829" cy="137819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9000" b="1" i="1">
                <a:solidFill>
                  <a:schemeClr val="tx1"/>
                </a:solidFill>
                <a:latin typeface="Futura PT Heavy" panose="020B0502020204020303" pitchFamily="34" charset="77"/>
              </a:rPr>
              <a:t>MERCI !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3" y="471962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F5AF0EE8-7284-084B-8B22-301D973A0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-540000">
            <a:off x="2637469" y="2380531"/>
            <a:ext cx="3945656" cy="1764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pour ajouter un contact…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AB6B60A-0569-9840-89C5-DD2598C8E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4976" y="4123885"/>
            <a:ext cx="1057948" cy="58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1377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3" y="0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1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F7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-540000">
            <a:off x="2288435" y="946170"/>
            <a:ext cx="4909829" cy="137819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9000" b="1" i="1">
                <a:solidFill>
                  <a:schemeClr val="tx1"/>
                </a:solidFill>
                <a:latin typeface="Futura PT Heavy" panose="020B0502020204020303" pitchFamily="34" charset="77"/>
              </a:rPr>
              <a:t>MERCI !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3" y="471962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F5AF0EE8-7284-084B-8B22-301D973A0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-540000">
            <a:off x="2637469" y="2380531"/>
            <a:ext cx="3945656" cy="1764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pour ajouter un contact…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AB6B60A-0569-9840-89C5-DD2598C8E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4976" y="4123885"/>
            <a:ext cx="1057948" cy="58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2852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3" y="0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1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-540000">
            <a:off x="2288435" y="946170"/>
            <a:ext cx="4909829" cy="137819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9000" b="1" i="1">
                <a:solidFill>
                  <a:schemeClr val="tx1"/>
                </a:solidFill>
                <a:latin typeface="Futura PT Heavy" panose="020B0502020204020303" pitchFamily="34" charset="77"/>
              </a:rPr>
              <a:t>MERCI !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3" y="471962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F5AF0EE8-7284-084B-8B22-301D973A0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-540000">
            <a:off x="2637469" y="2380531"/>
            <a:ext cx="3945656" cy="1764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pour ajouter un contact…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AB6B60A-0569-9840-89C5-DD2598C8E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4976" y="4123885"/>
            <a:ext cx="1057948" cy="58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2068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3" y="0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1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00B0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-540000">
            <a:off x="2288435" y="946170"/>
            <a:ext cx="4909829" cy="137819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9000" b="1" i="1">
                <a:solidFill>
                  <a:schemeClr val="tx1"/>
                </a:solidFill>
                <a:latin typeface="Futura PT Heavy" panose="020B0502020204020303" pitchFamily="34" charset="77"/>
              </a:rPr>
              <a:t>MERCI !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3" y="471962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F5AF0EE8-7284-084B-8B22-301D973A0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-540000">
            <a:off x="2637469" y="2380531"/>
            <a:ext cx="3945656" cy="1764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pour ajouter un contact…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AB6B60A-0569-9840-89C5-DD2598C8E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4976" y="4123885"/>
            <a:ext cx="1057948" cy="58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4179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16">
            <a:extLst>
              <a:ext uri="{FF2B5EF4-FFF2-40B4-BE49-F238E27FC236}">
                <a16:creationId xmlns:a16="http://schemas.microsoft.com/office/drawing/2014/main" id="{BEC3DC73-BC64-5B40-9B0E-DB6B7BBD328A}"/>
              </a:ext>
            </a:extLst>
          </p:cNvPr>
          <p:cNvSpPr/>
          <p:nvPr userDrawn="1"/>
        </p:nvSpPr>
        <p:spPr>
          <a:xfrm rot="10800000">
            <a:off x="1740433" y="0"/>
            <a:ext cx="7368677" cy="1141241"/>
          </a:xfrm>
          <a:custGeom>
            <a:avLst/>
            <a:gdLst>
              <a:gd name="connsiteX0" fmla="*/ 0 w 12192000"/>
              <a:gd name="connsiteY0" fmla="*/ 2327097 h 2327097"/>
              <a:gd name="connsiteX1" fmla="*/ 6096000 w 12192000"/>
              <a:gd name="connsiteY1" fmla="*/ 0 h 2327097"/>
              <a:gd name="connsiteX2" fmla="*/ 12192000 w 12192000"/>
              <a:gd name="connsiteY2" fmla="*/ 2327097 h 2327097"/>
              <a:gd name="connsiteX3" fmla="*/ 0 w 12192000"/>
              <a:gd name="connsiteY3" fmla="*/ 2327097 h 2327097"/>
              <a:gd name="connsiteX0" fmla="*/ 0 w 12192000"/>
              <a:gd name="connsiteY0" fmla="*/ 2142162 h 2142162"/>
              <a:gd name="connsiteX1" fmla="*/ 12188576 w 12192000"/>
              <a:gd name="connsiteY1" fmla="*/ 0 h 2142162"/>
              <a:gd name="connsiteX2" fmla="*/ 12192000 w 12192000"/>
              <a:gd name="connsiteY2" fmla="*/ 2142162 h 2142162"/>
              <a:gd name="connsiteX3" fmla="*/ 0 w 12192000"/>
              <a:gd name="connsiteY3" fmla="*/ 2142162 h 2142162"/>
              <a:gd name="connsiteX0" fmla="*/ 0 w 12192000"/>
              <a:gd name="connsiteY0" fmla="*/ 1988050 h 1988050"/>
              <a:gd name="connsiteX1" fmla="*/ 12188576 w 12192000"/>
              <a:gd name="connsiteY1" fmla="*/ 0 h 1988050"/>
              <a:gd name="connsiteX2" fmla="*/ 12192000 w 12192000"/>
              <a:gd name="connsiteY2" fmla="*/ 1988050 h 1988050"/>
              <a:gd name="connsiteX3" fmla="*/ 0 w 12192000"/>
              <a:gd name="connsiteY3" fmla="*/ 1988050 h 1988050"/>
              <a:gd name="connsiteX0" fmla="*/ 0 w 12192000"/>
              <a:gd name="connsiteY0" fmla="*/ 1864760 h 1864760"/>
              <a:gd name="connsiteX1" fmla="*/ 12168027 w 12192000"/>
              <a:gd name="connsiteY1" fmla="*/ 0 h 1864760"/>
              <a:gd name="connsiteX2" fmla="*/ 12192000 w 12192000"/>
              <a:gd name="connsiteY2" fmla="*/ 1864760 h 1864760"/>
              <a:gd name="connsiteX3" fmla="*/ 0 w 12192000"/>
              <a:gd name="connsiteY3" fmla="*/ 1864760 h 1864760"/>
              <a:gd name="connsiteX0" fmla="*/ 0 w 12192000"/>
              <a:gd name="connsiteY0" fmla="*/ 1926405 h 1926405"/>
              <a:gd name="connsiteX1" fmla="*/ 12188576 w 12192000"/>
              <a:gd name="connsiteY1" fmla="*/ 0 h 1926405"/>
              <a:gd name="connsiteX2" fmla="*/ 12192000 w 12192000"/>
              <a:gd name="connsiteY2" fmla="*/ 1926405 h 1926405"/>
              <a:gd name="connsiteX3" fmla="*/ 0 w 12192000"/>
              <a:gd name="connsiteY3" fmla="*/ 1926405 h 1926405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  <a:gd name="connsiteX0" fmla="*/ 0 w 12192000"/>
              <a:gd name="connsiteY0" fmla="*/ 1888264 h 1888264"/>
              <a:gd name="connsiteX1" fmla="*/ 11940657 w 12192000"/>
              <a:gd name="connsiteY1" fmla="*/ 0 h 1888264"/>
              <a:gd name="connsiteX2" fmla="*/ 12192000 w 12192000"/>
              <a:gd name="connsiteY2" fmla="*/ 1888264 h 1888264"/>
              <a:gd name="connsiteX3" fmla="*/ 0 w 12192000"/>
              <a:gd name="connsiteY3" fmla="*/ 1888264 h 188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888264">
                <a:moveTo>
                  <a:pt x="0" y="1888264"/>
                </a:moveTo>
                <a:lnTo>
                  <a:pt x="11940657" y="0"/>
                </a:lnTo>
                <a:cubicBezTo>
                  <a:pt x="12046686" y="723589"/>
                  <a:pt x="12114577" y="1174210"/>
                  <a:pt x="12192000" y="1888264"/>
                </a:cubicBezTo>
                <a:lnTo>
                  <a:pt x="0" y="18882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BA496B-62FE-8444-A9E7-F587E7F0BF70}"/>
              </a:ext>
            </a:extLst>
          </p:cNvPr>
          <p:cNvSpPr/>
          <p:nvPr userDrawn="1"/>
        </p:nvSpPr>
        <p:spPr>
          <a:xfrm>
            <a:off x="-4283" y="1"/>
            <a:ext cx="2590058" cy="5143499"/>
          </a:xfrm>
          <a:custGeom>
            <a:avLst/>
            <a:gdLst>
              <a:gd name="connsiteX0" fmla="*/ 0 w 5357812"/>
              <a:gd name="connsiteY0" fmla="*/ 0 h 2914650"/>
              <a:gd name="connsiteX1" fmla="*/ 5357812 w 5357812"/>
              <a:gd name="connsiteY1" fmla="*/ 0 h 2914650"/>
              <a:gd name="connsiteX2" fmla="*/ 5357812 w 5357812"/>
              <a:gd name="connsiteY2" fmla="*/ 2914650 h 2914650"/>
              <a:gd name="connsiteX3" fmla="*/ 0 w 5357812"/>
              <a:gd name="connsiteY3" fmla="*/ 2914650 h 2914650"/>
              <a:gd name="connsiteX4" fmla="*/ 0 w 5357812"/>
              <a:gd name="connsiteY4" fmla="*/ 0 h 2914650"/>
              <a:gd name="connsiteX0" fmla="*/ 0 w 5357812"/>
              <a:gd name="connsiteY0" fmla="*/ 14287 h 2928937"/>
              <a:gd name="connsiteX1" fmla="*/ 2628899 w 5357812"/>
              <a:gd name="connsiteY1" fmla="*/ 0 h 2928937"/>
              <a:gd name="connsiteX2" fmla="*/ 5357812 w 5357812"/>
              <a:gd name="connsiteY2" fmla="*/ 2928937 h 2928937"/>
              <a:gd name="connsiteX3" fmla="*/ 0 w 5357812"/>
              <a:gd name="connsiteY3" fmla="*/ 2928937 h 2928937"/>
              <a:gd name="connsiteX4" fmla="*/ 0 w 5357812"/>
              <a:gd name="connsiteY4" fmla="*/ 14287 h 2928937"/>
              <a:gd name="connsiteX0" fmla="*/ 0 w 3357562"/>
              <a:gd name="connsiteY0" fmla="*/ 14287 h 4672012"/>
              <a:gd name="connsiteX1" fmla="*/ 2628899 w 3357562"/>
              <a:gd name="connsiteY1" fmla="*/ 0 h 4672012"/>
              <a:gd name="connsiteX2" fmla="*/ 3357562 w 3357562"/>
              <a:gd name="connsiteY2" fmla="*/ 4672012 h 4672012"/>
              <a:gd name="connsiteX3" fmla="*/ 0 w 3357562"/>
              <a:gd name="connsiteY3" fmla="*/ 2928937 h 4672012"/>
              <a:gd name="connsiteX4" fmla="*/ 0 w 3357562"/>
              <a:gd name="connsiteY4" fmla="*/ 14287 h 4672012"/>
              <a:gd name="connsiteX0" fmla="*/ 0 w 3357562"/>
              <a:gd name="connsiteY0" fmla="*/ 3614737 h 8272462"/>
              <a:gd name="connsiteX1" fmla="*/ 2043112 w 3357562"/>
              <a:gd name="connsiteY1" fmla="*/ 0 h 8272462"/>
              <a:gd name="connsiteX2" fmla="*/ 3357562 w 3357562"/>
              <a:gd name="connsiteY2" fmla="*/ 8272462 h 8272462"/>
              <a:gd name="connsiteX3" fmla="*/ 0 w 3357562"/>
              <a:gd name="connsiteY3" fmla="*/ 6529387 h 8272462"/>
              <a:gd name="connsiteX4" fmla="*/ 0 w 3357562"/>
              <a:gd name="connsiteY4" fmla="*/ 3614737 h 8272462"/>
              <a:gd name="connsiteX0" fmla="*/ 0 w 8458200"/>
              <a:gd name="connsiteY0" fmla="*/ 1185861 h 8272462"/>
              <a:gd name="connsiteX1" fmla="*/ 7143750 w 8458200"/>
              <a:gd name="connsiteY1" fmla="*/ 0 h 8272462"/>
              <a:gd name="connsiteX2" fmla="*/ 8458200 w 8458200"/>
              <a:gd name="connsiteY2" fmla="*/ 8272462 h 8272462"/>
              <a:gd name="connsiteX3" fmla="*/ 5100638 w 8458200"/>
              <a:gd name="connsiteY3" fmla="*/ 6529387 h 8272462"/>
              <a:gd name="connsiteX4" fmla="*/ 0 w 8458200"/>
              <a:gd name="connsiteY4" fmla="*/ 1185861 h 8272462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5100638 w 8458200"/>
              <a:gd name="connsiteY3" fmla="*/ 6486525 h 8229600"/>
              <a:gd name="connsiteX4" fmla="*/ 0 w 8458200"/>
              <a:gd name="connsiteY4" fmla="*/ 1142999 h 8229600"/>
              <a:gd name="connsiteX0" fmla="*/ 0 w 8458200"/>
              <a:gd name="connsiteY0" fmla="*/ 1142999 h 8229600"/>
              <a:gd name="connsiteX1" fmla="*/ 7143750 w 8458200"/>
              <a:gd name="connsiteY1" fmla="*/ 0 h 8229600"/>
              <a:gd name="connsiteX2" fmla="*/ 8458200 w 8458200"/>
              <a:gd name="connsiteY2" fmla="*/ 8229600 h 8229600"/>
              <a:gd name="connsiteX3" fmla="*/ 242887 w 8458200"/>
              <a:gd name="connsiteY3" fmla="*/ 8229600 h 8229600"/>
              <a:gd name="connsiteX4" fmla="*/ 0 w 8458200"/>
              <a:gd name="connsiteY4" fmla="*/ 1142999 h 8229600"/>
              <a:gd name="connsiteX0" fmla="*/ 242888 w 8215313"/>
              <a:gd name="connsiteY0" fmla="*/ 1728787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242888 w 8215313"/>
              <a:gd name="connsiteY4" fmla="*/ 1728787 h 8229600"/>
              <a:gd name="connsiteX0" fmla="*/ 4486276 w 8215313"/>
              <a:gd name="connsiteY0" fmla="*/ 3143249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4486276 w 8215313"/>
              <a:gd name="connsiteY4" fmla="*/ 3143249 h 8229600"/>
              <a:gd name="connsiteX0" fmla="*/ 1671639 w 8215313"/>
              <a:gd name="connsiteY0" fmla="*/ 1371598 h 8229600"/>
              <a:gd name="connsiteX1" fmla="*/ 6900863 w 8215313"/>
              <a:gd name="connsiteY1" fmla="*/ 0 h 8229600"/>
              <a:gd name="connsiteX2" fmla="*/ 8215313 w 8215313"/>
              <a:gd name="connsiteY2" fmla="*/ 8229600 h 8229600"/>
              <a:gd name="connsiteX3" fmla="*/ 0 w 8215313"/>
              <a:gd name="connsiteY3" fmla="*/ 8229600 h 8229600"/>
              <a:gd name="connsiteX4" fmla="*/ 1671639 w 8215313"/>
              <a:gd name="connsiteY4" fmla="*/ 1371598 h 8229600"/>
              <a:gd name="connsiteX0" fmla="*/ 1671639 w 8215313"/>
              <a:gd name="connsiteY0" fmla="*/ 0 h 6858002"/>
              <a:gd name="connsiteX1" fmla="*/ 7186613 w 8215313"/>
              <a:gd name="connsiteY1" fmla="*/ 742952 h 6858002"/>
              <a:gd name="connsiteX2" fmla="*/ 8215313 w 8215313"/>
              <a:gd name="connsiteY2" fmla="*/ 6858002 h 6858002"/>
              <a:gd name="connsiteX3" fmla="*/ 0 w 8215313"/>
              <a:gd name="connsiteY3" fmla="*/ 6858002 h 6858002"/>
              <a:gd name="connsiteX4" fmla="*/ 1671639 w 8215313"/>
              <a:gd name="connsiteY4" fmla="*/ 0 h 6858002"/>
              <a:gd name="connsiteX0" fmla="*/ 1671639 w 8215313"/>
              <a:gd name="connsiteY0" fmla="*/ 14285 h 6872287"/>
              <a:gd name="connsiteX1" fmla="*/ 7143750 w 8215313"/>
              <a:gd name="connsiteY1" fmla="*/ 0 h 6872287"/>
              <a:gd name="connsiteX2" fmla="*/ 8215313 w 8215313"/>
              <a:gd name="connsiteY2" fmla="*/ 6872287 h 6872287"/>
              <a:gd name="connsiteX3" fmla="*/ 0 w 8215313"/>
              <a:gd name="connsiteY3" fmla="*/ 6872287 h 6872287"/>
              <a:gd name="connsiteX4" fmla="*/ 1671639 w 8215313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0 w 6543674"/>
              <a:gd name="connsiteY0" fmla="*/ 14285 h 6872287"/>
              <a:gd name="connsiteX1" fmla="*/ 5472111 w 6543674"/>
              <a:gd name="connsiteY1" fmla="*/ 0 h 6872287"/>
              <a:gd name="connsiteX2" fmla="*/ 6543674 w 6543674"/>
              <a:gd name="connsiteY2" fmla="*/ 6872287 h 6872287"/>
              <a:gd name="connsiteX3" fmla="*/ 200024 w 6543674"/>
              <a:gd name="connsiteY3" fmla="*/ 6686549 h 6872287"/>
              <a:gd name="connsiteX4" fmla="*/ 0 w 6543674"/>
              <a:gd name="connsiteY4" fmla="*/ 14285 h 6872287"/>
              <a:gd name="connsiteX0" fmla="*/ 4286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42864 w 6586538"/>
              <a:gd name="connsiteY4" fmla="*/ 14285 h 6872287"/>
              <a:gd name="connsiteX0" fmla="*/ 334 w 6586538"/>
              <a:gd name="connsiteY0" fmla="*/ 14285 h 6872287"/>
              <a:gd name="connsiteX1" fmla="*/ 5514975 w 6586538"/>
              <a:gd name="connsiteY1" fmla="*/ 0 h 6872287"/>
              <a:gd name="connsiteX2" fmla="*/ 6586538 w 6586538"/>
              <a:gd name="connsiteY2" fmla="*/ 6872287 h 6872287"/>
              <a:gd name="connsiteX3" fmla="*/ 0 w 6586538"/>
              <a:gd name="connsiteY3" fmla="*/ 6872287 h 6872287"/>
              <a:gd name="connsiteX4" fmla="*/ 334 w 6586538"/>
              <a:gd name="connsiteY4" fmla="*/ 14285 h 6872287"/>
              <a:gd name="connsiteX0" fmla="*/ 334 w 5514975"/>
              <a:gd name="connsiteY0" fmla="*/ 14285 h 6872287"/>
              <a:gd name="connsiteX1" fmla="*/ 5514975 w 5514975"/>
              <a:gd name="connsiteY1" fmla="*/ 0 h 6872287"/>
              <a:gd name="connsiteX2" fmla="*/ 5072063 w 5514975"/>
              <a:gd name="connsiteY2" fmla="*/ 6872287 h 6872287"/>
              <a:gd name="connsiteX3" fmla="*/ 0 w 5514975"/>
              <a:gd name="connsiteY3" fmla="*/ 6872287 h 6872287"/>
              <a:gd name="connsiteX4" fmla="*/ 334 w 5514975"/>
              <a:gd name="connsiteY4" fmla="*/ 14285 h 6872287"/>
              <a:gd name="connsiteX0" fmla="*/ 334 w 5829300"/>
              <a:gd name="connsiteY0" fmla="*/ 14285 h 6872287"/>
              <a:gd name="connsiteX1" fmla="*/ 5514975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334 w 5829300"/>
              <a:gd name="connsiteY0" fmla="*/ 0 h 6858002"/>
              <a:gd name="connsiteX1" fmla="*/ 4043362 w 5829300"/>
              <a:gd name="connsiteY1" fmla="*/ 42865 h 6858002"/>
              <a:gd name="connsiteX2" fmla="*/ 5829300 w 5829300"/>
              <a:gd name="connsiteY2" fmla="*/ 6843714 h 6858002"/>
              <a:gd name="connsiteX3" fmla="*/ 0 w 5829300"/>
              <a:gd name="connsiteY3" fmla="*/ 6858002 h 6858002"/>
              <a:gd name="connsiteX4" fmla="*/ 334 w 5829300"/>
              <a:gd name="connsiteY4" fmla="*/ 0 h 6858002"/>
              <a:gd name="connsiteX0" fmla="*/ 334 w 5829300"/>
              <a:gd name="connsiteY0" fmla="*/ 14285 h 6872287"/>
              <a:gd name="connsiteX1" fmla="*/ 4714874 w 5829300"/>
              <a:gd name="connsiteY1" fmla="*/ 0 h 6872287"/>
              <a:gd name="connsiteX2" fmla="*/ 5829300 w 5829300"/>
              <a:gd name="connsiteY2" fmla="*/ 6857999 h 6872287"/>
              <a:gd name="connsiteX3" fmla="*/ 0 w 5829300"/>
              <a:gd name="connsiteY3" fmla="*/ 6872287 h 6872287"/>
              <a:gd name="connsiteX4" fmla="*/ 334 w 5829300"/>
              <a:gd name="connsiteY4" fmla="*/ 14285 h 6872287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403502 w 5828967"/>
              <a:gd name="connsiteY3" fmla="*/ 6504642 h 6857999"/>
              <a:gd name="connsiteX4" fmla="*/ 1 w 5828967"/>
              <a:gd name="connsiteY4" fmla="*/ 14285 h 6857999"/>
              <a:gd name="connsiteX0" fmla="*/ 1 w 5828967"/>
              <a:gd name="connsiteY0" fmla="*/ 14285 h 6857999"/>
              <a:gd name="connsiteX1" fmla="*/ 4714541 w 5828967"/>
              <a:gd name="connsiteY1" fmla="*/ 0 h 6857999"/>
              <a:gd name="connsiteX2" fmla="*/ 5828967 w 5828967"/>
              <a:gd name="connsiteY2" fmla="*/ 6857999 h 6857999"/>
              <a:gd name="connsiteX3" fmla="*/ 2384648 w 5828967"/>
              <a:gd name="connsiteY3" fmla="*/ 6853434 h 6857999"/>
              <a:gd name="connsiteX4" fmla="*/ 1 w 5828967"/>
              <a:gd name="connsiteY4" fmla="*/ 14285 h 6857999"/>
              <a:gd name="connsiteX0" fmla="*/ 198297 w 3444319"/>
              <a:gd name="connsiteY0" fmla="*/ 240528 h 6857999"/>
              <a:gd name="connsiteX1" fmla="*/ 2329893 w 3444319"/>
              <a:gd name="connsiteY1" fmla="*/ 0 h 6857999"/>
              <a:gd name="connsiteX2" fmla="*/ 3444319 w 3444319"/>
              <a:gd name="connsiteY2" fmla="*/ 6857999 h 6857999"/>
              <a:gd name="connsiteX3" fmla="*/ 0 w 3444319"/>
              <a:gd name="connsiteY3" fmla="*/ 6853434 h 6857999"/>
              <a:gd name="connsiteX4" fmla="*/ 198297 w 3444319"/>
              <a:gd name="connsiteY4" fmla="*/ 240528 h 6857999"/>
              <a:gd name="connsiteX0" fmla="*/ 0 w 3453411"/>
              <a:gd name="connsiteY0" fmla="*/ 4858 h 6857999"/>
              <a:gd name="connsiteX1" fmla="*/ 2338985 w 3453411"/>
              <a:gd name="connsiteY1" fmla="*/ 0 h 6857999"/>
              <a:gd name="connsiteX2" fmla="*/ 3453411 w 3453411"/>
              <a:gd name="connsiteY2" fmla="*/ 6857999 h 6857999"/>
              <a:gd name="connsiteX3" fmla="*/ 9092 w 3453411"/>
              <a:gd name="connsiteY3" fmla="*/ 6853434 h 6857999"/>
              <a:gd name="connsiteX4" fmla="*/ 0 w 3453411"/>
              <a:gd name="connsiteY4" fmla="*/ 48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411" h="6857999">
                <a:moveTo>
                  <a:pt x="0" y="4858"/>
                </a:moveTo>
                <a:lnTo>
                  <a:pt x="2338985" y="0"/>
                </a:lnTo>
                <a:lnTo>
                  <a:pt x="3453411" y="6857999"/>
                </a:lnTo>
                <a:lnTo>
                  <a:pt x="9092" y="6853434"/>
                </a:lnTo>
                <a:cubicBezTo>
                  <a:pt x="9203" y="4567433"/>
                  <a:pt x="-111" y="2290859"/>
                  <a:pt x="0" y="4858"/>
                </a:cubicBezTo>
                <a:close/>
              </a:path>
            </a:pathLst>
          </a:custGeom>
          <a:solidFill>
            <a:srgbClr val="F3C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0" i="0">
              <a:latin typeface="Futura PT Book" panose="020B0502020204020303" pitchFamily="34" charset="77"/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83EF837-83B3-024B-820A-DA31B7B02FA2}"/>
              </a:ext>
            </a:extLst>
          </p:cNvPr>
          <p:cNvSpPr txBox="1">
            <a:spLocks/>
          </p:cNvSpPr>
          <p:nvPr userDrawn="1"/>
        </p:nvSpPr>
        <p:spPr>
          <a:xfrm rot="-540000">
            <a:off x="2288435" y="946170"/>
            <a:ext cx="4909829" cy="137819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1" kern="1200">
                <a:solidFill>
                  <a:schemeClr val="bg1"/>
                </a:solidFill>
                <a:latin typeface="Futura" panose="020B0602020204020303" pitchFamily="34" charset="-79"/>
                <a:ea typeface="+mj-ea"/>
                <a:cs typeface="Futura" panose="020B0602020204020303" pitchFamily="34" charset="-79"/>
              </a:defRPr>
            </a:lvl1pPr>
          </a:lstStyle>
          <a:p>
            <a:r>
              <a:rPr lang="fr-FR" sz="9000" b="1" i="1">
                <a:solidFill>
                  <a:schemeClr val="tx1"/>
                </a:solidFill>
                <a:latin typeface="Futura PT Heavy" panose="020B0502020204020303" pitchFamily="34" charset="77"/>
              </a:rPr>
              <a:t>MERCI !</a:t>
            </a:r>
          </a:p>
        </p:txBody>
      </p:sp>
      <p:sp>
        <p:nvSpPr>
          <p:cNvPr id="9" name="Forme libre 8">
            <a:extLst>
              <a:ext uri="{FF2B5EF4-FFF2-40B4-BE49-F238E27FC236}">
                <a16:creationId xmlns:a16="http://schemas.microsoft.com/office/drawing/2014/main" id="{612461A2-147D-2E4F-8E14-4BC8B350D3D0}"/>
              </a:ext>
            </a:extLst>
          </p:cNvPr>
          <p:cNvSpPr/>
          <p:nvPr userDrawn="1"/>
        </p:nvSpPr>
        <p:spPr>
          <a:xfrm>
            <a:off x="-4283" y="471962"/>
            <a:ext cx="1378399" cy="4195573"/>
          </a:xfrm>
          <a:custGeom>
            <a:avLst/>
            <a:gdLst>
              <a:gd name="connsiteX0" fmla="*/ 0 w 1837865"/>
              <a:gd name="connsiteY0" fmla="*/ 0 h 5594097"/>
              <a:gd name="connsiteX1" fmla="*/ 242723 w 1837865"/>
              <a:gd name="connsiteY1" fmla="*/ 116925 h 5594097"/>
              <a:gd name="connsiteX2" fmla="*/ 1837865 w 1837865"/>
              <a:gd name="connsiteY2" fmla="*/ 2797048 h 5594097"/>
              <a:gd name="connsiteX3" fmla="*/ 242723 w 1837865"/>
              <a:gd name="connsiteY3" fmla="*/ 5477171 h 5594097"/>
              <a:gd name="connsiteX4" fmla="*/ 0 w 1837865"/>
              <a:gd name="connsiteY4" fmla="*/ 5594097 h 5594097"/>
              <a:gd name="connsiteX5" fmla="*/ 0 w 1837865"/>
              <a:gd name="connsiteY5" fmla="*/ 0 h 559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865" h="5594097">
                <a:moveTo>
                  <a:pt x="0" y="0"/>
                </a:moveTo>
                <a:lnTo>
                  <a:pt x="242723" y="116925"/>
                </a:lnTo>
                <a:cubicBezTo>
                  <a:pt x="1192861" y="633071"/>
                  <a:pt x="1837865" y="1639735"/>
                  <a:pt x="1837865" y="2797048"/>
                </a:cubicBezTo>
                <a:cubicBezTo>
                  <a:pt x="1837865" y="3954361"/>
                  <a:pt x="1192861" y="4961025"/>
                  <a:pt x="242723" y="5477171"/>
                </a:cubicBezTo>
                <a:lnTo>
                  <a:pt x="0" y="5594097"/>
                </a:lnTo>
                <a:lnTo>
                  <a:pt x="0" y="0"/>
                </a:lnTo>
                <a:close/>
              </a:path>
            </a:pathLst>
          </a:custGeom>
          <a:solidFill>
            <a:srgbClr val="7D1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sz="135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F5AF0EE8-7284-084B-8B22-301D973A0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-540000">
            <a:off x="2637469" y="2380531"/>
            <a:ext cx="3945656" cy="1764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 i="0">
                <a:latin typeface="Futura PT Book" panose="020B0502020204020303" pitchFamily="34" charset="77"/>
              </a:defRPr>
            </a:lvl1pPr>
            <a:lvl2pPr>
              <a:defRPr sz="1050" b="0" i="0">
                <a:latin typeface="Futura PT Book" panose="020B0502020204020303" pitchFamily="34" charset="77"/>
              </a:defRPr>
            </a:lvl2pPr>
            <a:lvl3pPr>
              <a:defRPr sz="1050" b="0" i="0">
                <a:latin typeface="Futura PT Book" panose="020B0502020204020303" pitchFamily="34" charset="77"/>
              </a:defRPr>
            </a:lvl3pPr>
            <a:lvl4pPr>
              <a:defRPr sz="1050" b="0" i="0">
                <a:latin typeface="Futura PT Book" panose="020B0502020204020303" pitchFamily="34" charset="77"/>
              </a:defRPr>
            </a:lvl4pPr>
            <a:lvl5pPr>
              <a:defRPr sz="1050" b="0" i="0">
                <a:latin typeface="Futura PT Book" panose="020B0502020204020303" pitchFamily="34" charset="77"/>
              </a:defRPr>
            </a:lvl5pPr>
          </a:lstStyle>
          <a:p>
            <a:pPr lvl="0"/>
            <a:r>
              <a:rPr lang="fr-FR"/>
              <a:t>Texte pour ajouter un contact…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AB6B60A-0569-9840-89C5-DD2598C8E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4976" y="4123885"/>
            <a:ext cx="1057948" cy="58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3948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000454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-NO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490B4-1667-154D-A29A-0232FB5E4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59691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-VIO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490B4-1667-154D-A29A-0232FB5E4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D13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44066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-VE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490B4-1667-154D-A29A-0232FB5E4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C1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23613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-R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490B4-1667-154D-A29A-0232FB5E4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75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200973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-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490B4-1667-154D-A29A-0232FB5E4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C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95053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-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490B4-1667-154D-A29A-0232FB5E4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B0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157496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-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490B4-1667-154D-A29A-0232FB5E4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C9EB847-AAF9-554D-B5E6-832835D0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2665" y="4767263"/>
            <a:ext cx="2057400" cy="273844"/>
          </a:xfrm>
        </p:spPr>
        <p:txBody>
          <a:bodyPr/>
          <a:lstStyle/>
          <a:p>
            <a:fld id="{5482229D-3394-1B4F-B105-4AE4727B58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68348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512E32-2EE1-4948-8304-E51460C1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107846B-2CDB-9447-B94B-3FD0C114C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FD7-4156-B843-B11E-580A410BF1FF}" type="datetime1">
              <a:rPr lang="fr-FR" smtClean="0"/>
              <a:pPr/>
              <a:t>02/01/2024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0F9F377-CE43-AC44-8727-C9D1B6C1A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04A8C9-E019-FD48-92A5-8DD1DC09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47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75CA45B1-9364-4BD6-9F5B-A1857B15EA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6"/>
            </p:custDataLst>
            <p:extLst>
              <p:ext uri="{D42A27DB-BD31-4B8C-83A1-F6EECF244321}">
                <p14:modId xmlns:p14="http://schemas.microsoft.com/office/powerpoint/2010/main" val="1436940199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97" imgW="532" imgH="530" progId="TCLayout.ActiveDocument.1">
                  <p:embed/>
                </p:oleObj>
              </mc:Choice>
              <mc:Fallback>
                <p:oleObj name="Diapositive think-cell" r:id="rId97" imgW="532" imgH="53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75CA45B1-9364-4BD6-9F5B-A1857B15EA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30A8B7D-C15F-584C-B9E5-228B4D517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00296"/>
            <a:ext cx="7886700" cy="7677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11A608-C595-AC40-B70B-814DDF6F3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Futura PT Book" panose="020B0502020204020303" pitchFamily="34" charset="77"/>
              </a:defRPr>
            </a:lvl1pPr>
          </a:lstStyle>
          <a:p>
            <a:fld id="{42516FD7-4156-B843-B11E-580A410BF1FF}" type="datetime1">
              <a:rPr lang="fr-FR" smtClean="0"/>
              <a:pPr/>
              <a:t>02/01/2024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49FE62-1A87-7044-814F-1BA2C4173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Futura PT Book" panose="020B0502020204020303" pitchFamily="34" charset="77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3157EA-7174-E442-BEA0-BA15440BDE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Futura PT Book" panose="020B0502020204020303" pitchFamily="34" charset="77"/>
              </a:defRPr>
            </a:lvl1pPr>
          </a:lstStyle>
          <a:p>
            <a:fld id="{5482229D-3394-1B4F-B105-4AE4727B582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D2DB389-1D9A-6748-BC7A-040B9744B529}"/>
              </a:ext>
            </a:extLst>
          </p:cNvPr>
          <p:cNvSpPr txBox="1"/>
          <p:nvPr userDrawn="1"/>
        </p:nvSpPr>
        <p:spPr>
          <a:xfrm>
            <a:off x="8247185" y="4914900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1350" b="0" i="0">
              <a:latin typeface="Futura PT Book" panose="020B05020202040203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8619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6" r:id="rId1"/>
    <p:sldLayoutId id="2147484137" r:id="rId2"/>
    <p:sldLayoutId id="2147484138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4139" r:id="rId10"/>
    <p:sldLayoutId id="2147484140" r:id="rId11"/>
    <p:sldLayoutId id="2147484141" r:id="rId12"/>
    <p:sldLayoutId id="2147484142" r:id="rId13"/>
    <p:sldLayoutId id="2147484143" r:id="rId14"/>
    <p:sldLayoutId id="2147484144" r:id="rId15"/>
    <p:sldLayoutId id="2147484145" r:id="rId16"/>
    <p:sldLayoutId id="2147484146" r:id="rId17"/>
    <p:sldLayoutId id="2147484147" r:id="rId18"/>
    <p:sldLayoutId id="2147484148" r:id="rId19"/>
    <p:sldLayoutId id="2147484149" r:id="rId20"/>
    <p:sldLayoutId id="2147484150" r:id="rId21"/>
    <p:sldLayoutId id="2147484151" r:id="rId22"/>
    <p:sldLayoutId id="2147484152" r:id="rId23"/>
    <p:sldLayoutId id="2147484153" r:id="rId24"/>
    <p:sldLayoutId id="2147484154" r:id="rId25"/>
    <p:sldLayoutId id="2147484155" r:id="rId26"/>
    <p:sldLayoutId id="2147484156" r:id="rId27"/>
    <p:sldLayoutId id="2147484157" r:id="rId28"/>
    <p:sldLayoutId id="2147484158" r:id="rId29"/>
    <p:sldLayoutId id="2147484159" r:id="rId30"/>
    <p:sldLayoutId id="2147484160" r:id="rId31"/>
    <p:sldLayoutId id="2147483686" r:id="rId32"/>
    <p:sldLayoutId id="2147483687" r:id="rId33"/>
    <p:sldLayoutId id="2147483688" r:id="rId34"/>
    <p:sldLayoutId id="2147483689" r:id="rId35"/>
    <p:sldLayoutId id="2147484161" r:id="rId36"/>
    <p:sldLayoutId id="2147484162" r:id="rId37"/>
    <p:sldLayoutId id="2147484163" r:id="rId38"/>
    <p:sldLayoutId id="2147484164" r:id="rId39"/>
    <p:sldLayoutId id="2147484165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4166" r:id="rId51"/>
    <p:sldLayoutId id="2147484167" r:id="rId52"/>
    <p:sldLayoutId id="2147484168" r:id="rId53"/>
    <p:sldLayoutId id="2147484169" r:id="rId54"/>
    <p:sldLayoutId id="2147484170" r:id="rId55"/>
    <p:sldLayoutId id="2147484171" r:id="rId56"/>
    <p:sldLayoutId id="2147484172" r:id="rId57"/>
    <p:sldLayoutId id="2147484173" r:id="rId58"/>
    <p:sldLayoutId id="2147484174" r:id="rId59"/>
    <p:sldLayoutId id="2147484175" r:id="rId60"/>
    <p:sldLayoutId id="2147484176" r:id="rId61"/>
    <p:sldLayoutId id="2147484177" r:id="rId62"/>
    <p:sldLayoutId id="2147483703" r:id="rId63"/>
    <p:sldLayoutId id="2147483704" r:id="rId64"/>
    <p:sldLayoutId id="2147483705" r:id="rId65"/>
    <p:sldLayoutId id="2147483706" r:id="rId66"/>
    <p:sldLayoutId id="2147483707" r:id="rId67"/>
    <p:sldLayoutId id="2147483708" r:id="rId68"/>
    <p:sldLayoutId id="2147484178" r:id="rId69"/>
    <p:sldLayoutId id="2147484179" r:id="rId70"/>
    <p:sldLayoutId id="2147484180" r:id="rId71"/>
    <p:sldLayoutId id="2147484181" r:id="rId72"/>
    <p:sldLayoutId id="2147484182" r:id="rId73"/>
    <p:sldLayoutId id="2147484183" r:id="rId74"/>
    <p:sldLayoutId id="2147484184" r:id="rId75"/>
    <p:sldLayoutId id="2147483710" r:id="rId76"/>
    <p:sldLayoutId id="2147483711" r:id="rId77"/>
    <p:sldLayoutId id="2147483712" r:id="rId78"/>
    <p:sldLayoutId id="2147483713" r:id="rId79"/>
    <p:sldLayoutId id="2147483714" r:id="rId80"/>
    <p:sldLayoutId id="2147484185" r:id="rId81"/>
    <p:sldLayoutId id="2147484186" r:id="rId82"/>
    <p:sldLayoutId id="2147484187" r:id="rId83"/>
    <p:sldLayoutId id="2147484188" r:id="rId84"/>
    <p:sldLayoutId id="2147484189" r:id="rId85"/>
    <p:sldLayoutId id="2147484190" r:id="rId86"/>
    <p:sldLayoutId id="2147484191" r:id="rId87"/>
    <p:sldLayoutId id="2147484192" r:id="rId88"/>
    <p:sldLayoutId id="2147484193" r:id="rId89"/>
    <p:sldLayoutId id="2147484194" r:id="rId90"/>
    <p:sldLayoutId id="2147484195" r:id="rId91"/>
    <p:sldLayoutId id="2147484196" r:id="rId92"/>
    <p:sldLayoutId id="2147484197" r:id="rId93"/>
    <p:sldLayoutId id="2147484198" r:id="rId94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Futura PT Heavy" panose="020B0502020204020303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7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67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67.xml"/><Relationship Id="rId1" Type="http://schemas.openxmlformats.org/officeDocument/2006/relationships/tags" Target="../tags/tag7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67.xml"/><Relationship Id="rId1" Type="http://schemas.openxmlformats.org/officeDocument/2006/relationships/tags" Target="../tags/tag8.x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3E778889-46F4-403A-A0A8-70B664A59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280" y="418012"/>
            <a:ext cx="5111034" cy="1918070"/>
          </a:xfrm>
        </p:spPr>
        <p:txBody>
          <a:bodyPr>
            <a:normAutofit fontScale="90000"/>
          </a:bodyPr>
          <a:lstStyle/>
          <a:p>
            <a:br>
              <a:rPr lang="fr-FR" sz="2400" dirty="0"/>
            </a:br>
            <a:br>
              <a:rPr lang="fr-FR" sz="2400" dirty="0"/>
            </a:br>
            <a:r>
              <a:rPr lang="en-US" sz="2800" dirty="0">
                <a:latin typeface="Futura PT Heavy"/>
                <a:cs typeface="Futura"/>
              </a:rPr>
              <a:t>SCRIPT LONGUEUR DROP QGIS</a:t>
            </a:r>
            <a:br>
              <a:rPr lang="en-US" sz="2400" dirty="0"/>
            </a:br>
            <a:br>
              <a:rPr lang="en-US" sz="2400" dirty="0"/>
            </a:br>
            <a:r>
              <a:rPr lang="en-US" sz="1300" dirty="0">
                <a:latin typeface="Futura PT Heavy"/>
              </a:rPr>
              <a:t>Janvier</a:t>
            </a:r>
            <a:r>
              <a:rPr lang="en-US" sz="1300" dirty="0">
                <a:latin typeface="Futura PT Heavy"/>
                <a:cs typeface="Futura"/>
              </a:rPr>
              <a:t> 2024</a:t>
            </a:r>
            <a:endParaRPr lang="fr-FR" sz="1300" dirty="0"/>
          </a:p>
        </p:txBody>
      </p:sp>
    </p:spTree>
    <p:extLst>
      <p:ext uri="{BB962C8B-B14F-4D97-AF65-F5344CB8AC3E}">
        <p14:creationId xmlns:p14="http://schemas.microsoft.com/office/powerpoint/2010/main" val="42896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01275D66-691E-425B-8263-ED85267984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532" imgH="530" progId="TCLayout.ActiveDocument.1">
                  <p:embed/>
                </p:oleObj>
              </mc:Choice>
              <mc:Fallback>
                <p:oleObj name="Diapositive think-cell" r:id="rId4" imgW="532" imgH="53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01275D66-691E-425B-8263-ED8526798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A3E695E9-9FD3-5B6C-F362-FEAF0A1B17C0}"/>
              </a:ext>
            </a:extLst>
          </p:cNvPr>
          <p:cNvSpPr txBox="1"/>
          <p:nvPr/>
        </p:nvSpPr>
        <p:spPr>
          <a:xfrm>
            <a:off x="141249" y="1044193"/>
            <a:ext cx="536745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/>
              <a:t>BOITE A OUTILS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000" dirty="0"/>
              <a:t>JOINDRE LES ATTRIBUTS PAR VALEUR DE CHAMP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00" dirty="0"/>
              <a:t>Remplir les différents champs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00" dirty="0"/>
              <a:t>Exécuter</a:t>
            </a:r>
            <a:endParaRPr lang="fr-BF" sz="12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4040260-2826-D4E2-9CA5-7B4FF7B3EB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8723" y="1857097"/>
            <a:ext cx="5924069" cy="328640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2A300FD-F64C-ECCF-1339-BE4B33423E18}"/>
              </a:ext>
            </a:extLst>
          </p:cNvPr>
          <p:cNvSpPr txBox="1"/>
          <p:nvPr/>
        </p:nvSpPr>
        <p:spPr>
          <a:xfrm>
            <a:off x="323385" y="188619"/>
            <a:ext cx="1141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PARTIE 1</a:t>
            </a:r>
            <a:endParaRPr lang="fr-BF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1A53F48-DE40-5E7C-B836-A57244422E33}"/>
              </a:ext>
            </a:extLst>
          </p:cNvPr>
          <p:cNvSpPr txBox="1"/>
          <p:nvPr/>
        </p:nvSpPr>
        <p:spPr>
          <a:xfrm>
            <a:off x="204438" y="454860"/>
            <a:ext cx="6003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Après avoir exporter les données </a:t>
            </a:r>
            <a:r>
              <a:rPr lang="fr-FR" b="1" dirty="0" err="1"/>
              <a:t>praxedo</a:t>
            </a:r>
            <a:r>
              <a:rPr lang="fr-FR" b="1" dirty="0"/>
              <a:t> sur </a:t>
            </a:r>
            <a:r>
              <a:rPr lang="fr-FR" b="1" dirty="0" err="1"/>
              <a:t>qgis</a:t>
            </a:r>
            <a:r>
              <a:rPr lang="fr-FR" b="1" dirty="0"/>
              <a:t> aller à :</a:t>
            </a:r>
            <a:endParaRPr lang="fr-BF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A31DA60-53D8-9660-6C4F-493A6634C04F}"/>
              </a:ext>
            </a:extLst>
          </p:cNvPr>
          <p:cNvSpPr txBox="1"/>
          <p:nvPr/>
        </p:nvSpPr>
        <p:spPr>
          <a:xfrm>
            <a:off x="3995244" y="2303801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7D7BFE5-7F78-3EC2-825C-240EEF4AD08F}"/>
              </a:ext>
            </a:extLst>
          </p:cNvPr>
          <p:cNvSpPr txBox="1"/>
          <p:nvPr/>
        </p:nvSpPr>
        <p:spPr>
          <a:xfrm>
            <a:off x="2622151" y="2825568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02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2902DEF-3410-526C-EB85-E0E7E88F34B8}"/>
              </a:ext>
            </a:extLst>
          </p:cNvPr>
          <p:cNvSpPr txBox="1"/>
          <p:nvPr/>
        </p:nvSpPr>
        <p:spPr>
          <a:xfrm>
            <a:off x="3396446" y="3196107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03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78098C5-3FF6-7DAB-6C91-905CDEB5B1C5}"/>
              </a:ext>
            </a:extLst>
          </p:cNvPr>
          <p:cNvSpPr txBox="1"/>
          <p:nvPr/>
        </p:nvSpPr>
        <p:spPr>
          <a:xfrm>
            <a:off x="2933494" y="3638472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04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9C9E646-8BA1-A972-FE19-96F3669061FD}"/>
              </a:ext>
            </a:extLst>
          </p:cNvPr>
          <p:cNvSpPr txBox="1"/>
          <p:nvPr/>
        </p:nvSpPr>
        <p:spPr>
          <a:xfrm>
            <a:off x="4666340" y="4273141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05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248129-3036-709B-2500-4D9608C9F1C6}"/>
              </a:ext>
            </a:extLst>
          </p:cNvPr>
          <p:cNvSpPr txBox="1"/>
          <p:nvPr/>
        </p:nvSpPr>
        <p:spPr>
          <a:xfrm>
            <a:off x="1818750" y="4411641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06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5ED8A73-CB09-BD6C-1142-133F49A7BA6F}"/>
              </a:ext>
            </a:extLst>
          </p:cNvPr>
          <p:cNvSpPr txBox="1"/>
          <p:nvPr/>
        </p:nvSpPr>
        <p:spPr>
          <a:xfrm>
            <a:off x="5847565" y="4866501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07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135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75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01275D66-691E-425B-8263-ED85267984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532" imgH="530" progId="TCLayout.ActiveDocument.1">
                  <p:embed/>
                </p:oleObj>
              </mc:Choice>
              <mc:Fallback>
                <p:oleObj name="Diapositive think-cell" r:id="rId4" imgW="532" imgH="53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01275D66-691E-425B-8263-ED8526798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2B9DE5A9-968B-56FE-182F-AB0BDEFA645F}"/>
              </a:ext>
            </a:extLst>
          </p:cNvPr>
          <p:cNvSpPr txBox="1"/>
          <p:nvPr/>
        </p:nvSpPr>
        <p:spPr>
          <a:xfrm>
            <a:off x="416312" y="654387"/>
            <a:ext cx="2713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Couche issue de la jointure spatiale Généré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886C0F7-DFFA-0869-59D9-DEDC0F033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928" y="433141"/>
            <a:ext cx="3673158" cy="192802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988485B-58AA-1A83-3F2C-7825B81CE843}"/>
              </a:ext>
            </a:extLst>
          </p:cNvPr>
          <p:cNvSpPr txBox="1"/>
          <p:nvPr/>
        </p:nvSpPr>
        <p:spPr>
          <a:xfrm>
            <a:off x="416312" y="1397154"/>
            <a:ext cx="2713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/>
              <a:t>Sélection par localisation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/>
              <a:t>Remplir les deux camps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/>
              <a:t>Exécuter</a:t>
            </a:r>
          </a:p>
          <a:p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F5B25C2-545F-850F-FB0B-612C6F1918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7158" y="1972598"/>
            <a:ext cx="5312707" cy="317090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5AF98C2-E740-C310-2262-17D3FC2F22D9}"/>
              </a:ext>
            </a:extLst>
          </p:cNvPr>
          <p:cNvSpPr txBox="1"/>
          <p:nvPr/>
        </p:nvSpPr>
        <p:spPr>
          <a:xfrm>
            <a:off x="323384" y="188619"/>
            <a:ext cx="1235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PARTIE 02</a:t>
            </a:r>
            <a:endParaRPr lang="fr-BF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72DBEC91-8F78-CD4D-F89B-3C3216E4E8D0}"/>
              </a:ext>
            </a:extLst>
          </p:cNvPr>
          <p:cNvCxnSpPr>
            <a:cxnSpLocks/>
          </p:cNvCxnSpPr>
          <p:nvPr/>
        </p:nvCxnSpPr>
        <p:spPr>
          <a:xfrm>
            <a:off x="2951356" y="892098"/>
            <a:ext cx="2185639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FD1C5BEB-03E4-17AE-9B4D-7575D6BFC6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1356" y="1444466"/>
            <a:ext cx="1882156" cy="343937"/>
          </a:xfrm>
          <a:prstGeom prst="rect">
            <a:avLst/>
          </a:prstGeom>
        </p:spPr>
      </p:pic>
      <p:sp>
        <p:nvSpPr>
          <p:cNvPr id="13" name="Organigramme : Connecteur 12">
            <a:extLst>
              <a:ext uri="{FF2B5EF4-FFF2-40B4-BE49-F238E27FC236}">
                <a16:creationId xmlns:a16="http://schemas.microsoft.com/office/drawing/2014/main" id="{9872B0F1-822B-67F0-A391-93CA39D11256}"/>
              </a:ext>
            </a:extLst>
          </p:cNvPr>
          <p:cNvSpPr/>
          <p:nvPr/>
        </p:nvSpPr>
        <p:spPr>
          <a:xfrm>
            <a:off x="3870593" y="1575412"/>
            <a:ext cx="124858" cy="106496"/>
          </a:xfrm>
          <a:prstGeom prst="flowChartConnector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>
              <a:noFill/>
            </a:endParaRP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918613A7-D7E0-D373-4196-3B4F93F03E2B}"/>
              </a:ext>
            </a:extLst>
          </p:cNvPr>
          <p:cNvCxnSpPr>
            <a:cxnSpLocks/>
          </p:cNvCxnSpPr>
          <p:nvPr/>
        </p:nvCxnSpPr>
        <p:spPr>
          <a:xfrm>
            <a:off x="1971207" y="1628660"/>
            <a:ext cx="1899386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7817F803-4C02-F81D-7336-19C76B473D4A}"/>
              </a:ext>
            </a:extLst>
          </p:cNvPr>
          <p:cNvSpPr txBox="1"/>
          <p:nvPr/>
        </p:nvSpPr>
        <p:spPr>
          <a:xfrm>
            <a:off x="4404121" y="2506406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529E92E-089D-FA42-F6F9-84D32D1D81CE}"/>
              </a:ext>
            </a:extLst>
          </p:cNvPr>
          <p:cNvSpPr txBox="1"/>
          <p:nvPr/>
        </p:nvSpPr>
        <p:spPr>
          <a:xfrm>
            <a:off x="1997185" y="2783405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02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C6AA858-65B1-36FF-7A55-B8CDF6C6D366}"/>
              </a:ext>
            </a:extLst>
          </p:cNvPr>
          <p:cNvSpPr txBox="1"/>
          <p:nvPr/>
        </p:nvSpPr>
        <p:spPr>
          <a:xfrm>
            <a:off x="4137793" y="3547954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03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2499220-F06C-A8FB-5670-CDF752F47E59}"/>
              </a:ext>
            </a:extLst>
          </p:cNvPr>
          <p:cNvSpPr txBox="1"/>
          <p:nvPr/>
        </p:nvSpPr>
        <p:spPr>
          <a:xfrm>
            <a:off x="5629135" y="4866501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04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3488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75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01275D66-691E-425B-8263-ED85267984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532" imgH="530" progId="TCLayout.ActiveDocument.1">
                  <p:embed/>
                </p:oleObj>
              </mc:Choice>
              <mc:Fallback>
                <p:oleObj name="Diapositive think-cell" r:id="rId4" imgW="532" imgH="53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01275D66-691E-425B-8263-ED8526798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7F4A1126-64E2-C9CE-4ED9-85C673B338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5127" y="1451288"/>
            <a:ext cx="6716215" cy="369221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7BAEB01-4C93-0FC0-48E3-C1603505E57B}"/>
              </a:ext>
            </a:extLst>
          </p:cNvPr>
          <p:cNvSpPr txBox="1"/>
          <p:nvPr/>
        </p:nvSpPr>
        <p:spPr>
          <a:xfrm>
            <a:off x="323385" y="188619"/>
            <a:ext cx="125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PARTIE 03</a:t>
            </a:r>
            <a:endParaRPr lang="fr-BF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7C200F2-D7C7-0FE4-C640-DBE0E3F9C5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177" y="434881"/>
            <a:ext cx="2377646" cy="66299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8702B76-CD36-4FCB-A72C-EB726EFCD021}"/>
              </a:ext>
            </a:extLst>
          </p:cNvPr>
          <p:cNvSpPr txBox="1"/>
          <p:nvPr/>
        </p:nvSpPr>
        <p:spPr>
          <a:xfrm>
            <a:off x="62768" y="557951"/>
            <a:ext cx="53674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/>
              <a:t>BOITE A OUTILS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200" dirty="0"/>
              <a:t>Etape 1: générer réseau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200" dirty="0"/>
              <a:t>Remplir les différents champs de la fenêtre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200" dirty="0"/>
              <a:t>Exécuter</a:t>
            </a:r>
            <a:endParaRPr lang="fr-BF" sz="1200" dirty="0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9A7301BB-E00A-4FF8-7D8C-4963BDBBC5C4}"/>
              </a:ext>
            </a:extLst>
          </p:cNvPr>
          <p:cNvCxnSpPr>
            <a:cxnSpLocks/>
          </p:cNvCxnSpPr>
          <p:nvPr/>
        </p:nvCxnSpPr>
        <p:spPr>
          <a:xfrm flipV="1">
            <a:off x="1801825" y="783771"/>
            <a:ext cx="2064781" cy="221539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8416BA17-AA26-AEE3-5764-552769A9CC3D}"/>
              </a:ext>
            </a:extLst>
          </p:cNvPr>
          <p:cNvSpPr txBox="1"/>
          <p:nvPr/>
        </p:nvSpPr>
        <p:spPr>
          <a:xfrm>
            <a:off x="4212054" y="1991215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67E269A-4AB4-1737-0D39-F980F31BB8EF}"/>
              </a:ext>
            </a:extLst>
          </p:cNvPr>
          <p:cNvSpPr txBox="1"/>
          <p:nvPr/>
        </p:nvSpPr>
        <p:spPr>
          <a:xfrm>
            <a:off x="1284554" y="2129714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02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ECBF4AF-FCD9-E362-536E-F2EE6C60A6E3}"/>
              </a:ext>
            </a:extLst>
          </p:cNvPr>
          <p:cNvSpPr txBox="1"/>
          <p:nvPr/>
        </p:nvSpPr>
        <p:spPr>
          <a:xfrm>
            <a:off x="4032081" y="2516286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03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684CDC5-C797-FE6E-8C15-9BA9F73868FB}"/>
              </a:ext>
            </a:extLst>
          </p:cNvPr>
          <p:cNvSpPr txBox="1"/>
          <p:nvPr/>
        </p:nvSpPr>
        <p:spPr>
          <a:xfrm>
            <a:off x="4102461" y="3041357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04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4D12B84-0D3E-C30A-323E-120177A226D0}"/>
              </a:ext>
            </a:extLst>
          </p:cNvPr>
          <p:cNvSpPr txBox="1"/>
          <p:nvPr/>
        </p:nvSpPr>
        <p:spPr>
          <a:xfrm>
            <a:off x="4392027" y="3764334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05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4C13858-8EC1-9928-1C78-52710A5871B8}"/>
              </a:ext>
            </a:extLst>
          </p:cNvPr>
          <p:cNvSpPr txBox="1"/>
          <p:nvPr/>
        </p:nvSpPr>
        <p:spPr>
          <a:xfrm>
            <a:off x="5760823" y="4114879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06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3433683-1857-F84C-A32F-A63994C53700}"/>
              </a:ext>
            </a:extLst>
          </p:cNvPr>
          <p:cNvSpPr txBox="1"/>
          <p:nvPr/>
        </p:nvSpPr>
        <p:spPr>
          <a:xfrm>
            <a:off x="6518070" y="4866501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07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2671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75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01275D66-691E-425B-8263-ED85267984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532" imgH="530" progId="TCLayout.ActiveDocument.1">
                  <p:embed/>
                </p:oleObj>
              </mc:Choice>
              <mc:Fallback>
                <p:oleObj name="Diapositive think-cell" r:id="rId4" imgW="532" imgH="53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01275D66-691E-425B-8263-ED8526798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9AAF4495-C50C-F1DA-4A68-CA660DE9A7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8503" y="1489988"/>
            <a:ext cx="6287589" cy="365351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B1DA645-C63F-4185-9908-82E27779967F}"/>
              </a:ext>
            </a:extLst>
          </p:cNvPr>
          <p:cNvSpPr txBox="1"/>
          <p:nvPr/>
        </p:nvSpPr>
        <p:spPr>
          <a:xfrm>
            <a:off x="323385" y="188619"/>
            <a:ext cx="1305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PARTIE 04</a:t>
            </a:r>
            <a:endParaRPr lang="fr-BF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123599A-2369-8D7F-8612-3F008FAD45AD}"/>
              </a:ext>
            </a:extLst>
          </p:cNvPr>
          <p:cNvSpPr txBox="1"/>
          <p:nvPr/>
        </p:nvSpPr>
        <p:spPr>
          <a:xfrm>
            <a:off x="0" y="698230"/>
            <a:ext cx="53674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/>
              <a:t>BOITE A OUTILS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200" dirty="0"/>
              <a:t>Etape 2: générer chemins de drops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200" dirty="0"/>
              <a:t>Remplir les différents champs de la fenêtre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200" dirty="0"/>
              <a:t>Exécuter</a:t>
            </a:r>
            <a:endParaRPr lang="fr-BF" sz="12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FFFBA68-9321-675C-BE96-2943538B21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177" y="434881"/>
            <a:ext cx="2377646" cy="662997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3BFCC23-A003-E880-EE01-B606078094FE}"/>
              </a:ext>
            </a:extLst>
          </p:cNvPr>
          <p:cNvCxnSpPr>
            <a:cxnSpLocks/>
          </p:cNvCxnSpPr>
          <p:nvPr/>
        </p:nvCxnSpPr>
        <p:spPr>
          <a:xfrm flipV="1">
            <a:off x="2412274" y="914400"/>
            <a:ext cx="1515292" cy="183478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219B6448-FFE3-21D7-DE88-75FE3F8AA198}"/>
              </a:ext>
            </a:extLst>
          </p:cNvPr>
          <p:cNvSpPr txBox="1"/>
          <p:nvPr/>
        </p:nvSpPr>
        <p:spPr>
          <a:xfrm>
            <a:off x="4325265" y="2136319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01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F4AD9D6-FB89-F65E-CB44-126A71A65DB2}"/>
              </a:ext>
            </a:extLst>
          </p:cNvPr>
          <p:cNvSpPr txBox="1"/>
          <p:nvPr/>
        </p:nvSpPr>
        <p:spPr>
          <a:xfrm>
            <a:off x="1448530" y="2294751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02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0D197FE-E2F4-0A93-F98F-F5E30C844A41}"/>
              </a:ext>
            </a:extLst>
          </p:cNvPr>
          <p:cNvSpPr txBox="1"/>
          <p:nvPr/>
        </p:nvSpPr>
        <p:spPr>
          <a:xfrm>
            <a:off x="3965319" y="2651078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03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AFA0E6B-B39B-56F0-BEEB-102517C64ACD}"/>
              </a:ext>
            </a:extLst>
          </p:cNvPr>
          <p:cNvSpPr txBox="1"/>
          <p:nvPr/>
        </p:nvSpPr>
        <p:spPr>
          <a:xfrm>
            <a:off x="3927566" y="3178244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04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A29D897-6C3B-7735-4001-A98FC38DAD2F}"/>
              </a:ext>
            </a:extLst>
          </p:cNvPr>
          <p:cNvSpPr txBox="1"/>
          <p:nvPr/>
        </p:nvSpPr>
        <p:spPr>
          <a:xfrm>
            <a:off x="3927566" y="3680596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05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A326A2E-BB4B-6EC3-1C90-2E9C8723FFC8}"/>
              </a:ext>
            </a:extLst>
          </p:cNvPr>
          <p:cNvSpPr txBox="1"/>
          <p:nvPr/>
        </p:nvSpPr>
        <p:spPr>
          <a:xfrm>
            <a:off x="3927566" y="4225021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06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18DFC38-D9FD-EE0F-03F0-404A6FEACF95}"/>
              </a:ext>
            </a:extLst>
          </p:cNvPr>
          <p:cNvSpPr txBox="1"/>
          <p:nvPr/>
        </p:nvSpPr>
        <p:spPr>
          <a:xfrm>
            <a:off x="6309360" y="4907081"/>
            <a:ext cx="359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07</a:t>
            </a:r>
            <a:endParaRPr lang="fr-BF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2041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750">
        <p15:prstTrans prst="drape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75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1&quot;/&gt;&lt;end val=&quot;4&quot;/&gt;&lt;/m_yearfmt&gt;&lt;/m_precDefaultMonth&gt;&lt;m_precDefaultQuarter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6.17551805013265031619E+00&quot;&gt;&lt;m_msothmcolidx val=&quot;0&quot;/&gt;&lt;m_rgb r=&quot;CE&quot; g=&quot;C4&quot; b=&quot;D9&quot;/&gt;&lt;/elem&gt;&lt;elem m_fUsage=&quot;9.86004044425086711989E-01&quot;&gt;&lt;m_msothmcolidx val=&quot;0&quot;/&gt;&lt;m_rgb r=&quot;E1&quot; g=&quot;D7&quot; b=&quot;E0&quot;/&gt;&lt;/elem&gt;&lt;elem m_fUsage=&quot;9.26541798570943653246E-01&quot;&gt;&lt;m_msothmcolidx val=&quot;0&quot;/&gt;&lt;m_rgb r=&quot;7F&quot; g=&quot;27&quot; b=&quot;6B&quot;/&gt;&lt;/elem&gt;&lt;elem m_fUsage=&quot;4.78296900000000135833E-01&quot;&gt;&lt;m_msothmcolidx val=&quot;0&quot;/&gt;&lt;m_rgb r=&quot;E0&quot; g=&quot;C5&quot; b=&quot;DE&quot;/&gt;&lt;/elem&gt;&lt;elem m_fUsage=&quot;3.57163525353566546627E-01&quot;&gt;&lt;m_msothmcolidx val=&quot;0&quot;/&gt;&lt;m_rgb r=&quot;D8&quot; g=&quot;78&quot; b=&quot;C2&quot;/&gt;&lt;/elem&gt;&lt;elem m_fUsage=&quot;2.28767924549610118801E-01&quot;&gt;&lt;m_msothmcolidx val=&quot;0&quot;/&gt;&lt;m_rgb r=&quot;EB&quot; g=&quot;BE&quot; b=&quot;E1&quot;/&gt;&lt;/elem&gt;&lt;elem m_fUsage=&quot;2.16167060738324673386E-01&quot;&gt;&lt;m_msothmcolidx val=&quot;0&quot;/&gt;&lt;m_rgb r=&quot;0F&quot; g=&quot;04&quot; b=&quot;8E&quot;/&gt;&lt;/elem&gt;&lt;elem m_fUsage=&quot;2.01042541419991310780E-01&quot;&gt;&lt;m_msothmcolidx val=&quot;0&quot;/&gt;&lt;m_rgb r=&quot;00&quot; g=&quot;57&quot; b=&quot;82&quot;/&gt;&lt;/elem&gt;&lt;elem m_fUsage=&quot;1.85363722537101344168E-01&quot;&gt;&lt;m_msothmcolidx val=&quot;0&quot;/&gt;&lt;m_rgb r=&quot;6D&quot; g=&quot;6D&quot; b=&quot;6D&quot;/&gt;&lt;/elem&gt;&lt;elem m_fUsage=&quot;1.45142530409712783301E-01&quot;&gt;&lt;m_msothmcolidx val=&quot;0&quot;/&gt;&lt;m_rgb r=&quot;48&quot; g=&quot;4B&quot; b=&quot;47&quot;/&gt;&lt;/elem&gt;&lt;elem m_fUsage=&quot;5.81497370030401097840E-02&quot;&gt;&lt;m_msothmcolidx val=&quot;0&quot;/&gt;&lt;m_rgb r=&quot;8C&quot; g=&quot;06&quot; b=&quot;8C&quot;/&gt;&lt;/elem&gt;&lt;elem m_fUsage=&quot;3.81520424476946215520E-02&quot;&gt;&lt;m_msothmcolidx val=&quot;0&quot;/&gt;&lt;m_rgb r=&quot;A9&quot; g=&quot;34&quot; b=&quot;8E&quot;/&gt;&lt;/elem&gt;&lt;elem m_fUsage=&quot;2.46503470495807071317E-03&quot;&gt;&lt;m_msothmcolidx val=&quot;0&quot;/&gt;&lt;m_rgb r=&quot;F2&quot; g=&quot;F2&quot; b=&quot;F2&quot;/&gt;&lt;/elem&gt;&lt;elem m_fUsage=&quot;1.20513326878140983149E-03&quot;&gt;&lt;m_msothmcolidx val=&quot;0&quot;/&gt;&lt;m_rgb r=&quot;80&quot; g=&quot;27&quot; b=&quot;6C&quot;/&gt;&lt;/elem&gt;&lt;elem m_fUsage=&quot;1.57420074418780254620E-05&quot;&gt;&lt;m_msothmcolidx val=&quot;0&quot;/&gt;&lt;m_rgb r=&quot;A6&quot; g=&quot;31&quot; b=&quot;8B&quot;/&gt;&lt;/elem&gt;&lt;elem m_fUsage=&quot;2.91980209073208479690E-06&quot;&gt;&lt;m_msothmcolidx val=&quot;0&quot;/&gt;&lt;m_rgb r=&quot;E0&quot; g=&quot;E0&quot; b=&quot;E0&quot;/&gt;&lt;/elem&gt;&lt;elem m_fUsage=&quot;5.43791544982454791542E-07&quot;&gt;&lt;m_msothmcolidx val=&quot;0&quot;/&gt;&lt;m_rgb r=&quot;D2&quot; g=&quot;C2&quot; b=&quot;02&quot;/&gt;&lt;/elem&gt;&lt;elem m_fUsage=&quot;3.29704518558282722773E-07&quot;&gt;&lt;m_msothmcolidx val=&quot;0&quot;/&gt;&lt;m_rgb r=&quot;9B&quot; g=&quot;BB&quot; b=&quot;59&quot;/&gt;&lt;/elem&gt;&lt;elem m_fUsage=&quot;1.69001825998257915578E-07&quot;&gt;&lt;m_msothmcolidx val=&quot;0&quot;/&gt;&lt;m_rgb r=&quot;FC&quot; g=&quot;EA&quot; b=&quot;07&quot;/&gt;&lt;/elem&gt;&lt;elem m_fUsage=&quot;1.65076220656072750097E-07&quot;&gt;&lt;m_msothmcolidx val=&quot;0&quot;/&gt;&lt;m_rgb r=&quot;EF&quot; g=&quot;C9&quot; b=&quot;E7&quot;/&gt;&lt;/elem&gt;&lt;elem m_fUsage=&quot;4.37539424052464334781E-08&quot;&gt;&lt;m_msothmcolidx val=&quot;0&quot;/&gt;&lt;m_rgb r=&quot;EA&quot; g=&quot;EB&quot; b=&quot;EC&quot;/&gt;&lt;/elem&gt;&lt;elem m_fUsage=&quot;4.11437912875920085851E-08&quot;&gt;&lt;m_msothmcolidx val=&quot;0&quot;/&gt;&lt;m_rgb r=&quot;EF&quot; g=&quot;CA&quot; b=&quot;E7&quot;/&gt;&lt;/elem&gt;&lt;elem m_fUsage=&quot;6.78265224334064990869E-11&quot;&gt;&lt;m_msothmcolidx val=&quot;0&quot;/&gt;&lt;m_rgb r=&quot;E4&quot; g=&quot;D8&quot; b=&quot;FC&quot;/&gt;&lt;/elem&gt;&lt;elem m_fUsage=&quot;2.64235410546790357025E-11&quot;&gt;&lt;m_msothmcolidx val=&quot;0&quot;/&gt;&lt;m_rgb r=&quot;DA&quot; g=&quot;B7&quot; b=&quot;F9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GVA 1">
      <a:dk1>
        <a:srgbClr val="000000"/>
      </a:dk1>
      <a:lt1>
        <a:srgbClr val="FFFFFF"/>
      </a:lt1>
      <a:dk2>
        <a:srgbClr val="7C146C"/>
      </a:dk2>
      <a:lt2>
        <a:srgbClr val="E7E6E6"/>
      </a:lt2>
      <a:accent1>
        <a:srgbClr val="7C146C"/>
      </a:accent1>
      <a:accent2>
        <a:srgbClr val="00C07A"/>
      </a:accent2>
      <a:accent3>
        <a:srgbClr val="00B0F5"/>
      </a:accent3>
      <a:accent4>
        <a:srgbClr val="FF75CA"/>
      </a:accent4>
      <a:accent5>
        <a:srgbClr val="FF0000"/>
      </a:accent5>
      <a:accent6>
        <a:srgbClr val="F2C800"/>
      </a:accent6>
      <a:hlink>
        <a:srgbClr val="7C146C"/>
      </a:hlink>
      <a:folHlink>
        <a:srgbClr val="7C146C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b7e0f3c-1c5a-4e65-8085-11c1dcef84fa" xsi:nil="true"/>
    <lcf76f155ced4ddcb4097134ff3c332f xmlns="20ce327d-e97b-4000-8783-bcd19b3e84a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D2FADE416AD344A691978DB1AFF994" ma:contentTypeVersion="13" ma:contentTypeDescription="Crée un document." ma:contentTypeScope="" ma:versionID="97da15f60f0e45517ee96f1a03efb88f">
  <xsd:schema xmlns:xsd="http://www.w3.org/2001/XMLSchema" xmlns:xs="http://www.w3.org/2001/XMLSchema" xmlns:p="http://schemas.microsoft.com/office/2006/metadata/properties" xmlns:ns2="20ce327d-e97b-4000-8783-bcd19b3e84a9" xmlns:ns3="2b7e0f3c-1c5a-4e65-8085-11c1dcef84fa" targetNamespace="http://schemas.microsoft.com/office/2006/metadata/properties" ma:root="true" ma:fieldsID="94dafe93b2c0443b50f03d57612cd27b" ns2:_="" ns3:_="">
    <xsd:import namespace="20ce327d-e97b-4000-8783-bcd19b3e84a9"/>
    <xsd:import namespace="2b7e0f3c-1c5a-4e65-8085-11c1dcef84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ce327d-e97b-4000-8783-bcd19b3e84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Balises d’images" ma:readOnly="false" ma:fieldId="{5cf76f15-5ced-4ddc-b409-7134ff3c332f}" ma:taxonomyMulti="true" ma:sspId="fab5cf2f-dbe0-4fa4-a764-2193dd4b90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7e0f3c-1c5a-4e65-8085-11c1dcef84f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cc0cd7b9-fad5-43a8-9237-c71c53865215}" ma:internalName="TaxCatchAll" ma:showField="CatchAllData" ma:web="2b7e0f3c-1c5a-4e65-8085-11c1dcef84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E22529-30A2-4C5A-AE71-534E740A3D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5A45CE-9CC0-402F-A2F9-65A4A81F39D1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2b7e0f3c-1c5a-4e65-8085-11c1dcef84fa"/>
    <ds:schemaRef ds:uri="20ce327d-e97b-4000-8783-bcd19b3e84a9"/>
  </ds:schemaRefs>
</ds:datastoreItem>
</file>

<file path=customXml/itemProps3.xml><?xml version="1.0" encoding="utf-8"?>
<ds:datastoreItem xmlns:ds="http://schemas.openxmlformats.org/officeDocument/2006/customXml" ds:itemID="{C11F3BD2-6AE4-4B24-A144-60D4BEB9ADA3}">
  <ds:schemaRefs>
    <ds:schemaRef ds:uri="20ce327d-e97b-4000-8783-bcd19b3e84a9"/>
    <ds:schemaRef ds:uri="2b7e0f3c-1c5a-4e65-8085-11c1dcef84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GVA</Template>
  <TotalTime>517</TotalTime>
  <Words>178</Words>
  <Application>Microsoft Office PowerPoint</Application>
  <PresentationFormat>Affichage à l'écran (16:9)</PresentationFormat>
  <Paragraphs>63</Paragraphs>
  <Slides>5</Slides>
  <Notes>4</Notes>
  <HiddenSlides>0</HiddenSlides>
  <MMClips>0</MMClips>
  <ScaleCrop>false</ScaleCrop>
  <HeadingPairs>
    <vt:vector size="8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7" baseType="lpstr">
      <vt:lpstr>Arial</vt:lpstr>
      <vt:lpstr>Calibri</vt:lpstr>
      <vt:lpstr>Futura PT Bold</vt:lpstr>
      <vt:lpstr>Futura PT Book</vt:lpstr>
      <vt:lpstr>Futura PT Demi</vt:lpstr>
      <vt:lpstr>Futura PT Extra Bold</vt:lpstr>
      <vt:lpstr>Futura PT Heavy</vt:lpstr>
      <vt:lpstr>Futura PT Medium</vt:lpstr>
      <vt:lpstr>Tw Cen MT</vt:lpstr>
      <vt:lpstr>Wingdings</vt:lpstr>
      <vt:lpstr>Thème Office</vt:lpstr>
      <vt:lpstr>Diapositive think-cell</vt:lpstr>
      <vt:lpstr>  SCRIPT LONGUEUR DROP QGIS  Janvier 2024</vt:lpstr>
      <vt:lpstr>Présentation PowerPoint</vt:lpstr>
      <vt:lpstr>Présentation PowerPoint</vt:lpstr>
      <vt:lpstr>Présentation PowerPoint</vt:lpstr>
      <vt:lpstr>Présentation PowerPoint</vt:lpstr>
    </vt:vector>
  </TitlesOfParts>
  <Company>Canal 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khassim Samassa</dc:creator>
  <cp:lastModifiedBy>Joël OUOBA</cp:lastModifiedBy>
  <cp:revision>4</cp:revision>
  <cp:lastPrinted>2021-11-05T08:27:18Z</cp:lastPrinted>
  <dcterms:created xsi:type="dcterms:W3CDTF">2016-04-06T15:26:25Z</dcterms:created>
  <dcterms:modified xsi:type="dcterms:W3CDTF">2024-01-02T17:19:46Z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0x0101008CD2FADE416AD344A691978DB1AFF994</vt:lpwstr>
  </property>
  <property fmtid="{D5CDD505-2E9C-101B-9397-08002B2CF9AE}" pid="3" name="Order">
    <vt:r8>6300</vt:r8>
  </property>
  <property fmtid="{D5CDD505-2E9C-101B-9397-08002B2CF9AE}" pid="4" name="MSIP_Label_fca96e44-a127-42f2-bb2c-4b3827c9e56b_Enabled">
    <vt:lpwstr>true</vt:lpwstr>
  </property>
  <property fmtid="{D5CDD505-2E9C-101B-9397-08002B2CF9AE}" pid="5" name="MSIP_Label_fca96e44-a127-42f2-bb2c-4b3827c9e56b_SetDate">
    <vt:lpwstr>2022-10-07T13:53:19Z</vt:lpwstr>
  </property>
  <property fmtid="{D5CDD505-2E9C-101B-9397-08002B2CF9AE}" pid="6" name="MSIP_Label_fca96e44-a127-42f2-bb2c-4b3827c9e56b_Method">
    <vt:lpwstr>Standard</vt:lpwstr>
  </property>
  <property fmtid="{D5CDD505-2E9C-101B-9397-08002B2CF9AE}" pid="7" name="MSIP_Label_fca96e44-a127-42f2-bb2c-4b3827c9e56b_Name">
    <vt:lpwstr>defa4170-0d19-0005-0004-bc88714345d2</vt:lpwstr>
  </property>
  <property fmtid="{D5CDD505-2E9C-101B-9397-08002B2CF9AE}" pid="8" name="MSIP_Label_fca96e44-a127-42f2-bb2c-4b3827c9e56b_SiteId">
    <vt:lpwstr>ddab0299-dabf-4198-a277-fcf4665c5198</vt:lpwstr>
  </property>
  <property fmtid="{D5CDD505-2E9C-101B-9397-08002B2CF9AE}" pid="9" name="MSIP_Label_fca96e44-a127-42f2-bb2c-4b3827c9e56b_ActionId">
    <vt:lpwstr>f3b0c317-8d6f-4bba-a13a-29b0bfe37bb6</vt:lpwstr>
  </property>
  <property fmtid="{D5CDD505-2E9C-101B-9397-08002B2CF9AE}" pid="10" name="MSIP_Label_fca96e44-a127-42f2-bb2c-4b3827c9e56b_ContentBits">
    <vt:lpwstr>0</vt:lpwstr>
  </property>
  <property fmtid="{D5CDD505-2E9C-101B-9397-08002B2CF9AE}" pid="11" name="MediaServiceImageTags">
    <vt:lpwstr/>
  </property>
</Properties>
</file>